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7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6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3BF9A-226A-4D59-AACB-05DDF9E8E85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05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DCA8-A7A0-A746-D2A1-C490B8A52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8670E-42A6-875C-369B-9F0211C46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BA9A-1AA0-EAEB-4FF4-3DDF6E10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6FB-1BA0-4595-1D70-23164CE0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5F7E-3DF1-6788-943A-99AADF3F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7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742B-FDC5-03E6-60DE-CDB3A12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1721-4A61-DBB5-B0C2-820C4163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D179-744A-9B3D-BEC6-C987207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BF8A-ED34-2238-A87C-CDD69067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B604-2818-A522-42C4-23A933A1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99CC-8977-2D16-7777-73B7CF39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6DB6-B54E-11CA-0732-F204D31B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A1C2-7977-02AF-7B41-8BE4E357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F0EF-D59C-A917-8098-F2639D0E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F8D-552E-114A-C02E-906DDBA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4B29-258E-DE82-071A-6B0BF303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2A8E-3433-54E9-17D4-6A3DA1914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F2C4-2F7E-7D9E-6C74-C55498F4E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BF099-BC45-DBDD-2638-BC54869F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6FF7-373A-1CE8-A325-9280E972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15CE6-BEF0-914C-A8B4-764EC4D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E02-0B79-67D5-6071-2C87060B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0644A-7192-1846-01AC-29562171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ED10-B00E-FE84-800D-04A60787F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8CF11-0297-0E4E-EB32-6404A5A0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19B41-ECBB-6C2F-CF12-C27FA0951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9F374-A686-B860-766D-4FC7F8AF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F2AF-D370-649B-2EE7-251C15B1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34BF-A808-9B30-280A-6E26821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6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8262-CD50-A677-A9D4-E4D496ED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59985-A26A-1E3B-15C3-A519D130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61439-B381-EF64-BBCF-54339213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C99B8-484E-7938-0659-F539FBC0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9357-DC9B-D798-EC96-8CB2A3B3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59B15-5ABB-24DB-EC93-8378CA74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AE590-9BA9-6F1B-0338-D154F147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9D69-FDC2-98D8-E985-843C81A0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F68B-81AE-ECEF-0424-311C28795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92C48-957E-3ED3-6DFF-6FE0F50CE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DA39-0149-A31A-0B53-F666EEF5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C826-A26A-2873-087C-9E8A9A23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4A0C8-DAF0-F654-4C40-0D4D93B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6606-9C8D-D27E-62B2-1C5242C1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B3A8E-7BFA-84AB-757F-438ED42D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11D64-BC33-646F-2C25-C2DBFF617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E4E40-D247-39B3-2F35-C75FA9E2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32790-AE66-1A14-47C6-E9C13EB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120AF-9297-34E7-EE31-E6AA8F55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5C89-C9CA-37C4-769E-E6BA875D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B7F3-D007-5E6B-F5EA-AF98E822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D280-E74E-1188-12EF-1238C462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6E68-0235-EFA2-E35E-EF956CC4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BF3F-47DE-1E93-965A-6E2C334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4ADCE-2759-492C-91EB-D45D438ED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9CEB7-C8A3-5788-DAE1-36188DF83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D7081-40B2-B64E-15E7-2BD11D58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7DDB-2FD4-C929-EDB9-9095646F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F5DB-1F1B-8D38-0D57-965FE92C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9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F47DE-5F08-1A85-54A4-3286783D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3635-1828-51C6-B6DC-2B30BAF55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77F0-ADC4-5154-F760-CF504C85D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F098-983A-E2FB-7163-D2ABA795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3ECE-D9C2-61A2-E9BF-A40AEF47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C55A95-8E39-DD6F-109C-21802F48E264}"/>
              </a:ext>
            </a:extLst>
          </p:cNvPr>
          <p:cNvSpPr txBox="1">
            <a:spLocks/>
          </p:cNvSpPr>
          <p:nvPr/>
        </p:nvSpPr>
        <p:spPr>
          <a:xfrm>
            <a:off x="1209210" y="1532411"/>
            <a:ext cx="9330972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  <a:latin typeface="+mn-lt"/>
              </a:rPr>
              <a:t>FIRST REVIEW  </a:t>
            </a:r>
          </a:p>
          <a:p>
            <a:r>
              <a:rPr lang="en-US" sz="3600" b="1" dirty="0">
                <a:solidFill>
                  <a:srgbClr val="C00000"/>
                </a:solidFill>
                <a:latin typeface="+mn-lt"/>
              </a:rPr>
              <a:t>   PORTABLE PLANT CUTTER MACHINE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C98B9-4C08-A8BA-DF26-BB0103D9F210}"/>
              </a:ext>
            </a:extLst>
          </p:cNvPr>
          <p:cNvSpPr txBox="1"/>
          <p:nvPr/>
        </p:nvSpPr>
        <p:spPr>
          <a:xfrm>
            <a:off x="409110" y="2584813"/>
            <a:ext cx="11334292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4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 : </a:t>
            </a:r>
            <a:r>
              <a:rPr lang="en-US" sz="2400" b="1" dirty="0"/>
              <a:t>SUSTANABLE ENGINEERING CLUB 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  <a:r>
              <a:rPr lang="en-US" sz="2400" b="1" dirty="0"/>
              <a:t> GURU PRASANNA V , KARTHI VS ,KARTHICK SS ,BRAJEETH G, THIRAGANTH J</a:t>
            </a:r>
            <a:endParaRPr lang="en-IN" sz="2400" b="1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</a:t>
            </a:r>
            <a:r>
              <a:rPr lang="en-US" sz="2400" dirty="0"/>
              <a:t>: </a:t>
            </a:r>
            <a:r>
              <a:rPr lang="en-IN" sz="2400" dirty="0"/>
              <a:t>III Year , Knowledge Institute of Technology. Salem.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b="1" dirty="0"/>
              <a:t>MR:</a:t>
            </a:r>
            <a:r>
              <a:rPr lang="en-IN" sz="2400" b="1" dirty="0">
                <a:solidFill>
                  <a:srgbClr val="0070C0"/>
                </a:solidFill>
              </a:rPr>
              <a:t> </a:t>
            </a:r>
            <a:r>
              <a:rPr lang="en-IN" sz="2400" b="1" dirty="0"/>
              <a:t>KARHICK KN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 18/09/25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BA2156B-6831-D3FE-FF36-B2CC687B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BAA91E-2A82-638F-1CCA-06A96F1E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1</a:t>
            </a:fld>
            <a:endParaRPr lang="en-IN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6DA0AF-2AEB-865F-4876-D80236B9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/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20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3F92-22F3-3D92-C329-41D983BD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8" y="209321"/>
            <a:ext cx="10515600" cy="113562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Table of Content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24B033-9E02-0011-42ED-E7C5E71F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48" y="1504680"/>
            <a:ext cx="10972800" cy="249444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List of Problems through customers / industry defined problems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Selected Final Problem Statement (Tentative through KIOT faculty mentor)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Plan to execute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References if any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5DF751-0027-BA6A-65B8-62A671CC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BF1F56-786F-253F-99D2-87A14C9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2</a:t>
            </a:fld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6B05456-CC71-68E8-E77F-5437F16B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  <a:t>05-05-2026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24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82" y="391651"/>
            <a:ext cx="11668018" cy="8207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List of Problems through customers / industry defined problems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468117"/>
              </p:ext>
            </p:extLst>
          </p:nvPr>
        </p:nvGraphicFramePr>
        <p:xfrm>
          <a:off x="446794" y="1379671"/>
          <a:ext cx="11480800" cy="422130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1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6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21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Short Summary of </a:t>
                      </a:r>
                    </a:p>
                    <a:p>
                      <a:pPr algn="ctr"/>
                      <a:r>
                        <a:rPr lang="en-IN" dirty="0"/>
                        <a:t>Problem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Problem identified through (direct</a:t>
                      </a:r>
                      <a:r>
                        <a:rPr lang="en-IN" baseline="0" dirty="0"/>
                        <a:t> customer, industry, SIH contest, other contest etc.)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Align with SDGs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(SDG 1 to SDG17)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1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BLADELESS WIND TURBINE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IN" dirty="0"/>
                        <a:t>OLAR 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SDG07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5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2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SMART TECHNOLOGY ANTENNA DTH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</a:t>
                      </a:r>
                      <a:r>
                        <a:rPr lang="en-IN" dirty="0"/>
                        <a:t>TH CUSTOMER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SDG13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3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SMART BUCKET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IN" dirty="0"/>
                        <a:t>ARKET ,HOTEL MANAGEMENT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SDG03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4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SMART WEAVING BUZZER SYSTEM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IN" dirty="0"/>
                        <a:t>UTOLOOMS CUSTOMER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SDG09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5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PORTABLE PLANT CUUTER MACHINE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HIGHWAY MAY MAINTANCE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SDG07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FF1E92-37FD-5EB3-ABF7-C516F265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9A04B2-E149-27D1-C042-B162A2E7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3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BAD4EAE-5BE0-5981-107F-B3F4E380E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646C-74F3-4311-AC52-20D39018B5CB}" type="datetime1">
              <a:rPr lang="en-IN" smtClean="0"/>
              <a:t>05-05-2026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6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44344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FINAL STATEMENT- METAL DUST COLLECTOR  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/>
          <a:lstStyle/>
          <a:p>
            <a:r>
              <a:rPr lang="en-US" b="1" dirty="0"/>
              <a:t>Problem</a:t>
            </a:r>
            <a:r>
              <a:rPr lang="en-US" dirty="0"/>
              <a:t> — Manual plant cutting is labor-intensive, time-consuming, and causes operator fatigue, demanding a mechanized solution. </a:t>
            </a:r>
            <a:r>
              <a:rPr lang="en-US" b="1" dirty="0"/>
              <a:t>Solution</a:t>
            </a:r>
            <a:r>
              <a:rPr lang="en-US" dirty="0"/>
              <a:t> — A wheeled, motorized cutter using dual DC Motor 775s with rotating blades for efficient and precise trimming. </a:t>
            </a:r>
            <a:r>
              <a:rPr lang="en-US" b="1" dirty="0"/>
              <a:t>Power &amp; Mobility</a:t>
            </a:r>
            <a:r>
              <a:rPr lang="en-US" dirty="0"/>
              <a:t> — Powered by a 12V 7.5 Ah rechargeable battery and mounted on a wheeled frame for easy portability across fields. </a:t>
            </a:r>
            <a:r>
              <a:rPr lang="en-US" b="1" dirty="0"/>
              <a:t>Impact</a:t>
            </a:r>
            <a:r>
              <a:rPr lang="en-US" dirty="0"/>
              <a:t> — Reduces human effort, increases productivity, and provides a low-cost alternative for nurseries, farms, and greenhouses.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4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05-05-2026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27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39704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Plan to Execute (Tentative)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F5BA2C-EB19-6F45-34BC-DFE97DCC8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2" y="1520365"/>
            <a:ext cx="3844414" cy="278708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5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05-05-2026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672A77-53F1-BCA6-932B-9E2C911EE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201" y="1592389"/>
            <a:ext cx="3001297" cy="27870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2C3C80-AEA0-C75D-2324-EC52861FC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1" y="1582865"/>
            <a:ext cx="3200400" cy="266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2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7BA429-DAD7-9AC8-B28B-3DD716CE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D114F7-3958-62CC-118C-FAA6D52C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6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312F06-5FCE-0CF0-AF94-04AAC496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  <a:t>05-05-2026</a:t>
            </a:fld>
            <a:endParaRPr lang="en-I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62E475C-AC56-C3B1-DBF6-A256FCD5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71" y="1166018"/>
            <a:ext cx="10145781" cy="2373595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Research papers on magnetic separation and dust collection .	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Workshop manuals on grinding machine safety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.Online resources about electromagnetic applications in industry</a:t>
            </a:r>
            <a:endParaRPr lang="en-IN" sz="2000" dirty="0"/>
          </a:p>
        </p:txBody>
      </p:sp>
      <p:pic>
        <p:nvPicPr>
          <p:cNvPr id="1026" name="Picture 2" descr="National highway authority of india hi-res stock photography ...">
            <a:extLst>
              <a:ext uri="{FF2B5EF4-FFF2-40B4-BE49-F238E27FC236}">
                <a16:creationId xmlns:a16="http://schemas.microsoft.com/office/drawing/2014/main" id="{BA84DF75-BB08-07F7-3A2F-6AB9F72CC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103" y="3170699"/>
            <a:ext cx="2032697" cy="327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Under Green Highways Policy, National Highways will now be ...">
            <a:extLst>
              <a:ext uri="{FF2B5EF4-FFF2-40B4-BE49-F238E27FC236}">
                <a16:creationId xmlns:a16="http://schemas.microsoft.com/office/drawing/2014/main" id="{DF3BC87D-AFA6-E6BC-8997-E34A7E11EA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 descr="Under Green Highways Policy, National Highways will now be ...">
            <a:extLst>
              <a:ext uri="{FF2B5EF4-FFF2-40B4-BE49-F238E27FC236}">
                <a16:creationId xmlns:a16="http://schemas.microsoft.com/office/drawing/2014/main" id="{39870A22-B9DE-AA1D-6B6B-7130E882AD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8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349</Words>
  <Application>Microsoft Office PowerPoint</Application>
  <PresentationFormat>Widescreen</PresentationFormat>
  <Paragraphs>75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Table of Content </vt:lpstr>
      <vt:lpstr>List of Problems through customers / industry defined problems</vt:lpstr>
      <vt:lpstr>FINAL STATEMENT- METAL DUST COLLECTOR   </vt:lpstr>
      <vt:lpstr>Plan to Execute (Tentative)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karthi1662006@outlook.com</cp:lastModifiedBy>
  <cp:revision>47</cp:revision>
  <dcterms:created xsi:type="dcterms:W3CDTF">2024-04-02T09:34:33Z</dcterms:created>
  <dcterms:modified xsi:type="dcterms:W3CDTF">2026-05-05T06:55:31Z</dcterms:modified>
</cp:coreProperties>
</file>