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2" r:id="rId5"/>
    <p:sldId id="264" r:id="rId6"/>
    <p:sldId id="26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3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1CDC48-004B-49A5-9DD2-8F9C0C39EB24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03BF9A-226A-4D59-AACB-05DDF9E8E8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465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0DCA8-A7A0-A746-D2A1-C490B8A526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C8670E-42A6-875C-369B-9F0211C46E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8BA9A-1AA0-EAEB-4FF4-3DDF6E101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D34C1-CFAE-4B10-8936-D7BDC1D58129}" type="datetime1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8C6FB-1BA0-4595-1D70-23164CE07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35F7E-3DF1-6788-943A-99AADF3FF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6577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6742B-FDC5-03E6-60DE-CDB3A12A5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E1721-4A61-DBB5-B0C2-820C4163C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FD179-744A-9B3D-BEC6-C9872079F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9A470-1865-4131-B7FE-F37C27291358}" type="datetime1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9BF8A-ED34-2238-A87C-CDD690671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4B604-2818-A522-42C4-23A933A14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102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B99CC-8977-2D16-7777-73B7CF39D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426DB6-B54E-11CA-0732-F204D31BF2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4A1C2-7977-02AF-7B41-8BE4E3577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0F605-6CCA-4984-B83C-616F47E6251C}" type="datetime1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BF0EF-D59C-A917-8098-F2639D0E0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F8F8D-552E-114A-C02E-906DDBAA2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978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04B29-258E-DE82-071A-6B0BF3034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A2A8E-3433-54E9-17D4-6A3DA19141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C1F2C4-2F7E-7D9E-6C74-C55498F4E4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3BF099-BC45-DBDD-2638-BC54869F5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AB4C3-BB6A-46B4-BA84-0B183F7B6E9B}" type="datetime1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D86FF7-373A-1CE8-A325-9280E9726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715CE6-BEF0-914C-A8B4-764EC4DB3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595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90E02-0B79-67D5-6071-2C87060BC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40644A-7192-1846-01AC-295621712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15ED10-B00E-FE84-800D-04A60787F1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A8CF11-0297-0E4E-EB32-6404A5A0CA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619B41-ECBB-6C2F-CF12-C27FA09512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29F374-A686-B860-766D-4FC7F8AF8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465A2-CB21-46B9-BEA6-4ECFB6FD2E0D}" type="datetime1">
              <a:rPr lang="en-IN" smtClean="0"/>
              <a:t>05-05-2026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C0F2AF-D370-649B-2EE7-251C15B14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CD34BF-A808-9B30-280A-6E26821C6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3169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C8262-CD50-A677-A9D4-E4D496EDB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D59985-A26A-1E3B-15C3-A519D1308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97BB4-CB83-49C5-A5B0-B911C52AAF56}" type="datetime1">
              <a:rPr lang="en-IN" smtClean="0"/>
              <a:t>05-05-2026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D61439-B381-EF64-BBCF-54339213B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CC99B8-484E-7938-0659-F539FBC0B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0626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879357-DC9B-D798-EC96-8CB2A3B3A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8233E-5977-4899-9A00-E0AB5E556C80}" type="datetime1">
              <a:rPr lang="en-IN" smtClean="0"/>
              <a:t>05-05-2026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E59B15-5ABB-24DB-EC93-8378CA742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DAE590-9BA9-6F1B-0338-D154F147D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875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39D69-FDC2-98D8-E985-843C81A0F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9F68B-81AE-ECEF-0424-311C28795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392C48-957E-3ED3-6DFF-6FE0F50CEF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5DDA39-0149-A31A-0B53-F666EEF53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F0969-E9C5-48BE-A475-ED49EA4F9E2B}" type="datetime1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C826-A26A-2873-087C-9E8A9A231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F4A0C8-DAF0-F654-4C40-0D4D93B67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8753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C6606-9C8D-D27E-62B2-1C5242C1D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4B3A8E-7BFA-84AB-757F-438ED42D81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B11D64-BC33-646F-2C25-C2DBFF6172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2E4E40-D247-39B3-2F35-C75FA9E2A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F84FE-CF07-43FE-BEAF-CDA8413D801E}" type="datetime1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B32790-AE66-1A14-47C6-E9C13EB51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C120AF-9297-34E7-EE31-E6AA8F556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2105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65C89-C9CA-37C4-769E-E6BA875DC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8AB7F3-D007-5E6B-F5EA-AF98E82202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6D280-E74E-1188-12EF-1238C4622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A4895-4309-4F3E-865F-20A07D5AB02F}" type="datetime1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D6E68-0235-EFA2-E35E-EF956CC41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3BF3F-47DE-1E93-965A-6E2C3348E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6907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A4ADCE-2759-492C-91EB-D45D438ED9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D9CEB7-C8A3-5788-DAE1-36188DF836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D7081-40B2-B64E-15E7-2BD11D589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78676-4DF7-4384-8004-A7BB8196BA06}" type="datetime1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87DDB-2FD4-C929-EDB9-9095646FE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5F5DB-1F1B-8D38-0D57-965FE92CC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496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6F47DE-5F08-1A85-54A4-3286783D2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313635-1828-51C6-B6DC-2B30BAF55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577F0-ADC4-5154-F760-CF504C85DC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C782CF-09F6-48AE-837F-ACFDF5403B3B}" type="datetime1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8F098-983A-E2FB-7163-D2ABA79587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MRIET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B3ECE-D9C2-61A2-E9BF-A40AEF478C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189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AC55A95-8E39-DD6F-109C-21802F48E264}"/>
              </a:ext>
            </a:extLst>
          </p:cNvPr>
          <p:cNvSpPr txBox="1">
            <a:spLocks/>
          </p:cNvSpPr>
          <p:nvPr/>
        </p:nvSpPr>
        <p:spPr>
          <a:xfrm>
            <a:off x="1209209" y="1532411"/>
            <a:ext cx="9734093" cy="8030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b="1" dirty="0">
                <a:solidFill>
                  <a:srgbClr val="C00000"/>
                </a:solidFill>
                <a:latin typeface="+mn-lt"/>
              </a:rPr>
              <a:t>Second Review</a:t>
            </a:r>
          </a:p>
          <a:p>
            <a:r>
              <a:rPr lang="en-IN" sz="3600" b="1" dirty="0">
                <a:solidFill>
                  <a:srgbClr val="C00000"/>
                </a:solidFill>
                <a:latin typeface="+mn-lt"/>
              </a:rPr>
              <a:t>PORTABLE PLANT CUTTER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8C98B9-4C08-A8BA-DF26-BB0103D9F210}"/>
              </a:ext>
            </a:extLst>
          </p:cNvPr>
          <p:cNvSpPr txBox="1"/>
          <p:nvPr/>
        </p:nvSpPr>
        <p:spPr>
          <a:xfrm>
            <a:off x="409109" y="2584813"/>
            <a:ext cx="11782891" cy="335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Batch No.: 04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Club Name:          </a:t>
            </a:r>
            <a:r>
              <a:rPr lang="en-US" sz="2400" dirty="0">
                <a:solidFill>
                  <a:srgbClr val="FF0000"/>
                </a:solidFill>
              </a:rPr>
              <a:t>SUSTAINABLE ENGINEERING CLUB 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Team Members</a:t>
            </a:r>
            <a:r>
              <a:rPr lang="en-US" sz="2400" dirty="0">
                <a:solidFill>
                  <a:srgbClr val="0070C0"/>
                </a:solidFill>
              </a:rPr>
              <a:t>: </a:t>
            </a:r>
            <a:r>
              <a:rPr lang="en-US" sz="2400" dirty="0"/>
              <a:t>GURU PRASANNA V , KARTHI VS ,KARTHICK SS ,BRAJEETH G ,THIRAGNATH J 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Full Affiliation:    </a:t>
            </a:r>
            <a:r>
              <a:rPr lang="en-IN" sz="2400" dirty="0"/>
              <a:t>III Year , Knowledge Institute of Technology. Salem.</a:t>
            </a:r>
            <a:r>
              <a:rPr lang="en-IN" sz="2400" dirty="0">
                <a:solidFill>
                  <a:srgbClr val="0070C0"/>
                </a:solidFill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0070C0"/>
                </a:solidFill>
              </a:rPr>
              <a:t>Name of the Mentor: </a:t>
            </a:r>
            <a:r>
              <a:rPr lang="en-IN" sz="2400" b="1" dirty="0"/>
              <a:t>MR.K.N.KARTHICK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Presentation Date: </a:t>
            </a:r>
            <a:r>
              <a:rPr lang="en-US" sz="2400" dirty="0"/>
              <a:t>28.01.2026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BA2156B-6831-D3FE-FF36-B2CC687B5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9BAA91E-2A82-638F-1CCA-06A96F1E7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1</a:t>
            </a:fld>
            <a:endParaRPr lang="en-IN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B6DA0AF-2AEB-865F-4876-D80236B92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2D6A8-AF7C-4F41-B589-0F714FD698FB}" type="datetime1">
              <a:rPr lang="en-IN" smtClean="0"/>
              <a:t>05-05-2026</a:t>
            </a:fld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1973433" y="299022"/>
            <a:ext cx="8968866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accent6">
                    <a:lumMod val="75000"/>
                  </a:schemeClr>
                </a:solidFill>
              </a:rPr>
              <a:t>KNOWLEDGE INSTITUTE OF TECHNOLOGY, SALEM – 637504</a:t>
            </a:r>
            <a:endParaRPr lang="en-IN" sz="2800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en-IN" b="1" dirty="0"/>
              <a:t>(Autonomous Institution)</a:t>
            </a:r>
            <a:endParaRPr lang="en-IN" dirty="0"/>
          </a:p>
        </p:txBody>
      </p:sp>
      <p:pic>
        <p:nvPicPr>
          <p:cNvPr id="10" name="Picture 9" descr="C:\Users\KIOT\Downloads\WhatsApp Image 2025-04-01 at 3.02.50 PM.jpeg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223"/>
          <a:stretch/>
        </p:blipFill>
        <p:spPr bwMode="auto">
          <a:xfrm>
            <a:off x="409111" y="568302"/>
            <a:ext cx="956982" cy="96410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Rectangle 6"/>
          <p:cNvSpPr/>
          <p:nvPr/>
        </p:nvSpPr>
        <p:spPr>
          <a:xfrm>
            <a:off x="10942299" y="531646"/>
            <a:ext cx="1134044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MAP</a:t>
            </a:r>
            <a:r>
              <a:rPr lang="en-IN" b="1" dirty="0"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 </a:t>
            </a:r>
          </a:p>
          <a:p>
            <a:pPr algn="ctr"/>
            <a:r>
              <a:rPr lang="en-IN" b="1" dirty="0"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2026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7205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13F92-22F3-3D92-C329-41D983BDF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3562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C00000"/>
                </a:solidFill>
              </a:rPr>
              <a:t>Table of Content 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B24B033-9E02-0011-42ED-E7C5E71F2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910630"/>
            <a:ext cx="10972800" cy="5036739"/>
          </a:xfrm>
        </p:spPr>
        <p:txBody>
          <a:bodyPr>
            <a:noAutofit/>
          </a:bodyPr>
          <a:lstStyle/>
          <a:p>
            <a:pPr marL="0" indent="0">
              <a:lnSpc>
                <a:spcPct val="200000"/>
              </a:lnSpc>
              <a:buNone/>
            </a:pPr>
            <a:endParaRPr lang="en-US" sz="2000" dirty="0">
              <a:solidFill>
                <a:srgbClr val="0070C0"/>
              </a:solidFill>
            </a:endParaRPr>
          </a:p>
          <a:p>
            <a:pPr marL="0" indent="0">
              <a:lnSpc>
                <a:spcPct val="200000"/>
              </a:lnSpc>
              <a:buNone/>
            </a:pP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15DF751-0027-BA6A-65B8-62A671CC2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1BF1F56-786F-253F-99D2-87A14C9E2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2</a:t>
            </a:fld>
            <a:endParaRPr lang="en-IN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26B05456-CC71-68E8-E77F-5437F16B9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983A6-DC0A-451F-AB88-5CAE8FA65D6A}" type="datetime1">
              <a:rPr lang="en-IN" smtClean="0"/>
              <a:t>05-05-2026</a:t>
            </a:fld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D4AEADB-48AE-4691-BA48-45EA4FB5A0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1120" y="1589520"/>
            <a:ext cx="7762937" cy="390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Solutions Generated (Customer / Industry Defined Problem)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Final Solution with Key Assumptions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Discussion with Customer / Industry for Solution Fit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Concept Development – MVP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 / Industry Validation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Further Plan to Execute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4119245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82729-F706-0E25-3175-0B6F00556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8108" y="267367"/>
            <a:ext cx="8774130" cy="883339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C00000"/>
                </a:solidFill>
              </a:rPr>
              <a:t>Solutions Generated (Customer/Industry Defined Problem)</a:t>
            </a:r>
            <a:endParaRPr lang="en-IN" sz="4000" b="1" dirty="0">
              <a:solidFill>
                <a:srgbClr val="C00000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3C8BA4B-6E73-A76C-E5B1-7803EFA58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6C5E398-9C94-9761-56BF-C7025BFFA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3</a:t>
            </a:fld>
            <a:endParaRPr lang="en-IN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5960B25-F4C3-5236-E7B5-6A0C4B03B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E8B41-4F67-45CE-BAB4-D2F9B2A88920}" type="datetime1">
              <a:rPr lang="en-IN" smtClean="0"/>
              <a:t>05-05-2026</a:t>
            </a:fld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2C87827-6894-1F52-C22D-546C5BC2FF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0564" y="2281110"/>
            <a:ext cx="4746676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/>
              <a:t>Replace manual shears with </a:t>
            </a:r>
            <a:r>
              <a:rPr lang="en-US" sz="2000" b="1" dirty="0"/>
              <a:t>dual DC Motor 775-driven rotating blades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/>
              <a:t>Rigid </a:t>
            </a:r>
            <a:r>
              <a:rPr lang="en-US" sz="2000" b="1" dirty="0"/>
              <a:t>rectangular steel frame</a:t>
            </a:r>
            <a:r>
              <a:rPr lang="en-US" sz="2000" dirty="0"/>
              <a:t> with diagonal bracing for stability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/>
              <a:t>Integrated </a:t>
            </a:r>
            <a:r>
              <a:rPr lang="en-US" sz="2000" b="1" dirty="0"/>
              <a:t>12V 7.5Ah rechargeable sealed lead-acid battery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000" b="1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6E2CEC8-BD55-3917-6476-2B7499BE7B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1594" y="1587014"/>
            <a:ext cx="5732206" cy="4139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279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82729-F706-0E25-3175-0B6F00556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3866" y="338001"/>
            <a:ext cx="9863190" cy="1336687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Final Solution with Key Assumptions  </a:t>
            </a:r>
            <a:endParaRPr lang="en-IN" sz="3600" b="1" dirty="0">
              <a:solidFill>
                <a:srgbClr val="C00000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1A090A9-0D87-FCC5-A3AE-BAD795A4F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1246942-EF09-709A-0970-106667715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4</a:t>
            </a:fld>
            <a:endParaRPr lang="en-IN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637E4EEA-C58F-B790-5C21-76261BD74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80CB-483E-472A-8231-CC99DB583B25}" type="datetime1">
              <a:rPr lang="en-IN" smtClean="0"/>
              <a:t>05-05-2026</a:t>
            </a:fld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35E7693-67F4-34B0-9D11-77E75DB73E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064247"/>
              </p:ext>
            </p:extLst>
          </p:nvPr>
        </p:nvGraphicFramePr>
        <p:xfrm>
          <a:off x="838200" y="2538254"/>
          <a:ext cx="10515600" cy="29260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60936731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6269991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Specification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8604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DC Motor 775 ×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470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Blade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Counter-rotating dual blade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555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Power Supply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12V, 9Ah SLA Battery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56590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Frame Material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Mild Steel Rectangular Sections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6689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 Castor Wheels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98929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Single Operator Push Control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2759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Control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ON/OFF Switch with Isolator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5784146"/>
                  </a:ext>
                </a:extLst>
              </a:tr>
            </a:tbl>
          </a:graphicData>
        </a:graphic>
      </p:graphicFrame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D72FBB-DE20-5A82-4BA2-DD280FAB6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6955"/>
            <a:ext cx="10515600" cy="4240008"/>
          </a:xfrm>
        </p:spPr>
        <p:txBody>
          <a:bodyPr/>
          <a:lstStyle/>
          <a:p>
            <a:r>
              <a:rPr lang="en-US" dirty="0"/>
              <a:t>COMPONENTS </a:t>
            </a:r>
          </a:p>
        </p:txBody>
      </p:sp>
    </p:spTree>
    <p:extLst>
      <p:ext uri="{BB962C8B-B14F-4D97-AF65-F5344CB8AC3E}">
        <p14:creationId xmlns:p14="http://schemas.microsoft.com/office/powerpoint/2010/main" val="4239038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82729-F706-0E25-3175-0B6F00556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367" y="153066"/>
            <a:ext cx="8804952" cy="97042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Concept Development – MVP</a:t>
            </a:r>
            <a:endParaRPr lang="en-IN" sz="4000" b="1" dirty="0">
              <a:solidFill>
                <a:srgbClr val="C0000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D6C198-80F6-4336-7521-337794B3B0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385" y="1682238"/>
            <a:ext cx="5222150" cy="423481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E321420-95FA-5064-DEAC-D6D1B4D19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40E59-9361-CEDB-F302-BBEE0FE6A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5</a:t>
            </a:fld>
            <a:endParaRPr lang="en-IN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6718C7A-DB1D-58C9-CA1E-C95C941FD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0161B-7E41-46E7-B0E2-AD87C9F1AA0D}" type="datetime1">
              <a:rPr lang="en-IN" smtClean="0"/>
              <a:t>05-05-2026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989D8A3-7C43-DCA6-7054-846970D221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2573" y="1801019"/>
            <a:ext cx="2571750" cy="411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973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82729-F706-0E25-3175-0B6F00556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6374" y="185174"/>
            <a:ext cx="5528187" cy="97042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References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F7BA429-DAD7-9AC8-B28B-3DD716CED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CD114F7-3958-62CC-118C-FAA6D52CD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6</a:t>
            </a:fld>
            <a:endParaRPr lang="en-IN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3312F06-5FCE-0CF0-AF94-04AAC4962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EA517-2B61-4770-A96A-3FE486EF1883}" type="datetime1">
              <a:rPr lang="en-IN" smtClean="0"/>
              <a:t>05-05-2026</a:t>
            </a:fld>
            <a:endParaRPr lang="en-IN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54482F0-A558-6D17-9F15-CB828F56DE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5765" y="1577340"/>
            <a:ext cx="712566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overall size of the collector for tabletop or mobile use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electromagnetic coil turns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lower power consumption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dust guiding path using sheet metal funnel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removable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metal dust tray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easy cleaning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5A8233D-7845-D7F2-3A27-EAB7619CF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765" y="396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Insulate electromagnetic coil properly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earthing to metal body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Avoid overheating by limiting coil duty cycle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 no spark generation (safe for metal dust)</a:t>
            </a:r>
          </a:p>
        </p:txBody>
      </p:sp>
    </p:spTree>
    <p:extLst>
      <p:ext uri="{BB962C8B-B14F-4D97-AF65-F5344CB8AC3E}">
        <p14:creationId xmlns:p14="http://schemas.microsoft.com/office/powerpoint/2010/main" val="2345488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</TotalTime>
  <Words>288</Words>
  <Application>Microsoft Office PowerPoint</Application>
  <PresentationFormat>Widescreen</PresentationFormat>
  <Paragraphs>70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Table of Content </vt:lpstr>
      <vt:lpstr>Solutions Generated (Customer/Industry Defined Problem)</vt:lpstr>
      <vt:lpstr>Final Solution with Key Assumptions  </vt:lpstr>
      <vt:lpstr>Concept Development – MVP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Kamatchi Kannan V</dc:creator>
  <cp:lastModifiedBy>karthi1662006@outlook.com</cp:lastModifiedBy>
  <cp:revision>59</cp:revision>
  <dcterms:created xsi:type="dcterms:W3CDTF">2024-04-02T09:34:33Z</dcterms:created>
  <dcterms:modified xsi:type="dcterms:W3CDTF">2026-05-05T05:00:15Z</dcterms:modified>
</cp:coreProperties>
</file>