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media/image7.jpg" ContentType="image/jpg"/>
  <Override PartName="/ppt/media/image8.jpg" ContentType="image/jpg"/>
  <Override PartName="/ppt/media/image9.jpg" ContentType="image/jpg"/>
  <Override PartName="/ppt/media/image10.jpg" ContentType="image/jpg"/>
  <Override PartName="/ppt/media/image11.jpg" ContentType="image/jpg"/>
  <Override PartName="/ppt/media/image17.jpg" ContentType="image/jpg"/>
  <Override PartName="/ppt/media/image18.jpg" ContentType="image/jpg"/>
  <Override PartName="/ppt/media/image20.jpg" ContentType="image/jpg"/>
  <Override PartName="/ppt/media/image21.jpg" ContentType="image/jpg"/>
  <Override PartName="/ppt/media/image22.jpg" ContentType="image/jpg"/>
  <Override PartName="/ppt/media/image23.jpg" ContentType="image/jpg"/>
  <Override PartName="/ppt/media/image24.jpg" ContentType="image/jpg"/>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7" r:id="rId2"/>
    <p:sldId id="286" r:id="rId3"/>
    <p:sldId id="289" r:id="rId4"/>
    <p:sldId id="275" r:id="rId5"/>
    <p:sldId id="276" r:id="rId6"/>
    <p:sldId id="277" r:id="rId7"/>
    <p:sldId id="278" r:id="rId8"/>
    <p:sldId id="279" r:id="rId9"/>
    <p:sldId id="280" r:id="rId10"/>
    <p:sldId id="281" r:id="rId11"/>
    <p:sldId id="284" r:id="rId12"/>
    <p:sldId id="282" r:id="rId13"/>
    <p:sldId id="283" r:id="rId14"/>
    <p:sldId id="287" r:id="rId15"/>
    <p:sldId id="285" r:id="rId16"/>
    <p:sldId id="288"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pieChart>
        <c:varyColors val="1"/>
        <c:ser>
          <c:idx val="0"/>
          <c:order val="0"/>
          <c:tx>
            <c:strRef>
              <c:f>Sheet1!$B$1</c:f>
              <c:strCache>
                <c:ptCount val="1"/>
                <c:pt idx="0">
                  <c:v>Weight (kg)</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7148-4066-9DB6-761D4A283EAD}"/>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7148-4066-9DB6-761D4A283EAD}"/>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7148-4066-9DB6-761D4A283EAD}"/>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7148-4066-9DB6-761D4A283EAD}"/>
              </c:ext>
            </c:extLst>
          </c:dPt>
          <c:dPt>
            <c:idx val="4"/>
            <c:bubble3D val="0"/>
            <c:spPr>
              <a:solidFill>
                <a:schemeClr val="accent5"/>
              </a:solidFill>
              <a:ln w="19050">
                <a:solidFill>
                  <a:schemeClr val="lt1"/>
                </a:solidFill>
              </a:ln>
              <a:effectLst/>
            </c:spPr>
            <c:extLst>
              <c:ext xmlns:c16="http://schemas.microsoft.com/office/drawing/2014/chart" uri="{C3380CC4-5D6E-409C-BE32-E72D297353CC}">
                <c16:uniqueId val="{00000009-7148-4066-9DB6-761D4A283EAD}"/>
              </c:ext>
            </c:extLst>
          </c:dPt>
          <c:dPt>
            <c:idx val="5"/>
            <c:bubble3D val="0"/>
            <c:spPr>
              <a:solidFill>
                <a:schemeClr val="accent6"/>
              </a:solidFill>
              <a:ln w="19050">
                <a:solidFill>
                  <a:schemeClr val="lt1"/>
                </a:solidFill>
              </a:ln>
              <a:effectLst/>
            </c:spPr>
            <c:extLst>
              <c:ext xmlns:c16="http://schemas.microsoft.com/office/drawing/2014/chart" uri="{C3380CC4-5D6E-409C-BE32-E72D297353CC}">
                <c16:uniqueId val="{0000000B-7148-4066-9DB6-761D4A283EAD}"/>
              </c:ext>
            </c:extLst>
          </c:dPt>
          <c:dPt>
            <c:idx val="6"/>
            <c:bubble3D val="0"/>
            <c:spPr>
              <a:solidFill>
                <a:schemeClr val="accent1">
                  <a:lumMod val="60000"/>
                </a:schemeClr>
              </a:solidFill>
              <a:ln w="19050">
                <a:solidFill>
                  <a:schemeClr val="lt1"/>
                </a:solidFill>
              </a:ln>
              <a:effectLst/>
            </c:spPr>
            <c:extLst>
              <c:ext xmlns:c16="http://schemas.microsoft.com/office/drawing/2014/chart" uri="{C3380CC4-5D6E-409C-BE32-E72D297353CC}">
                <c16:uniqueId val="{0000000D-7148-4066-9DB6-761D4A283EAD}"/>
              </c:ext>
            </c:extLst>
          </c:dPt>
          <c:dLbls>
            <c:spPr>
              <a:solidFill>
                <a:prstClr val="white"/>
              </a:solidFill>
              <a:ln>
                <a:solidFill>
                  <a:prstClr val="black">
                    <a:lumMod val="25000"/>
                    <a:lumOff val="75000"/>
                  </a:prstClr>
                </a:solidFill>
              </a:ln>
              <a:effectLst/>
            </c:spPr>
            <c:txPr>
              <a:bodyPr rot="0" spcFirstLastPara="1" vertOverflow="clip" horzOverflow="clip" vert="horz" wrap="square" lIns="38100" tIns="19050" rIns="38100" bIns="19050" anchor="ctr" anchorCtr="1">
                <a:spAutoFit/>
              </a:bodyPr>
              <a:lstStyle/>
              <a:p>
                <a:pPr>
                  <a:defRPr sz="1197"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0"/>
            <c:showSerName val="0"/>
            <c:showPercent val="1"/>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Sheet1!$A$2:$A$8</c:f>
              <c:strCache>
                <c:ptCount val="7"/>
                <c:pt idx="0">
                  <c:v>Engine Cost</c:v>
                </c:pt>
                <c:pt idx="1">
                  <c:v>Steering</c:v>
                </c:pt>
                <c:pt idx="2">
                  <c:v>Frame</c:v>
                </c:pt>
                <c:pt idx="3">
                  <c:v>Electrical Equipment</c:v>
                </c:pt>
                <c:pt idx="4">
                  <c:v>Safty Equipment</c:v>
                </c:pt>
                <c:pt idx="5">
                  <c:v>Transmission</c:v>
                </c:pt>
                <c:pt idx="6">
                  <c:v>Break</c:v>
                </c:pt>
              </c:strCache>
            </c:strRef>
          </c:cat>
          <c:val>
            <c:numRef>
              <c:f>Sheet1!$B$2:$B$8</c:f>
              <c:numCache>
                <c:formatCode>General</c:formatCode>
                <c:ptCount val="7"/>
                <c:pt idx="0">
                  <c:v>30</c:v>
                </c:pt>
                <c:pt idx="1">
                  <c:v>10</c:v>
                </c:pt>
                <c:pt idx="2">
                  <c:v>30</c:v>
                </c:pt>
                <c:pt idx="3">
                  <c:v>2</c:v>
                </c:pt>
                <c:pt idx="4">
                  <c:v>2</c:v>
                </c:pt>
                <c:pt idx="5">
                  <c:v>10</c:v>
                </c:pt>
                <c:pt idx="6">
                  <c:v>2</c:v>
                </c:pt>
              </c:numCache>
            </c:numRef>
          </c:val>
          <c:extLst>
            <c:ext xmlns:c16="http://schemas.microsoft.com/office/drawing/2014/chart" uri="{C3380CC4-5D6E-409C-BE32-E72D297353CC}">
              <c16:uniqueId val="{0000000E-7148-4066-9DB6-761D4A283EAD}"/>
            </c:ext>
          </c:extLst>
        </c:ser>
        <c:dLbls>
          <c:showLegendKey val="0"/>
          <c:showVal val="0"/>
          <c:showCatName val="0"/>
          <c:showSerName val="0"/>
          <c:showPercent val="0"/>
          <c:showBubbleSize val="0"/>
          <c:showLeaderLines val="0"/>
        </c:dLbls>
        <c:firstSliceAng val="0"/>
      </c:pieChart>
      <c:spPr>
        <a:noFill/>
        <a:ln>
          <a:noFill/>
        </a:ln>
        <a:effectLst/>
      </c:spPr>
    </c:plotArea>
    <c:plotVisOnly val="1"/>
    <c:dispBlanksAs val="zero"/>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layout>
        <c:manualLayout>
          <c:xMode val="edge"/>
          <c:yMode val="edge"/>
          <c:x val="0.30583967420145203"/>
          <c:y val="8.4580909679576322E-2"/>
        </c:manualLayout>
      </c:layout>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pieChart>
        <c:varyColors val="1"/>
        <c:ser>
          <c:idx val="0"/>
          <c:order val="0"/>
          <c:tx>
            <c:strRef>
              <c:f>Sheet1!$B$1</c:f>
              <c:strCache>
                <c:ptCount val="1"/>
                <c:pt idx="0">
                  <c:v>Cost</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5B1D-4628-B80B-19D52B4D1059}"/>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5B1D-4628-B80B-19D52B4D1059}"/>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5B1D-4628-B80B-19D52B4D1059}"/>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5B1D-4628-B80B-19D52B4D1059}"/>
              </c:ext>
            </c:extLst>
          </c:dPt>
          <c:dPt>
            <c:idx val="4"/>
            <c:bubble3D val="0"/>
            <c:spPr>
              <a:solidFill>
                <a:schemeClr val="accent5"/>
              </a:solidFill>
              <a:ln w="19050">
                <a:solidFill>
                  <a:schemeClr val="lt1"/>
                </a:solidFill>
              </a:ln>
              <a:effectLst/>
            </c:spPr>
            <c:extLst>
              <c:ext xmlns:c16="http://schemas.microsoft.com/office/drawing/2014/chart" uri="{C3380CC4-5D6E-409C-BE32-E72D297353CC}">
                <c16:uniqueId val="{00000009-5B1D-4628-B80B-19D52B4D1059}"/>
              </c:ext>
            </c:extLst>
          </c:dPt>
          <c:dPt>
            <c:idx val="5"/>
            <c:bubble3D val="0"/>
            <c:spPr>
              <a:solidFill>
                <a:schemeClr val="accent6"/>
              </a:solidFill>
              <a:ln w="19050">
                <a:solidFill>
                  <a:schemeClr val="lt1"/>
                </a:solidFill>
              </a:ln>
              <a:effectLst/>
            </c:spPr>
            <c:extLst>
              <c:ext xmlns:c16="http://schemas.microsoft.com/office/drawing/2014/chart" uri="{C3380CC4-5D6E-409C-BE32-E72D297353CC}">
                <c16:uniqueId val="{0000000B-5B1D-4628-B80B-19D52B4D1059}"/>
              </c:ext>
            </c:extLst>
          </c:dPt>
          <c:dPt>
            <c:idx val="6"/>
            <c:bubble3D val="0"/>
            <c:spPr>
              <a:solidFill>
                <a:schemeClr val="accent1">
                  <a:lumMod val="60000"/>
                </a:schemeClr>
              </a:solidFill>
              <a:ln w="19050">
                <a:solidFill>
                  <a:schemeClr val="lt1"/>
                </a:solidFill>
              </a:ln>
              <a:effectLst/>
            </c:spPr>
            <c:extLst>
              <c:ext xmlns:c16="http://schemas.microsoft.com/office/drawing/2014/chart" uri="{C3380CC4-5D6E-409C-BE32-E72D297353CC}">
                <c16:uniqueId val="{0000000D-5B1D-4628-B80B-19D52B4D1059}"/>
              </c:ext>
            </c:extLst>
          </c:dPt>
          <c:dPt>
            <c:idx val="7"/>
            <c:bubble3D val="0"/>
            <c:spPr>
              <a:solidFill>
                <a:schemeClr val="accent2">
                  <a:lumMod val="60000"/>
                </a:schemeClr>
              </a:solidFill>
              <a:ln w="19050">
                <a:solidFill>
                  <a:schemeClr val="lt1"/>
                </a:solidFill>
              </a:ln>
              <a:effectLst/>
            </c:spPr>
            <c:extLst>
              <c:ext xmlns:c16="http://schemas.microsoft.com/office/drawing/2014/chart" uri="{C3380CC4-5D6E-409C-BE32-E72D297353CC}">
                <c16:uniqueId val="{0000000F-5B1D-4628-B80B-19D52B4D1059}"/>
              </c:ext>
            </c:extLst>
          </c:dPt>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0"/>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Sheet1!$A$2:$A$9</c:f>
              <c:strCache>
                <c:ptCount val="8"/>
                <c:pt idx="0">
                  <c:v>Engine</c:v>
                </c:pt>
                <c:pt idx="1">
                  <c:v>Steering</c:v>
                </c:pt>
                <c:pt idx="2">
                  <c:v>Frame</c:v>
                </c:pt>
                <c:pt idx="3">
                  <c:v>Electrical Equipement</c:v>
                </c:pt>
                <c:pt idx="4">
                  <c:v>Safty Equipment</c:v>
                </c:pt>
                <c:pt idx="5">
                  <c:v>Transmission</c:v>
                </c:pt>
                <c:pt idx="6">
                  <c:v>Brake</c:v>
                </c:pt>
                <c:pt idx="7">
                  <c:v>Others</c:v>
                </c:pt>
              </c:strCache>
            </c:strRef>
          </c:cat>
          <c:val>
            <c:numRef>
              <c:f>Sheet1!$B$2:$B$9</c:f>
              <c:numCache>
                <c:formatCode>#,##0</c:formatCode>
                <c:ptCount val="8"/>
                <c:pt idx="0">
                  <c:v>30000</c:v>
                </c:pt>
                <c:pt idx="1">
                  <c:v>5000</c:v>
                </c:pt>
                <c:pt idx="2">
                  <c:v>15000</c:v>
                </c:pt>
                <c:pt idx="3">
                  <c:v>3000</c:v>
                </c:pt>
                <c:pt idx="4">
                  <c:v>2000</c:v>
                </c:pt>
                <c:pt idx="5">
                  <c:v>5000</c:v>
                </c:pt>
                <c:pt idx="6">
                  <c:v>3000</c:v>
                </c:pt>
                <c:pt idx="7">
                  <c:v>15000</c:v>
                </c:pt>
              </c:numCache>
            </c:numRef>
          </c:val>
          <c:extLst>
            <c:ext xmlns:c16="http://schemas.microsoft.com/office/drawing/2014/chart" uri="{C3380CC4-5D6E-409C-BE32-E72D297353CC}">
              <c16:uniqueId val="{00000010-5B1D-4628-B80B-19D52B4D1059}"/>
            </c:ext>
          </c:extLst>
        </c:ser>
        <c:ser>
          <c:idx val="1"/>
          <c:order val="1"/>
          <c:tx>
            <c:strRef>
              <c:f>Sheet1!$C$1</c:f>
              <c:strCache>
                <c:ptCount val="1"/>
                <c:pt idx="0">
                  <c:v>Percentge</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12-5B1D-4628-B80B-19D52B4D1059}"/>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14-5B1D-4628-B80B-19D52B4D1059}"/>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16-5B1D-4628-B80B-19D52B4D1059}"/>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18-5B1D-4628-B80B-19D52B4D1059}"/>
              </c:ext>
            </c:extLst>
          </c:dPt>
          <c:dPt>
            <c:idx val="4"/>
            <c:bubble3D val="0"/>
            <c:spPr>
              <a:solidFill>
                <a:schemeClr val="accent5"/>
              </a:solidFill>
              <a:ln w="19050">
                <a:solidFill>
                  <a:schemeClr val="lt1"/>
                </a:solidFill>
              </a:ln>
              <a:effectLst/>
            </c:spPr>
            <c:extLst>
              <c:ext xmlns:c16="http://schemas.microsoft.com/office/drawing/2014/chart" uri="{C3380CC4-5D6E-409C-BE32-E72D297353CC}">
                <c16:uniqueId val="{0000001A-5B1D-4628-B80B-19D52B4D1059}"/>
              </c:ext>
            </c:extLst>
          </c:dPt>
          <c:dPt>
            <c:idx val="5"/>
            <c:bubble3D val="0"/>
            <c:spPr>
              <a:solidFill>
                <a:schemeClr val="accent6"/>
              </a:solidFill>
              <a:ln w="19050">
                <a:solidFill>
                  <a:schemeClr val="lt1"/>
                </a:solidFill>
              </a:ln>
              <a:effectLst/>
            </c:spPr>
            <c:extLst>
              <c:ext xmlns:c16="http://schemas.microsoft.com/office/drawing/2014/chart" uri="{C3380CC4-5D6E-409C-BE32-E72D297353CC}">
                <c16:uniqueId val="{0000001C-5B1D-4628-B80B-19D52B4D1059}"/>
              </c:ext>
            </c:extLst>
          </c:dPt>
          <c:dPt>
            <c:idx val="6"/>
            <c:bubble3D val="0"/>
            <c:spPr>
              <a:solidFill>
                <a:schemeClr val="accent1">
                  <a:lumMod val="60000"/>
                </a:schemeClr>
              </a:solidFill>
              <a:ln w="19050">
                <a:solidFill>
                  <a:schemeClr val="lt1"/>
                </a:solidFill>
              </a:ln>
              <a:effectLst/>
            </c:spPr>
            <c:extLst>
              <c:ext xmlns:c16="http://schemas.microsoft.com/office/drawing/2014/chart" uri="{C3380CC4-5D6E-409C-BE32-E72D297353CC}">
                <c16:uniqueId val="{0000001E-5B1D-4628-B80B-19D52B4D1059}"/>
              </c:ext>
            </c:extLst>
          </c:dPt>
          <c:dPt>
            <c:idx val="7"/>
            <c:bubble3D val="0"/>
            <c:spPr>
              <a:solidFill>
                <a:schemeClr val="accent2">
                  <a:lumMod val="60000"/>
                </a:schemeClr>
              </a:solidFill>
              <a:ln w="19050">
                <a:solidFill>
                  <a:schemeClr val="lt1"/>
                </a:solidFill>
              </a:ln>
              <a:effectLst/>
            </c:spPr>
            <c:extLst>
              <c:ext xmlns:c16="http://schemas.microsoft.com/office/drawing/2014/chart" uri="{C3380CC4-5D6E-409C-BE32-E72D297353CC}">
                <c16:uniqueId val="{00000020-5B1D-4628-B80B-19D52B4D1059}"/>
              </c:ext>
            </c:extLst>
          </c:dPt>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Sheet1!$A$2:$A$9</c:f>
              <c:strCache>
                <c:ptCount val="8"/>
                <c:pt idx="0">
                  <c:v>Engine</c:v>
                </c:pt>
                <c:pt idx="1">
                  <c:v>Steering</c:v>
                </c:pt>
                <c:pt idx="2">
                  <c:v>Frame</c:v>
                </c:pt>
                <c:pt idx="3">
                  <c:v>Electrical Equipement</c:v>
                </c:pt>
                <c:pt idx="4">
                  <c:v>Safty Equipment</c:v>
                </c:pt>
                <c:pt idx="5">
                  <c:v>Transmission</c:v>
                </c:pt>
                <c:pt idx="6">
                  <c:v>Brake</c:v>
                </c:pt>
                <c:pt idx="7">
                  <c:v>Others</c:v>
                </c:pt>
              </c:strCache>
            </c:strRef>
          </c:cat>
          <c:val>
            <c:numRef>
              <c:f>Sheet1!$C$2:$C$9</c:f>
              <c:numCache>
                <c:formatCode>0.00%</c:formatCode>
                <c:ptCount val="8"/>
                <c:pt idx="0">
                  <c:v>0.37970000000000004</c:v>
                </c:pt>
                <c:pt idx="1">
                  <c:v>6.3E-2</c:v>
                </c:pt>
                <c:pt idx="2">
                  <c:v>0.18980000000000002</c:v>
                </c:pt>
                <c:pt idx="3">
                  <c:v>3.6999999999999998E-2</c:v>
                </c:pt>
                <c:pt idx="4">
                  <c:v>3.6999999999999998E-2</c:v>
                </c:pt>
                <c:pt idx="5">
                  <c:v>6.3E-2</c:v>
                </c:pt>
                <c:pt idx="6">
                  <c:v>3.6999999999999998E-2</c:v>
                </c:pt>
                <c:pt idx="7">
                  <c:v>0.18980000000000002</c:v>
                </c:pt>
              </c:numCache>
            </c:numRef>
          </c:val>
          <c:extLst>
            <c:ext xmlns:c16="http://schemas.microsoft.com/office/drawing/2014/chart" uri="{C3380CC4-5D6E-409C-BE32-E72D297353CC}">
              <c16:uniqueId val="{00000021-5B1D-4628-B80B-19D52B4D1059}"/>
            </c:ext>
          </c:extLst>
        </c:ser>
        <c:dLbls>
          <c:showLegendKey val="0"/>
          <c:showVal val="1"/>
          <c:showCatName val="0"/>
          <c:showSerName val="0"/>
          <c:showPercent val="0"/>
          <c:showBubbleSize val="0"/>
          <c:showLeaderLines val="1"/>
        </c:dLbls>
        <c:firstSliceAng val="0"/>
      </c:pieChart>
      <c:spPr>
        <a:noFill/>
        <a:ln>
          <a:noFill/>
        </a:ln>
        <a:effectLst/>
      </c:spPr>
    </c:plotArea>
    <c:legend>
      <c:legendPos val="r"/>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zero"/>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9538F92-A857-4E9C-9044-9AF6772E733B}" type="datetimeFigureOut">
              <a:rPr lang="en-IN" smtClean="0"/>
              <a:t>31-01-2025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D10075A-EEC5-4154-A333-796721D07F96}" type="slidenum">
              <a:rPr lang="en-IN" smtClean="0"/>
              <a:t>‹#›</a:t>
            </a:fld>
            <a:endParaRPr lang="en-IN"/>
          </a:p>
        </p:txBody>
      </p:sp>
    </p:spTree>
    <p:extLst>
      <p:ext uri="{BB962C8B-B14F-4D97-AF65-F5344CB8AC3E}">
        <p14:creationId xmlns:p14="http://schemas.microsoft.com/office/powerpoint/2010/main" val="3894758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algn="ctr"/>
            <a:r>
              <a:rPr lang="en-US" b="1" dirty="0">
                <a:latin typeface="Times New Roman" pitchFamily="18" charset="0"/>
                <a:cs typeface="Times New Roman" pitchFamily="18" charset="0"/>
              </a:rPr>
              <a:t>Vehicle 3-D image</a:t>
            </a:r>
          </a:p>
        </p:txBody>
      </p:sp>
      <p:sp>
        <p:nvSpPr>
          <p:cNvPr id="4" name="Slide Number Placeholder 3"/>
          <p:cNvSpPr>
            <a:spLocks noGrp="1"/>
          </p:cNvSpPr>
          <p:nvPr>
            <p:ph type="sldNum" sz="quarter" idx="10"/>
          </p:nvPr>
        </p:nvSpPr>
        <p:spPr/>
        <p:txBody>
          <a:bodyPr/>
          <a:lstStyle/>
          <a:p>
            <a:fld id="{F64A2495-5925-4210-9DF4-7A2B6B46C82B}" type="slidenum">
              <a:rPr lang="en-US" smtClean="0"/>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D10075A-EEC5-4154-A333-796721D07F96}" type="slidenum">
              <a:rPr lang="en-IN" smtClean="0"/>
              <a:t>14</a:t>
            </a:fld>
            <a:endParaRPr lang="en-IN"/>
          </a:p>
        </p:txBody>
      </p:sp>
    </p:spTree>
    <p:extLst>
      <p:ext uri="{BB962C8B-B14F-4D97-AF65-F5344CB8AC3E}">
        <p14:creationId xmlns:p14="http://schemas.microsoft.com/office/powerpoint/2010/main" val="20688311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2DE886-8A91-10E3-4C73-1032A6FF3BE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F77F8D53-CF0F-25DD-E6A6-A5CE246991C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9901D509-A839-6E7B-D73F-7757378F72D1}"/>
              </a:ext>
            </a:extLst>
          </p:cNvPr>
          <p:cNvSpPr>
            <a:spLocks noGrp="1"/>
          </p:cNvSpPr>
          <p:nvPr>
            <p:ph type="dt" sz="half" idx="10"/>
          </p:nvPr>
        </p:nvSpPr>
        <p:spPr/>
        <p:txBody>
          <a:bodyPr/>
          <a:lstStyle/>
          <a:p>
            <a:fld id="{7FBC814B-FCB6-481A-9507-945532EDD817}" type="datetimeFigureOut">
              <a:rPr lang="en-IN" smtClean="0"/>
              <a:t>31-01-2025</a:t>
            </a:fld>
            <a:endParaRPr lang="en-IN"/>
          </a:p>
        </p:txBody>
      </p:sp>
      <p:sp>
        <p:nvSpPr>
          <p:cNvPr id="5" name="Footer Placeholder 4">
            <a:extLst>
              <a:ext uri="{FF2B5EF4-FFF2-40B4-BE49-F238E27FC236}">
                <a16:creationId xmlns:a16="http://schemas.microsoft.com/office/drawing/2014/main" id="{391D5D89-DCFB-0B01-E032-2AA8073FAB5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5B1230A-6AA1-A1CF-5B5D-1533C57F1AB8}"/>
              </a:ext>
            </a:extLst>
          </p:cNvPr>
          <p:cNvSpPr>
            <a:spLocks noGrp="1"/>
          </p:cNvSpPr>
          <p:nvPr>
            <p:ph type="sldNum" sz="quarter" idx="12"/>
          </p:nvPr>
        </p:nvSpPr>
        <p:spPr/>
        <p:txBody>
          <a:bodyPr/>
          <a:lstStyle/>
          <a:p>
            <a:fld id="{B731260B-0FA4-4A61-82FA-4998BE86F601}" type="slidenum">
              <a:rPr lang="en-IN" smtClean="0"/>
              <a:t>‹#›</a:t>
            </a:fld>
            <a:endParaRPr lang="en-IN"/>
          </a:p>
        </p:txBody>
      </p:sp>
    </p:spTree>
    <p:extLst>
      <p:ext uri="{BB962C8B-B14F-4D97-AF65-F5344CB8AC3E}">
        <p14:creationId xmlns:p14="http://schemas.microsoft.com/office/powerpoint/2010/main" val="35374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845F1F-58D5-179D-C729-46B69F52919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5AE2538-1BF7-2BEB-763C-B01DF81ECC2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D637E5A-BE65-81AF-70AB-C55A10291C95}"/>
              </a:ext>
            </a:extLst>
          </p:cNvPr>
          <p:cNvSpPr>
            <a:spLocks noGrp="1"/>
          </p:cNvSpPr>
          <p:nvPr>
            <p:ph type="dt" sz="half" idx="10"/>
          </p:nvPr>
        </p:nvSpPr>
        <p:spPr/>
        <p:txBody>
          <a:bodyPr/>
          <a:lstStyle/>
          <a:p>
            <a:fld id="{7FBC814B-FCB6-481A-9507-945532EDD817}" type="datetimeFigureOut">
              <a:rPr lang="en-IN" smtClean="0"/>
              <a:t>31-01-2025</a:t>
            </a:fld>
            <a:endParaRPr lang="en-IN"/>
          </a:p>
        </p:txBody>
      </p:sp>
      <p:sp>
        <p:nvSpPr>
          <p:cNvPr id="5" name="Footer Placeholder 4">
            <a:extLst>
              <a:ext uri="{FF2B5EF4-FFF2-40B4-BE49-F238E27FC236}">
                <a16:creationId xmlns:a16="http://schemas.microsoft.com/office/drawing/2014/main" id="{CB947C94-9E9F-9DA9-4E48-9AB07434C38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8EB8EE6-7A72-D2FA-87D5-4D0C1ED76E19}"/>
              </a:ext>
            </a:extLst>
          </p:cNvPr>
          <p:cNvSpPr>
            <a:spLocks noGrp="1"/>
          </p:cNvSpPr>
          <p:nvPr>
            <p:ph type="sldNum" sz="quarter" idx="12"/>
          </p:nvPr>
        </p:nvSpPr>
        <p:spPr/>
        <p:txBody>
          <a:bodyPr/>
          <a:lstStyle/>
          <a:p>
            <a:fld id="{B731260B-0FA4-4A61-82FA-4998BE86F601}" type="slidenum">
              <a:rPr lang="en-IN" smtClean="0"/>
              <a:t>‹#›</a:t>
            </a:fld>
            <a:endParaRPr lang="en-IN"/>
          </a:p>
        </p:txBody>
      </p:sp>
    </p:spTree>
    <p:extLst>
      <p:ext uri="{BB962C8B-B14F-4D97-AF65-F5344CB8AC3E}">
        <p14:creationId xmlns:p14="http://schemas.microsoft.com/office/powerpoint/2010/main" val="31953062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33C704-718E-7EAC-B243-9995065B0D0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E784AF8D-E66D-BDA7-8F1E-3229DFD4545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FC46BE9-F798-91E9-704E-D8539238423B}"/>
              </a:ext>
            </a:extLst>
          </p:cNvPr>
          <p:cNvSpPr>
            <a:spLocks noGrp="1"/>
          </p:cNvSpPr>
          <p:nvPr>
            <p:ph type="dt" sz="half" idx="10"/>
          </p:nvPr>
        </p:nvSpPr>
        <p:spPr/>
        <p:txBody>
          <a:bodyPr/>
          <a:lstStyle/>
          <a:p>
            <a:fld id="{7FBC814B-FCB6-481A-9507-945532EDD817}" type="datetimeFigureOut">
              <a:rPr lang="en-IN" smtClean="0"/>
              <a:t>31-01-2025</a:t>
            </a:fld>
            <a:endParaRPr lang="en-IN"/>
          </a:p>
        </p:txBody>
      </p:sp>
      <p:sp>
        <p:nvSpPr>
          <p:cNvPr id="5" name="Footer Placeholder 4">
            <a:extLst>
              <a:ext uri="{FF2B5EF4-FFF2-40B4-BE49-F238E27FC236}">
                <a16:creationId xmlns:a16="http://schemas.microsoft.com/office/drawing/2014/main" id="{6A7B5DDA-8BD0-0B90-3651-9F7BEBD2290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D5946C6-FD33-B25D-CFAC-0CD3C177809E}"/>
              </a:ext>
            </a:extLst>
          </p:cNvPr>
          <p:cNvSpPr>
            <a:spLocks noGrp="1"/>
          </p:cNvSpPr>
          <p:nvPr>
            <p:ph type="sldNum" sz="quarter" idx="12"/>
          </p:nvPr>
        </p:nvSpPr>
        <p:spPr/>
        <p:txBody>
          <a:bodyPr/>
          <a:lstStyle/>
          <a:p>
            <a:fld id="{B731260B-0FA4-4A61-82FA-4998BE86F601}" type="slidenum">
              <a:rPr lang="en-IN" smtClean="0"/>
              <a:t>‹#›</a:t>
            </a:fld>
            <a:endParaRPr lang="en-IN"/>
          </a:p>
        </p:txBody>
      </p:sp>
    </p:spTree>
    <p:extLst>
      <p:ext uri="{BB962C8B-B14F-4D97-AF65-F5344CB8AC3E}">
        <p14:creationId xmlns:p14="http://schemas.microsoft.com/office/powerpoint/2010/main" val="1082931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CB610A-F1DA-B690-27A1-346CFB043BB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3479C7E-F8A0-4313-3D91-8D99FD1FB11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BE19F718-B6CA-0019-5970-B26403F7AE4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18EFF980-5471-7AB3-2C31-EA1330F0DEDD}"/>
              </a:ext>
            </a:extLst>
          </p:cNvPr>
          <p:cNvSpPr>
            <a:spLocks noGrp="1"/>
          </p:cNvSpPr>
          <p:nvPr>
            <p:ph type="dt" sz="half" idx="10"/>
          </p:nvPr>
        </p:nvSpPr>
        <p:spPr/>
        <p:txBody>
          <a:bodyPr/>
          <a:lstStyle/>
          <a:p>
            <a:fld id="{7FBC814B-FCB6-481A-9507-945532EDD817}" type="datetimeFigureOut">
              <a:rPr lang="en-IN" smtClean="0"/>
              <a:t>31-01-2025</a:t>
            </a:fld>
            <a:endParaRPr lang="en-IN"/>
          </a:p>
        </p:txBody>
      </p:sp>
      <p:sp>
        <p:nvSpPr>
          <p:cNvPr id="6" name="Footer Placeholder 5">
            <a:extLst>
              <a:ext uri="{FF2B5EF4-FFF2-40B4-BE49-F238E27FC236}">
                <a16:creationId xmlns:a16="http://schemas.microsoft.com/office/drawing/2014/main" id="{2D039356-A93D-905A-9216-3403C1F3ABE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BC1280D-EB05-9523-3946-C437E17A1317}"/>
              </a:ext>
            </a:extLst>
          </p:cNvPr>
          <p:cNvSpPr>
            <a:spLocks noGrp="1"/>
          </p:cNvSpPr>
          <p:nvPr>
            <p:ph type="sldNum" sz="quarter" idx="12"/>
          </p:nvPr>
        </p:nvSpPr>
        <p:spPr/>
        <p:txBody>
          <a:bodyPr/>
          <a:lstStyle/>
          <a:p>
            <a:fld id="{B731260B-0FA4-4A61-82FA-4998BE86F601}" type="slidenum">
              <a:rPr lang="en-IN" smtClean="0"/>
              <a:t>‹#›</a:t>
            </a:fld>
            <a:endParaRPr lang="en-IN"/>
          </a:p>
        </p:txBody>
      </p:sp>
    </p:spTree>
    <p:extLst>
      <p:ext uri="{BB962C8B-B14F-4D97-AF65-F5344CB8AC3E}">
        <p14:creationId xmlns:p14="http://schemas.microsoft.com/office/powerpoint/2010/main" val="33584344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6B665A-6718-EE3B-DC1A-F58912AFF899}"/>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061E02B-D506-73E6-2EE0-E15CB923CDE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46EE1B0-FD0D-F915-664B-2E330870FA0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0BF273F2-A181-E493-6D7F-8A00D2C435B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B80FF3A-26CF-BD71-3A08-589EC1E2836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F153E488-0811-5573-58C2-3E68219FBC83}"/>
              </a:ext>
            </a:extLst>
          </p:cNvPr>
          <p:cNvSpPr>
            <a:spLocks noGrp="1"/>
          </p:cNvSpPr>
          <p:nvPr>
            <p:ph type="dt" sz="half" idx="10"/>
          </p:nvPr>
        </p:nvSpPr>
        <p:spPr/>
        <p:txBody>
          <a:bodyPr/>
          <a:lstStyle/>
          <a:p>
            <a:fld id="{7FBC814B-FCB6-481A-9507-945532EDD817}" type="datetimeFigureOut">
              <a:rPr lang="en-IN" smtClean="0"/>
              <a:t>31-01-2025</a:t>
            </a:fld>
            <a:endParaRPr lang="en-IN"/>
          </a:p>
        </p:txBody>
      </p:sp>
      <p:sp>
        <p:nvSpPr>
          <p:cNvPr id="8" name="Footer Placeholder 7">
            <a:extLst>
              <a:ext uri="{FF2B5EF4-FFF2-40B4-BE49-F238E27FC236}">
                <a16:creationId xmlns:a16="http://schemas.microsoft.com/office/drawing/2014/main" id="{E2C81056-AA1C-8639-5DD0-583200432686}"/>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D785D375-A279-918D-21C3-61C7C881082E}"/>
              </a:ext>
            </a:extLst>
          </p:cNvPr>
          <p:cNvSpPr>
            <a:spLocks noGrp="1"/>
          </p:cNvSpPr>
          <p:nvPr>
            <p:ph type="sldNum" sz="quarter" idx="12"/>
          </p:nvPr>
        </p:nvSpPr>
        <p:spPr/>
        <p:txBody>
          <a:bodyPr/>
          <a:lstStyle/>
          <a:p>
            <a:fld id="{B731260B-0FA4-4A61-82FA-4998BE86F601}" type="slidenum">
              <a:rPr lang="en-IN" smtClean="0"/>
              <a:t>‹#›</a:t>
            </a:fld>
            <a:endParaRPr lang="en-IN"/>
          </a:p>
        </p:txBody>
      </p:sp>
    </p:spTree>
    <p:extLst>
      <p:ext uri="{BB962C8B-B14F-4D97-AF65-F5344CB8AC3E}">
        <p14:creationId xmlns:p14="http://schemas.microsoft.com/office/powerpoint/2010/main" val="12447877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5CE616-7C84-54BA-08C3-2F446675C413}"/>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6B3E7EF2-A816-4858-B6ED-6E7D1FCC9E48}"/>
              </a:ext>
            </a:extLst>
          </p:cNvPr>
          <p:cNvSpPr>
            <a:spLocks noGrp="1"/>
          </p:cNvSpPr>
          <p:nvPr>
            <p:ph type="dt" sz="half" idx="10"/>
          </p:nvPr>
        </p:nvSpPr>
        <p:spPr/>
        <p:txBody>
          <a:bodyPr/>
          <a:lstStyle/>
          <a:p>
            <a:fld id="{7FBC814B-FCB6-481A-9507-945532EDD817}" type="datetimeFigureOut">
              <a:rPr lang="en-IN" smtClean="0"/>
              <a:t>31-01-2025</a:t>
            </a:fld>
            <a:endParaRPr lang="en-IN"/>
          </a:p>
        </p:txBody>
      </p:sp>
      <p:sp>
        <p:nvSpPr>
          <p:cNvPr id="4" name="Footer Placeholder 3">
            <a:extLst>
              <a:ext uri="{FF2B5EF4-FFF2-40B4-BE49-F238E27FC236}">
                <a16:creationId xmlns:a16="http://schemas.microsoft.com/office/drawing/2014/main" id="{E6E1F748-9A18-8C69-39A4-C9AFAC0DE1AF}"/>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91E3524E-9E1A-37FD-D8A1-72C74D56827E}"/>
              </a:ext>
            </a:extLst>
          </p:cNvPr>
          <p:cNvSpPr>
            <a:spLocks noGrp="1"/>
          </p:cNvSpPr>
          <p:nvPr>
            <p:ph type="sldNum" sz="quarter" idx="12"/>
          </p:nvPr>
        </p:nvSpPr>
        <p:spPr/>
        <p:txBody>
          <a:bodyPr/>
          <a:lstStyle/>
          <a:p>
            <a:fld id="{B731260B-0FA4-4A61-82FA-4998BE86F601}" type="slidenum">
              <a:rPr lang="en-IN" smtClean="0"/>
              <a:t>‹#›</a:t>
            </a:fld>
            <a:endParaRPr lang="en-IN"/>
          </a:p>
        </p:txBody>
      </p:sp>
    </p:spTree>
    <p:extLst>
      <p:ext uri="{BB962C8B-B14F-4D97-AF65-F5344CB8AC3E}">
        <p14:creationId xmlns:p14="http://schemas.microsoft.com/office/powerpoint/2010/main" val="1945592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361EE3C-BCED-41D9-C46D-3E739C8FAFA2}"/>
              </a:ext>
            </a:extLst>
          </p:cNvPr>
          <p:cNvSpPr>
            <a:spLocks noGrp="1"/>
          </p:cNvSpPr>
          <p:nvPr>
            <p:ph type="dt" sz="half" idx="10"/>
          </p:nvPr>
        </p:nvSpPr>
        <p:spPr/>
        <p:txBody>
          <a:bodyPr/>
          <a:lstStyle/>
          <a:p>
            <a:fld id="{7FBC814B-FCB6-481A-9507-945532EDD817}" type="datetimeFigureOut">
              <a:rPr lang="en-IN" smtClean="0"/>
              <a:t>31-01-2025</a:t>
            </a:fld>
            <a:endParaRPr lang="en-IN"/>
          </a:p>
        </p:txBody>
      </p:sp>
      <p:sp>
        <p:nvSpPr>
          <p:cNvPr id="3" name="Footer Placeholder 2">
            <a:extLst>
              <a:ext uri="{FF2B5EF4-FFF2-40B4-BE49-F238E27FC236}">
                <a16:creationId xmlns:a16="http://schemas.microsoft.com/office/drawing/2014/main" id="{EA982CC6-1127-3725-C04F-CCA7FBAEE6C3}"/>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33EFF2EF-87B6-BBE3-752C-0D6B279F223B}"/>
              </a:ext>
            </a:extLst>
          </p:cNvPr>
          <p:cNvSpPr>
            <a:spLocks noGrp="1"/>
          </p:cNvSpPr>
          <p:nvPr>
            <p:ph type="sldNum" sz="quarter" idx="12"/>
          </p:nvPr>
        </p:nvSpPr>
        <p:spPr/>
        <p:txBody>
          <a:bodyPr/>
          <a:lstStyle/>
          <a:p>
            <a:fld id="{B731260B-0FA4-4A61-82FA-4998BE86F601}" type="slidenum">
              <a:rPr lang="en-IN" smtClean="0"/>
              <a:t>‹#›</a:t>
            </a:fld>
            <a:endParaRPr lang="en-IN"/>
          </a:p>
        </p:txBody>
      </p:sp>
    </p:spTree>
    <p:extLst>
      <p:ext uri="{BB962C8B-B14F-4D97-AF65-F5344CB8AC3E}">
        <p14:creationId xmlns:p14="http://schemas.microsoft.com/office/powerpoint/2010/main" val="1155650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CADC44-CF51-F526-BCA9-66D8F31AD29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D1A0BBA9-4E2D-27C6-B284-8F19F87C263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A507D807-68B9-02A3-1604-79FC34AE75E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473AC81-1F15-262F-23C2-A2CF440A8D37}"/>
              </a:ext>
            </a:extLst>
          </p:cNvPr>
          <p:cNvSpPr>
            <a:spLocks noGrp="1"/>
          </p:cNvSpPr>
          <p:nvPr>
            <p:ph type="dt" sz="half" idx="10"/>
          </p:nvPr>
        </p:nvSpPr>
        <p:spPr/>
        <p:txBody>
          <a:bodyPr/>
          <a:lstStyle/>
          <a:p>
            <a:fld id="{7FBC814B-FCB6-481A-9507-945532EDD817}" type="datetimeFigureOut">
              <a:rPr lang="en-IN" smtClean="0"/>
              <a:t>31-01-2025</a:t>
            </a:fld>
            <a:endParaRPr lang="en-IN"/>
          </a:p>
        </p:txBody>
      </p:sp>
      <p:sp>
        <p:nvSpPr>
          <p:cNvPr id="6" name="Footer Placeholder 5">
            <a:extLst>
              <a:ext uri="{FF2B5EF4-FFF2-40B4-BE49-F238E27FC236}">
                <a16:creationId xmlns:a16="http://schemas.microsoft.com/office/drawing/2014/main" id="{D1D8FCAC-5F4B-ED65-7A34-64FC01119F6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2A99A30-79AE-1C92-E071-0B814A4E48A0}"/>
              </a:ext>
            </a:extLst>
          </p:cNvPr>
          <p:cNvSpPr>
            <a:spLocks noGrp="1"/>
          </p:cNvSpPr>
          <p:nvPr>
            <p:ph type="sldNum" sz="quarter" idx="12"/>
          </p:nvPr>
        </p:nvSpPr>
        <p:spPr/>
        <p:txBody>
          <a:bodyPr/>
          <a:lstStyle/>
          <a:p>
            <a:fld id="{B731260B-0FA4-4A61-82FA-4998BE86F601}" type="slidenum">
              <a:rPr lang="en-IN" smtClean="0"/>
              <a:t>‹#›</a:t>
            </a:fld>
            <a:endParaRPr lang="en-IN"/>
          </a:p>
        </p:txBody>
      </p:sp>
    </p:spTree>
    <p:extLst>
      <p:ext uri="{BB962C8B-B14F-4D97-AF65-F5344CB8AC3E}">
        <p14:creationId xmlns:p14="http://schemas.microsoft.com/office/powerpoint/2010/main" val="37407678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88B7D6-676F-E2F4-7108-6D714925BC4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10CBCAF6-3058-0662-666B-148CC9F8C3A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AF632268-3012-5F20-865A-A31C7AB3910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3E18236-C1D6-7EEE-04FE-F0A4A3108CE0}"/>
              </a:ext>
            </a:extLst>
          </p:cNvPr>
          <p:cNvSpPr>
            <a:spLocks noGrp="1"/>
          </p:cNvSpPr>
          <p:nvPr>
            <p:ph type="dt" sz="half" idx="10"/>
          </p:nvPr>
        </p:nvSpPr>
        <p:spPr/>
        <p:txBody>
          <a:bodyPr/>
          <a:lstStyle/>
          <a:p>
            <a:fld id="{7FBC814B-FCB6-481A-9507-945532EDD817}" type="datetimeFigureOut">
              <a:rPr lang="en-IN" smtClean="0"/>
              <a:t>31-01-2025</a:t>
            </a:fld>
            <a:endParaRPr lang="en-IN"/>
          </a:p>
        </p:txBody>
      </p:sp>
      <p:sp>
        <p:nvSpPr>
          <p:cNvPr id="6" name="Footer Placeholder 5">
            <a:extLst>
              <a:ext uri="{FF2B5EF4-FFF2-40B4-BE49-F238E27FC236}">
                <a16:creationId xmlns:a16="http://schemas.microsoft.com/office/drawing/2014/main" id="{053152BB-0D89-8CE4-AC10-75638B5C93B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A2DF467-5C3A-60BD-38A3-329DCB9AEEB6}"/>
              </a:ext>
            </a:extLst>
          </p:cNvPr>
          <p:cNvSpPr>
            <a:spLocks noGrp="1"/>
          </p:cNvSpPr>
          <p:nvPr>
            <p:ph type="sldNum" sz="quarter" idx="12"/>
          </p:nvPr>
        </p:nvSpPr>
        <p:spPr/>
        <p:txBody>
          <a:bodyPr/>
          <a:lstStyle/>
          <a:p>
            <a:fld id="{B731260B-0FA4-4A61-82FA-4998BE86F601}" type="slidenum">
              <a:rPr lang="en-IN" smtClean="0"/>
              <a:t>‹#›</a:t>
            </a:fld>
            <a:endParaRPr lang="en-IN"/>
          </a:p>
        </p:txBody>
      </p:sp>
    </p:spTree>
    <p:extLst>
      <p:ext uri="{BB962C8B-B14F-4D97-AF65-F5344CB8AC3E}">
        <p14:creationId xmlns:p14="http://schemas.microsoft.com/office/powerpoint/2010/main" val="32171871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01FBD5-2A2F-50AA-6534-3DC39C1CC7C1}"/>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D1768E0-837D-1FC9-67B8-883CCA64EB8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9365D21-9B58-0076-3116-0EB85D817532}"/>
              </a:ext>
            </a:extLst>
          </p:cNvPr>
          <p:cNvSpPr>
            <a:spLocks noGrp="1"/>
          </p:cNvSpPr>
          <p:nvPr>
            <p:ph type="dt" sz="half" idx="10"/>
          </p:nvPr>
        </p:nvSpPr>
        <p:spPr/>
        <p:txBody>
          <a:bodyPr/>
          <a:lstStyle/>
          <a:p>
            <a:fld id="{7FBC814B-FCB6-481A-9507-945532EDD817}" type="datetimeFigureOut">
              <a:rPr lang="en-IN" smtClean="0"/>
              <a:t>31-01-2025</a:t>
            </a:fld>
            <a:endParaRPr lang="en-IN"/>
          </a:p>
        </p:txBody>
      </p:sp>
      <p:sp>
        <p:nvSpPr>
          <p:cNvPr id="5" name="Footer Placeholder 4">
            <a:extLst>
              <a:ext uri="{FF2B5EF4-FFF2-40B4-BE49-F238E27FC236}">
                <a16:creationId xmlns:a16="http://schemas.microsoft.com/office/drawing/2014/main" id="{B1D43A61-2622-3975-62F7-1F1A9DE0985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B0C7C26-68D1-0FF2-9F98-CC3B027A7BBB}"/>
              </a:ext>
            </a:extLst>
          </p:cNvPr>
          <p:cNvSpPr>
            <a:spLocks noGrp="1"/>
          </p:cNvSpPr>
          <p:nvPr>
            <p:ph type="sldNum" sz="quarter" idx="12"/>
          </p:nvPr>
        </p:nvSpPr>
        <p:spPr/>
        <p:txBody>
          <a:bodyPr/>
          <a:lstStyle/>
          <a:p>
            <a:fld id="{B731260B-0FA4-4A61-82FA-4998BE86F601}" type="slidenum">
              <a:rPr lang="en-IN" smtClean="0"/>
              <a:t>‹#›</a:t>
            </a:fld>
            <a:endParaRPr lang="en-IN"/>
          </a:p>
        </p:txBody>
      </p:sp>
    </p:spTree>
    <p:extLst>
      <p:ext uri="{BB962C8B-B14F-4D97-AF65-F5344CB8AC3E}">
        <p14:creationId xmlns:p14="http://schemas.microsoft.com/office/powerpoint/2010/main" val="27516717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C85C25B-E7DC-D202-08CD-EF8335E9141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BA136AF-DDE2-0F1C-F15D-D83CEE78C82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4347921-C795-7E58-6D04-EE03B2517A17}"/>
              </a:ext>
            </a:extLst>
          </p:cNvPr>
          <p:cNvSpPr>
            <a:spLocks noGrp="1"/>
          </p:cNvSpPr>
          <p:nvPr>
            <p:ph type="dt" sz="half" idx="10"/>
          </p:nvPr>
        </p:nvSpPr>
        <p:spPr/>
        <p:txBody>
          <a:bodyPr/>
          <a:lstStyle/>
          <a:p>
            <a:fld id="{7FBC814B-FCB6-481A-9507-945532EDD817}" type="datetimeFigureOut">
              <a:rPr lang="en-IN" smtClean="0"/>
              <a:t>31-01-2025</a:t>
            </a:fld>
            <a:endParaRPr lang="en-IN"/>
          </a:p>
        </p:txBody>
      </p:sp>
      <p:sp>
        <p:nvSpPr>
          <p:cNvPr id="5" name="Footer Placeholder 4">
            <a:extLst>
              <a:ext uri="{FF2B5EF4-FFF2-40B4-BE49-F238E27FC236}">
                <a16:creationId xmlns:a16="http://schemas.microsoft.com/office/drawing/2014/main" id="{51C95D22-31A3-E4D0-9650-A1F539331D0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0F0D1A7-699B-FED5-2AE6-9EF575E910D0}"/>
              </a:ext>
            </a:extLst>
          </p:cNvPr>
          <p:cNvSpPr>
            <a:spLocks noGrp="1"/>
          </p:cNvSpPr>
          <p:nvPr>
            <p:ph type="sldNum" sz="quarter" idx="12"/>
          </p:nvPr>
        </p:nvSpPr>
        <p:spPr/>
        <p:txBody>
          <a:bodyPr/>
          <a:lstStyle/>
          <a:p>
            <a:fld id="{B731260B-0FA4-4A61-82FA-4998BE86F601}" type="slidenum">
              <a:rPr lang="en-IN" smtClean="0"/>
              <a:t>‹#›</a:t>
            </a:fld>
            <a:endParaRPr lang="en-IN"/>
          </a:p>
        </p:txBody>
      </p:sp>
    </p:spTree>
    <p:extLst>
      <p:ext uri="{BB962C8B-B14F-4D97-AF65-F5344CB8AC3E}">
        <p14:creationId xmlns:p14="http://schemas.microsoft.com/office/powerpoint/2010/main" val="20646023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1C2A677-2434-F6F1-D800-1D05AD9E5A3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7002588-F9D5-C1CE-0B85-78DB4FB1988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A4762E8-7F5D-24E5-7F4F-9CB9C9D970C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FBC814B-FCB6-481A-9507-945532EDD817}" type="datetimeFigureOut">
              <a:rPr lang="en-IN" smtClean="0"/>
              <a:t>31-01-2025</a:t>
            </a:fld>
            <a:endParaRPr lang="en-IN"/>
          </a:p>
        </p:txBody>
      </p:sp>
      <p:sp>
        <p:nvSpPr>
          <p:cNvPr id="5" name="Footer Placeholder 4">
            <a:extLst>
              <a:ext uri="{FF2B5EF4-FFF2-40B4-BE49-F238E27FC236}">
                <a16:creationId xmlns:a16="http://schemas.microsoft.com/office/drawing/2014/main" id="{FD522314-BE9B-E003-0587-5EECD1E2AD7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E498B61B-22CA-C7E6-1179-C285561796E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31260B-0FA4-4A61-82FA-4998BE86F601}" type="slidenum">
              <a:rPr lang="en-IN" smtClean="0"/>
              <a:t>‹#›</a:t>
            </a:fld>
            <a:endParaRPr lang="en-IN"/>
          </a:p>
        </p:txBody>
      </p:sp>
    </p:spTree>
    <p:extLst>
      <p:ext uri="{BB962C8B-B14F-4D97-AF65-F5344CB8AC3E}">
        <p14:creationId xmlns:p14="http://schemas.microsoft.com/office/powerpoint/2010/main" val="38950853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jp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jp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g"/><Relationship Id="rId1" Type="http://schemas.openxmlformats.org/officeDocument/2006/relationships/slideLayout" Target="../slideLayouts/slideLayout7.xml"/><Relationship Id="rId4" Type="http://schemas.openxmlformats.org/officeDocument/2006/relationships/image" Target="../media/image6.jpg"/></Relationships>
</file>

<file path=ppt/slides/_rels/slide4.xml.rels><?xml version="1.0" encoding="UTF-8" standalone="yes"?>
<Relationships xmlns="http://schemas.openxmlformats.org/package/2006/relationships"><Relationship Id="rId3" Type="http://schemas.openxmlformats.org/officeDocument/2006/relationships/image" Target="../media/image4.jpg"/><Relationship Id="rId7" Type="http://schemas.openxmlformats.org/officeDocument/2006/relationships/image" Target="../media/image10.jp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9.jpg"/><Relationship Id="rId5" Type="http://schemas.openxmlformats.org/officeDocument/2006/relationships/image" Target="../media/image8.jpg"/><Relationship Id="rId4" Type="http://schemas.openxmlformats.org/officeDocument/2006/relationships/image" Target="../media/image7.jpg"/></Relationships>
</file>

<file path=ppt/slides/_rels/slide5.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jpeg"/><Relationship Id="rId4" Type="http://schemas.openxmlformats.org/officeDocument/2006/relationships/image" Target="../media/image11.jpg"/></Relationships>
</file>

<file path=ppt/slides/_rels/slide6.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18.jpg"/><Relationship Id="rId4" Type="http://schemas.openxmlformats.org/officeDocument/2006/relationships/image" Target="../media/image17.jpg"/></Relationships>
</file>

<file path=ppt/slides/_rels/slide8.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20.jpg"/><Relationship Id="rId4" Type="http://schemas.openxmlformats.org/officeDocument/2006/relationships/image" Target="../media/image19.jpeg"/></Relationships>
</file>

<file path=ppt/slides/_rels/slide9.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23.jpg"/><Relationship Id="rId5" Type="http://schemas.openxmlformats.org/officeDocument/2006/relationships/image" Target="../media/image22.jpg"/><Relationship Id="rId4" Type="http://schemas.openxmlformats.org/officeDocument/2006/relationships/image" Target="../media/image21.jpg"/></Relationships>
</file>

<file path=ppt/slides/_rels/slide10.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24.jpg"/></Relationships>
</file>

<file path=ppt/slides/_rels/slide11.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chart" Target="../charts/chart2.xml"/><Relationship Id="rId4" Type="http://schemas.openxmlformats.org/officeDocument/2006/relationships/chart" Target="../charts/chart1.xml"/></Relationships>
</file>

<file path=ppt/slides/_rels/slide12.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4.jpg"/></Relationships>
</file>

<file path=ppt/slides/_rels/slide15.xml.rels><?xml version="1.0" encoding="UTF-8" standalone="yes"?>
<Relationships xmlns="http://schemas.openxmlformats.org/package/2006/relationships"><Relationship Id="rId8" Type="http://schemas.openxmlformats.org/officeDocument/2006/relationships/image" Target="../media/image29.emf"/><Relationship Id="rId3" Type="http://schemas.openxmlformats.org/officeDocument/2006/relationships/image" Target="../media/image4.jpg"/><Relationship Id="rId7" Type="http://schemas.openxmlformats.org/officeDocument/2006/relationships/image" Target="../media/image28.emf"/><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27.jpeg"/><Relationship Id="rId5" Type="http://schemas.openxmlformats.org/officeDocument/2006/relationships/image" Target="../media/image26.emf"/><Relationship Id="rId10" Type="http://schemas.openxmlformats.org/officeDocument/2006/relationships/image" Target="../media/image31.jpeg"/><Relationship Id="rId4" Type="http://schemas.openxmlformats.org/officeDocument/2006/relationships/image" Target="../media/image25.emf"/><Relationship Id="rId9" Type="http://schemas.openxmlformats.org/officeDocument/2006/relationships/image" Target="../media/image30.emf"/></Relationships>
</file>

<file path=ppt/slides/_rels/slide16.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0"/>
            <a:ext cx="9144000" cy="1447800"/>
          </a:xfrm>
        </p:spPr>
        <p:txBody>
          <a:bodyPr>
            <a:normAutofit fontScale="90000"/>
          </a:bodyPr>
          <a:lstStyle/>
          <a:p>
            <a:r>
              <a:rPr lang="en-US" sz="2400" b="1" dirty="0">
                <a:solidFill>
                  <a:srgbClr val="7030A0"/>
                </a:solidFill>
                <a:latin typeface="Times New Roman" pitchFamily="18" charset="0"/>
                <a:cs typeface="Times New Roman" pitchFamily="18" charset="0"/>
              </a:rPr>
              <a:t> </a:t>
            </a:r>
            <a:r>
              <a:rPr lang="en-US" sz="2000" b="1" dirty="0">
                <a:solidFill>
                  <a:srgbClr val="FF0000"/>
                </a:solidFill>
                <a:latin typeface="Times New Roman" pitchFamily="18" charset="0"/>
                <a:cs typeface="Times New Roman" pitchFamily="18" charset="0"/>
              </a:rPr>
              <a:t>K</a:t>
            </a:r>
            <a:r>
              <a:rPr lang="en-US" sz="2000" b="1" dirty="0">
                <a:latin typeface="Times New Roman" pitchFamily="18" charset="0"/>
                <a:cs typeface="Times New Roman" pitchFamily="18" charset="0"/>
              </a:rPr>
              <a:t>ARTING</a:t>
            </a:r>
            <a:r>
              <a:rPr lang="en-US" sz="2000" b="1" dirty="0">
                <a:solidFill>
                  <a:srgbClr val="7030A0"/>
                </a:solidFill>
                <a:latin typeface="Times New Roman" pitchFamily="18" charset="0"/>
                <a:cs typeface="Times New Roman" pitchFamily="18" charset="0"/>
              </a:rPr>
              <a:t> </a:t>
            </a:r>
            <a:r>
              <a:rPr lang="en-US" sz="2000" b="1" dirty="0">
                <a:solidFill>
                  <a:srgbClr val="FF0000"/>
                </a:solidFill>
                <a:latin typeface="Times New Roman" pitchFamily="18" charset="0"/>
                <a:cs typeface="Times New Roman" pitchFamily="18" charset="0"/>
              </a:rPr>
              <a:t>E</a:t>
            </a:r>
            <a:r>
              <a:rPr lang="en-US" sz="2000" b="1" dirty="0">
                <a:latin typeface="Times New Roman" pitchFamily="18" charset="0"/>
                <a:cs typeface="Times New Roman" pitchFamily="18" charset="0"/>
              </a:rPr>
              <a:t>NDURANCE</a:t>
            </a:r>
            <a:r>
              <a:rPr lang="en-US" sz="2000" b="1" dirty="0">
                <a:solidFill>
                  <a:srgbClr val="7030A0"/>
                </a:solidFill>
                <a:latin typeface="Times New Roman" pitchFamily="18" charset="0"/>
                <a:cs typeface="Times New Roman" pitchFamily="18" charset="0"/>
              </a:rPr>
              <a:t> </a:t>
            </a:r>
            <a:r>
              <a:rPr lang="en-US" sz="2000" b="1" dirty="0">
                <a:latin typeface="Times New Roman" pitchFamily="18" charset="0"/>
                <a:cs typeface="Times New Roman" pitchFamily="18" charset="0"/>
              </a:rPr>
              <a:t>CHAMPIONSHIP</a:t>
            </a:r>
            <a:br>
              <a:rPr lang="en-US" sz="2800" b="1" dirty="0">
                <a:solidFill>
                  <a:srgbClr val="7030A0"/>
                </a:solidFill>
              </a:rPr>
            </a:br>
            <a:r>
              <a:rPr lang="en-US" sz="1200" b="1" dirty="0">
                <a:latin typeface="Times New Roman" pitchFamily="18" charset="0"/>
                <a:cs typeface="Times New Roman" pitchFamily="18" charset="0"/>
              </a:rPr>
              <a:t>Organized by </a:t>
            </a:r>
            <a:br>
              <a:rPr lang="en-US" sz="2800" b="1" dirty="0">
                <a:solidFill>
                  <a:srgbClr val="7030A0"/>
                </a:solidFill>
              </a:rPr>
            </a:br>
            <a:r>
              <a:rPr lang="en-US" sz="1800" b="1" dirty="0">
                <a:solidFill>
                  <a:srgbClr val="FF0000"/>
                </a:solidFill>
                <a:latin typeface="Times New Roman" pitchFamily="18" charset="0"/>
                <a:cs typeface="Times New Roman" pitchFamily="18" charset="0"/>
              </a:rPr>
              <a:t>A</a:t>
            </a:r>
            <a:r>
              <a:rPr lang="en-US" sz="1800" b="1" dirty="0">
                <a:latin typeface="Times New Roman" pitchFamily="18" charset="0"/>
                <a:cs typeface="Times New Roman" pitchFamily="18" charset="0"/>
              </a:rPr>
              <a:t>CADEMY</a:t>
            </a:r>
            <a:r>
              <a:rPr lang="en-US" sz="1800" b="1" dirty="0">
                <a:solidFill>
                  <a:srgbClr val="7030A0"/>
                </a:solidFill>
                <a:latin typeface="Times New Roman" pitchFamily="18" charset="0"/>
                <a:cs typeface="Times New Roman" pitchFamily="18" charset="0"/>
              </a:rPr>
              <a:t>  </a:t>
            </a:r>
            <a:r>
              <a:rPr lang="en-US" sz="1800" b="1" dirty="0">
                <a:latin typeface="Times New Roman" pitchFamily="18" charset="0"/>
                <a:cs typeface="Times New Roman" pitchFamily="18" charset="0"/>
              </a:rPr>
              <a:t>OF </a:t>
            </a:r>
            <a:r>
              <a:rPr lang="en-US" sz="1800" b="1" dirty="0">
                <a:solidFill>
                  <a:srgbClr val="7030A0"/>
                </a:solidFill>
                <a:latin typeface="Times New Roman" pitchFamily="18" charset="0"/>
                <a:cs typeface="Times New Roman" pitchFamily="18" charset="0"/>
              </a:rPr>
              <a:t> </a:t>
            </a:r>
            <a:r>
              <a:rPr lang="en-US" sz="1800" b="1" dirty="0">
                <a:solidFill>
                  <a:srgbClr val="FF0000"/>
                </a:solidFill>
                <a:latin typeface="Times New Roman" pitchFamily="18" charset="0"/>
                <a:cs typeface="Times New Roman" pitchFamily="18" charset="0"/>
              </a:rPr>
              <a:t>I</a:t>
            </a:r>
            <a:r>
              <a:rPr lang="en-US" sz="1800" b="1" dirty="0">
                <a:latin typeface="Times New Roman" pitchFamily="18" charset="0"/>
                <a:cs typeface="Times New Roman" pitchFamily="18" charset="0"/>
              </a:rPr>
              <a:t>NDIGENOUS</a:t>
            </a:r>
            <a:r>
              <a:rPr lang="en-US" sz="1800" b="1" dirty="0">
                <a:solidFill>
                  <a:srgbClr val="7030A0"/>
                </a:solidFill>
                <a:latin typeface="Times New Roman" pitchFamily="18" charset="0"/>
                <a:cs typeface="Times New Roman" pitchFamily="18" charset="0"/>
              </a:rPr>
              <a:t>  </a:t>
            </a:r>
            <a:r>
              <a:rPr lang="en-US" sz="1800" b="1" dirty="0">
                <a:solidFill>
                  <a:srgbClr val="FF0000"/>
                </a:solidFill>
                <a:latin typeface="Times New Roman" pitchFamily="18" charset="0"/>
                <a:cs typeface="Times New Roman" pitchFamily="18" charset="0"/>
              </a:rPr>
              <a:t>M</a:t>
            </a:r>
            <a:r>
              <a:rPr lang="en-US" sz="1800" b="1" dirty="0">
                <a:latin typeface="Times New Roman" pitchFamily="18" charset="0"/>
                <a:cs typeface="Times New Roman" pitchFamily="18" charset="0"/>
              </a:rPr>
              <a:t>OTOR</a:t>
            </a:r>
            <a:r>
              <a:rPr lang="en-US" sz="1800" b="1" dirty="0">
                <a:solidFill>
                  <a:srgbClr val="7030A0"/>
                </a:solidFill>
                <a:latin typeface="Times New Roman" pitchFamily="18" charset="0"/>
                <a:cs typeface="Times New Roman" pitchFamily="18" charset="0"/>
              </a:rPr>
              <a:t>  </a:t>
            </a:r>
            <a:r>
              <a:rPr lang="en-US" sz="1800" b="1" dirty="0">
                <a:solidFill>
                  <a:srgbClr val="FF0000"/>
                </a:solidFill>
                <a:latin typeface="Times New Roman" pitchFamily="18" charset="0"/>
                <a:cs typeface="Times New Roman" pitchFamily="18" charset="0"/>
              </a:rPr>
              <a:t>S</a:t>
            </a:r>
            <a:r>
              <a:rPr lang="en-US" sz="1800" b="1" dirty="0">
                <a:latin typeface="Times New Roman" pitchFamily="18" charset="0"/>
                <a:cs typeface="Times New Roman" pitchFamily="18" charset="0"/>
              </a:rPr>
              <a:t>PORTS</a:t>
            </a:r>
            <a:br>
              <a:rPr lang="en-US" sz="1800" b="1" dirty="0">
                <a:latin typeface="Times New Roman" pitchFamily="18" charset="0"/>
                <a:cs typeface="Times New Roman" pitchFamily="18" charset="0"/>
              </a:rPr>
            </a:br>
            <a:r>
              <a:rPr lang="en-US" sz="1800" b="1" dirty="0">
                <a:latin typeface="Times New Roman" pitchFamily="18" charset="0"/>
                <a:cs typeface="Times New Roman" pitchFamily="18" charset="0"/>
              </a:rPr>
              <a:t>Powered By</a:t>
            </a:r>
            <a:br>
              <a:rPr lang="en-US" sz="1800" b="1" dirty="0">
                <a:solidFill>
                  <a:srgbClr val="7030A0"/>
                </a:solidFill>
                <a:latin typeface="Times New Roman" pitchFamily="18" charset="0"/>
                <a:cs typeface="Times New Roman" pitchFamily="18" charset="0"/>
              </a:rPr>
            </a:br>
            <a:r>
              <a:rPr lang="en-US" sz="1800" b="1" dirty="0">
                <a:latin typeface="Times New Roman" pitchFamily="18" charset="0"/>
                <a:cs typeface="Times New Roman" pitchFamily="18" charset="0"/>
              </a:rPr>
              <a:t>(</a:t>
            </a:r>
            <a:r>
              <a:rPr lang="en-US" sz="1300" b="1" dirty="0">
                <a:latin typeface="Times New Roman" pitchFamily="18" charset="0"/>
                <a:cs typeface="Times New Roman" pitchFamily="18" charset="0"/>
              </a:rPr>
              <a:t>ACADEMY OF INDIGENOUS MOTOR SPORTS,EDUCATIONAL &amp; SOCIAL WELFARE TRUST)</a:t>
            </a:r>
            <a:br>
              <a:rPr lang="en-US" sz="1300" b="1" dirty="0">
                <a:latin typeface="Times New Roman" pitchFamily="18" charset="0"/>
                <a:cs typeface="Times New Roman" pitchFamily="18" charset="0"/>
              </a:rPr>
            </a:br>
            <a:r>
              <a:rPr lang="en-US" sz="1300" b="1" dirty="0">
                <a:solidFill>
                  <a:schemeClr val="tx1">
                    <a:lumMod val="85000"/>
                    <a:lumOff val="15000"/>
                  </a:schemeClr>
                </a:solidFill>
                <a:latin typeface="Times New Roman" pitchFamily="18" charset="0"/>
                <a:cs typeface="Times New Roman" pitchFamily="18" charset="0"/>
              </a:rPr>
              <a:t>(Registered  Trust)</a:t>
            </a:r>
            <a:endParaRPr lang="en-US" sz="1300" b="1" dirty="0">
              <a:solidFill>
                <a:schemeClr val="tx1">
                  <a:lumMod val="85000"/>
                  <a:lumOff val="15000"/>
                </a:schemeClr>
              </a:solidFill>
            </a:endParaRPr>
          </a:p>
        </p:txBody>
      </p:sp>
      <p:sp>
        <p:nvSpPr>
          <p:cNvPr id="10" name="Footer Placeholder 9"/>
          <p:cNvSpPr>
            <a:spLocks noGrp="1"/>
          </p:cNvSpPr>
          <p:nvPr>
            <p:ph type="ftr" sz="quarter" idx="11"/>
          </p:nvPr>
        </p:nvSpPr>
        <p:spPr>
          <a:xfrm>
            <a:off x="235975" y="6326854"/>
            <a:ext cx="11366090" cy="501650"/>
          </a:xfrm>
        </p:spPr>
        <p:txBody>
          <a:bodyPr/>
          <a:lstStyle/>
          <a:p>
            <a:pPr algn="l"/>
            <a:r>
              <a:rPr lang="en-US" sz="1600" b="1" dirty="0">
                <a:solidFill>
                  <a:srgbClr val="002060"/>
                </a:solidFill>
                <a:latin typeface="Times New Roman" pitchFamily="18" charset="0"/>
                <a:cs typeface="Times New Roman" pitchFamily="18" charset="0"/>
              </a:rPr>
              <a:t>www.aimsacademys.org </a:t>
            </a:r>
            <a:r>
              <a:rPr lang="en-US" sz="1600" b="1" dirty="0">
                <a:solidFill>
                  <a:schemeClr val="accent6">
                    <a:lumMod val="75000"/>
                  </a:schemeClr>
                </a:solidFill>
                <a:latin typeface="Times New Roman" pitchFamily="18" charset="0"/>
                <a:cs typeface="Times New Roman" pitchFamily="18" charset="0"/>
              </a:rPr>
              <a:t>  	 	                                </a:t>
            </a:r>
            <a:r>
              <a:rPr lang="en-US" sz="1600" b="1" dirty="0">
                <a:solidFill>
                  <a:srgbClr val="002060"/>
                </a:solidFill>
                <a:latin typeface="Times New Roman" pitchFamily="18" charset="0"/>
                <a:cs typeface="Times New Roman" pitchFamily="18" charset="0"/>
              </a:rPr>
              <a:t>Season:05 		                                                        AIMS/KEC              </a:t>
            </a:r>
          </a:p>
        </p:txBody>
      </p:sp>
      <p:sp>
        <p:nvSpPr>
          <p:cNvPr id="9" name="Subtitle 2"/>
          <p:cNvSpPr txBox="1">
            <a:spLocks/>
          </p:cNvSpPr>
          <p:nvPr/>
        </p:nvSpPr>
        <p:spPr>
          <a:xfrm>
            <a:off x="2212740" y="1838951"/>
            <a:ext cx="9389325" cy="2048375"/>
          </a:xfrm>
          <a:prstGeom prst="rect">
            <a:avLst/>
          </a:prstGeom>
        </p:spPr>
        <p:txBody>
          <a:bodyPr vert="horz" lIns="91440" tIns="45720" rIns="91440" bIns="45720" rtlCol="0">
            <a:noAutofit/>
          </a:bodyPr>
          <a:lstStyle/>
          <a:p>
            <a:pPr>
              <a:lnSpc>
                <a:spcPct val="150000"/>
              </a:lnSpc>
              <a:spcBef>
                <a:spcPct val="20000"/>
              </a:spcBef>
              <a:defRPr/>
            </a:pPr>
            <a:r>
              <a:rPr lang="en-US" sz="1600" b="1" dirty="0">
                <a:solidFill>
                  <a:schemeClr val="tx1">
                    <a:lumMod val="75000"/>
                    <a:lumOff val="25000"/>
                  </a:schemeClr>
                </a:solidFill>
                <a:latin typeface="Times New Roman" pitchFamily="18" charset="0"/>
                <a:ea typeface="+mj-ea"/>
                <a:cs typeface="Times New Roman" pitchFamily="18" charset="0"/>
              </a:rPr>
              <a:t>TEAM NAME   	    	                   </a:t>
            </a:r>
            <a:r>
              <a:rPr lang="en-US" sz="1600" b="1" dirty="0">
                <a:latin typeface="Times New Roman" pitchFamily="18" charset="0"/>
                <a:ea typeface="+mj-ea"/>
                <a:cs typeface="Times New Roman" pitchFamily="18" charset="0"/>
              </a:rPr>
              <a:t>:             SPARKERS</a:t>
            </a:r>
          </a:p>
          <a:p>
            <a:pPr>
              <a:lnSpc>
                <a:spcPct val="150000"/>
              </a:lnSpc>
              <a:spcBef>
                <a:spcPct val="20000"/>
              </a:spcBef>
              <a:defRPr/>
            </a:pPr>
            <a:r>
              <a:rPr lang="en-US" sz="1600" b="1" dirty="0">
                <a:solidFill>
                  <a:schemeClr val="tx1">
                    <a:lumMod val="75000"/>
                    <a:lumOff val="25000"/>
                  </a:schemeClr>
                </a:solidFill>
                <a:latin typeface="Times New Roman" pitchFamily="18" charset="0"/>
                <a:ea typeface="+mj-ea"/>
                <a:cs typeface="Times New Roman" pitchFamily="18" charset="0"/>
              </a:rPr>
              <a:t>TEAM VIN NO	   	                   :             </a:t>
            </a:r>
            <a:r>
              <a:rPr lang="en-IN" sz="1600" i="0" u="none" strike="noStrike" baseline="0" dirty="0">
                <a:latin typeface="Times New Roman" panose="02020603050405020304" pitchFamily="18" charset="0"/>
              </a:rPr>
              <a:t>25KECCV15002</a:t>
            </a:r>
            <a:endParaRPr lang="en-US" sz="1600" dirty="0">
              <a:solidFill>
                <a:schemeClr val="tx1">
                  <a:lumMod val="75000"/>
                  <a:lumOff val="25000"/>
                </a:schemeClr>
              </a:solidFill>
              <a:latin typeface="Times New Roman" pitchFamily="18" charset="0"/>
              <a:ea typeface="+mj-ea"/>
              <a:cs typeface="Times New Roman" pitchFamily="18" charset="0"/>
            </a:endParaRPr>
          </a:p>
          <a:p>
            <a:pPr>
              <a:lnSpc>
                <a:spcPct val="150000"/>
              </a:lnSpc>
              <a:spcBef>
                <a:spcPct val="20000"/>
              </a:spcBef>
              <a:defRPr/>
            </a:pPr>
            <a:r>
              <a:rPr lang="en-US" sz="1600" b="1" dirty="0">
                <a:solidFill>
                  <a:schemeClr val="tx1">
                    <a:lumMod val="75000"/>
                    <a:lumOff val="25000"/>
                  </a:schemeClr>
                </a:solidFill>
                <a:latin typeface="Times New Roman" pitchFamily="18" charset="0"/>
                <a:ea typeface="+mj-ea"/>
                <a:cs typeface="Times New Roman" pitchFamily="18" charset="0"/>
              </a:rPr>
              <a:t>COLLEGE NAME 		                   :             KNOWLEDGE INSTITUTE OF TECHNOLOGY</a:t>
            </a:r>
          </a:p>
          <a:p>
            <a:pPr>
              <a:lnSpc>
                <a:spcPct val="150000"/>
              </a:lnSpc>
              <a:spcBef>
                <a:spcPct val="20000"/>
              </a:spcBef>
              <a:defRPr/>
            </a:pPr>
            <a:r>
              <a:rPr lang="en-US" sz="1600" b="1" dirty="0">
                <a:solidFill>
                  <a:schemeClr val="tx1">
                    <a:lumMod val="75000"/>
                    <a:lumOff val="25000"/>
                  </a:schemeClr>
                </a:solidFill>
                <a:latin typeface="Times New Roman" pitchFamily="18" charset="0"/>
                <a:ea typeface="+mj-ea"/>
                <a:cs typeface="Times New Roman" pitchFamily="18" charset="0"/>
              </a:rPr>
              <a:t>ENGINE CATEGORY	                   :              150cc</a:t>
            </a:r>
          </a:p>
          <a:p>
            <a:pPr>
              <a:lnSpc>
                <a:spcPct val="150000"/>
              </a:lnSpc>
              <a:spcBef>
                <a:spcPct val="20000"/>
              </a:spcBef>
              <a:defRPr/>
            </a:pPr>
            <a:r>
              <a:rPr lang="en-US" sz="1600" b="1" dirty="0">
                <a:solidFill>
                  <a:schemeClr val="tx1">
                    <a:lumMod val="75000"/>
                    <a:lumOff val="25000"/>
                  </a:schemeClr>
                </a:solidFill>
                <a:latin typeface="Times New Roman" pitchFamily="18" charset="0"/>
                <a:ea typeface="+mj-ea"/>
                <a:cs typeface="Times New Roman" pitchFamily="18" charset="0"/>
              </a:rPr>
              <a:t>FUEL SYSTEM		                   </a:t>
            </a:r>
            <a:r>
              <a:rPr lang="en-US" sz="1600" b="1" dirty="0">
                <a:latin typeface="Times New Roman" pitchFamily="18" charset="0"/>
                <a:ea typeface="+mj-ea"/>
                <a:cs typeface="Times New Roman" pitchFamily="18" charset="0"/>
              </a:rPr>
              <a:t>:</a:t>
            </a:r>
            <a:r>
              <a:rPr lang="en-US" sz="1600" b="1" dirty="0">
                <a:solidFill>
                  <a:schemeClr val="tx1">
                    <a:lumMod val="75000"/>
                    <a:lumOff val="25000"/>
                  </a:schemeClr>
                </a:solidFill>
                <a:latin typeface="Times New Roman" pitchFamily="18" charset="0"/>
                <a:ea typeface="+mj-ea"/>
                <a:cs typeface="Times New Roman" pitchFamily="18" charset="0"/>
              </a:rPr>
              <a:t>              CARBURETOR </a:t>
            </a:r>
            <a:endParaRPr lang="en-US" sz="1600" b="1" dirty="0">
              <a:solidFill>
                <a:schemeClr val="tx1">
                  <a:lumMod val="75000"/>
                  <a:lumOff val="25000"/>
                </a:schemeClr>
              </a:solidFill>
              <a:latin typeface="+mj-lt"/>
              <a:ea typeface="+mj-ea"/>
              <a:cs typeface="+mj-cs"/>
            </a:endParaRPr>
          </a:p>
          <a:p>
            <a:pPr>
              <a:spcBef>
                <a:spcPct val="20000"/>
              </a:spcBef>
              <a:defRPr/>
            </a:pPr>
            <a:endParaRPr lang="en-US" sz="1400" b="1" dirty="0">
              <a:solidFill>
                <a:schemeClr val="tx1">
                  <a:lumMod val="75000"/>
                  <a:lumOff val="25000"/>
                </a:schemeClr>
              </a:solidFill>
              <a:latin typeface="+mj-lt"/>
              <a:ea typeface="+mj-ea"/>
              <a:cs typeface="+mj-cs"/>
            </a:endParaRPr>
          </a:p>
          <a:p>
            <a:pPr algn="ctr">
              <a:spcBef>
                <a:spcPct val="20000"/>
              </a:spcBef>
              <a:defRPr/>
            </a:pPr>
            <a:endParaRPr lang="en-US" sz="1400" b="1" dirty="0">
              <a:solidFill>
                <a:schemeClr val="tx2">
                  <a:lumMod val="60000"/>
                  <a:lumOff val="40000"/>
                </a:schemeClr>
              </a:solidFill>
              <a:latin typeface="+mj-lt"/>
              <a:ea typeface="+mj-ea"/>
              <a:cs typeface="+mj-cs"/>
            </a:endParaRPr>
          </a:p>
          <a:p>
            <a:pPr algn="ctr">
              <a:spcBef>
                <a:spcPct val="20000"/>
              </a:spcBef>
              <a:defRPr/>
            </a:pPr>
            <a:endParaRPr lang="en-US" sz="1400" b="1" dirty="0">
              <a:solidFill>
                <a:schemeClr val="tx2">
                  <a:lumMod val="60000"/>
                  <a:lumOff val="40000"/>
                </a:schemeClr>
              </a:solidFill>
              <a:latin typeface="+mj-lt"/>
              <a:ea typeface="+mj-ea"/>
              <a:cs typeface="+mj-cs"/>
            </a:endParaRPr>
          </a:p>
        </p:txBody>
      </p:sp>
      <p:sp>
        <p:nvSpPr>
          <p:cNvPr id="5" name="Rectangle 4"/>
          <p:cNvSpPr/>
          <p:nvPr/>
        </p:nvSpPr>
        <p:spPr>
          <a:xfrm>
            <a:off x="3886200" y="1487269"/>
            <a:ext cx="4602539" cy="369332"/>
          </a:xfrm>
          <a:prstGeom prst="rect">
            <a:avLst/>
          </a:prstGeom>
        </p:spPr>
        <p:txBody>
          <a:bodyPr wrap="square">
            <a:spAutoFit/>
          </a:bodyPr>
          <a:lstStyle/>
          <a:p>
            <a:pPr algn="ctr"/>
            <a:r>
              <a:rPr lang="en-US" b="1" u="sng" dirty="0">
                <a:latin typeface="Times New Roman" pitchFamily="18" charset="0"/>
                <a:cs typeface="Times New Roman" pitchFamily="18" charset="0"/>
              </a:rPr>
              <a:t>Season-05</a:t>
            </a:r>
          </a:p>
        </p:txBody>
      </p:sp>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037095" cy="1037095"/>
          </a:xfrm>
          <a:prstGeom prst="rect">
            <a:avLst/>
          </a:prstGeom>
        </p:spPr>
      </p:pic>
      <p:pic>
        <p:nvPicPr>
          <p:cNvPr id="4" name="Picture 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389343" y="-168689"/>
            <a:ext cx="1671935" cy="1671935"/>
          </a:xfrm>
          <a:prstGeom prst="rect">
            <a:avLst/>
          </a:prstGeom>
        </p:spPr>
      </p:pic>
      <p:pic>
        <p:nvPicPr>
          <p:cNvPr id="11" name="Picture 10">
            <a:extLst>
              <a:ext uri="{FF2B5EF4-FFF2-40B4-BE49-F238E27FC236}">
                <a16:creationId xmlns:a16="http://schemas.microsoft.com/office/drawing/2014/main" id="{A1C7B8BE-DE53-8EEA-8F89-21E7860D982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53349" y="4001970"/>
            <a:ext cx="2198501" cy="1981200"/>
          </a:xfrm>
          <a:prstGeom prst="rect">
            <a:avLst/>
          </a:prstGeom>
        </p:spPr>
      </p:pic>
      <p:pic>
        <p:nvPicPr>
          <p:cNvPr id="12" name="Picture 11">
            <a:extLst>
              <a:ext uri="{FF2B5EF4-FFF2-40B4-BE49-F238E27FC236}">
                <a16:creationId xmlns:a16="http://schemas.microsoft.com/office/drawing/2014/main" id="{92F05E64-E268-02E2-9ECA-A60A05E0FE3D}"/>
              </a:ext>
            </a:extLst>
          </p:cNvPr>
          <p:cNvPicPr>
            <a:picLocks noChangeAspect="1"/>
          </p:cNvPicPr>
          <p:nvPr/>
        </p:nvPicPr>
        <p:blipFill>
          <a:blip r:embed="rId6">
            <a:extLst>
              <a:ext uri="{28A0092B-C50C-407E-A947-70E740481C1C}">
                <a14:useLocalDpi xmlns:a14="http://schemas.microsoft.com/office/drawing/2010/main" val="0"/>
              </a:ext>
            </a:extLst>
          </a:blip>
          <a:srcRect l="16802" t="32961" r="7997" b="25162"/>
          <a:stretch/>
        </p:blipFill>
        <p:spPr>
          <a:xfrm>
            <a:off x="4720914" y="4197301"/>
            <a:ext cx="2750172" cy="1959296"/>
          </a:xfrm>
          <a:prstGeom prst="rect">
            <a:avLst/>
          </a:prstGeom>
        </p:spPr>
      </p:pic>
      <p:pic>
        <p:nvPicPr>
          <p:cNvPr id="13" name="Picture 12">
            <a:extLst>
              <a:ext uri="{FF2B5EF4-FFF2-40B4-BE49-F238E27FC236}">
                <a16:creationId xmlns:a16="http://schemas.microsoft.com/office/drawing/2014/main" id="{74AA48A9-55FF-CB20-418E-6887958A4D1C}"/>
              </a:ext>
            </a:extLst>
          </p:cNvPr>
          <p:cNvPicPr>
            <a:picLocks noChangeAspect="1"/>
          </p:cNvPicPr>
          <p:nvPr/>
        </p:nvPicPr>
        <p:blipFill>
          <a:blip r:embed="rId7">
            <a:extLst>
              <a:ext uri="{28A0092B-C50C-407E-A947-70E740481C1C}">
                <a14:useLocalDpi xmlns:a14="http://schemas.microsoft.com/office/drawing/2010/main" val="0"/>
              </a:ext>
            </a:extLst>
          </a:blip>
          <a:srcRect l="14298" t="33327" r="2828" b="28291"/>
          <a:stretch/>
        </p:blipFill>
        <p:spPr>
          <a:xfrm>
            <a:off x="8488739" y="4138815"/>
            <a:ext cx="3211648" cy="204837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1E8FB8-0706-5E6D-B4EA-ACE0CC3AB0AF}"/>
            </a:ext>
          </a:extLst>
        </p:cNvPr>
        <p:cNvGrpSpPr/>
        <p:nvPr/>
      </p:nvGrpSpPr>
      <p:grpSpPr>
        <a:xfrm>
          <a:off x="0" y="0"/>
          <a:ext cx="0" cy="0"/>
          <a:chOff x="0" y="0"/>
          <a:chExt cx="0" cy="0"/>
        </a:xfrm>
      </p:grpSpPr>
      <p:pic>
        <p:nvPicPr>
          <p:cNvPr id="11" name="Picture 10">
            <a:extLst>
              <a:ext uri="{FF2B5EF4-FFF2-40B4-BE49-F238E27FC236}">
                <a16:creationId xmlns:a16="http://schemas.microsoft.com/office/drawing/2014/main" id="{32ED07DD-1601-57B0-E5CB-B92D062F3186}"/>
              </a:ext>
            </a:extLst>
          </p:cNvPr>
          <p:cNvPicPr>
            <a:picLocks noChangeAspect="1"/>
          </p:cNvPicPr>
          <p:nvPr/>
        </p:nvPicPr>
        <p:blipFill>
          <a:blip r:embed="rId2">
            <a:alphaModFix amt="5000"/>
            <a:extLst>
              <a:ext uri="{28A0092B-C50C-407E-A947-70E740481C1C}">
                <a14:useLocalDpi xmlns:a14="http://schemas.microsoft.com/office/drawing/2010/main" val="0"/>
              </a:ext>
            </a:extLst>
          </a:blip>
          <a:srcRect l="13134" t="29924" r="4696" b="19206"/>
          <a:stretch/>
        </p:blipFill>
        <p:spPr>
          <a:xfrm>
            <a:off x="1661653" y="665841"/>
            <a:ext cx="8672050" cy="6032267"/>
          </a:xfrm>
          <a:prstGeom prst="rect">
            <a:avLst/>
          </a:prstGeom>
        </p:spPr>
      </p:pic>
      <p:pic>
        <p:nvPicPr>
          <p:cNvPr id="7" name="Picture 6">
            <a:extLst>
              <a:ext uri="{FF2B5EF4-FFF2-40B4-BE49-F238E27FC236}">
                <a16:creationId xmlns:a16="http://schemas.microsoft.com/office/drawing/2014/main" id="{9C1877AA-D74B-7F93-B34C-12F9BF6C27D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009878" y="0"/>
            <a:ext cx="1037095" cy="1037095"/>
          </a:xfrm>
          <a:prstGeom prst="rect">
            <a:avLst/>
          </a:prstGeom>
        </p:spPr>
      </p:pic>
      <p:pic>
        <p:nvPicPr>
          <p:cNvPr id="9" name="Picture 8">
            <a:extLst>
              <a:ext uri="{FF2B5EF4-FFF2-40B4-BE49-F238E27FC236}">
                <a16:creationId xmlns:a16="http://schemas.microsoft.com/office/drawing/2014/main" id="{5F62074D-4B56-8B10-2381-492B0ABD05EE}"/>
              </a:ext>
            </a:extLst>
          </p:cNvPr>
          <p:cNvPicPr>
            <a:picLocks noChangeAspect="1"/>
          </p:cNvPicPr>
          <p:nvPr/>
        </p:nvPicPr>
        <p:blipFill>
          <a:blip r:embed="rId2">
            <a:extLst>
              <a:ext uri="{28A0092B-C50C-407E-A947-70E740481C1C}">
                <a14:useLocalDpi xmlns:a14="http://schemas.microsoft.com/office/drawing/2010/main" val="0"/>
              </a:ext>
            </a:extLst>
          </a:blip>
          <a:srcRect l="17306" t="32895" r="7356" b="22368"/>
          <a:stretch/>
        </p:blipFill>
        <p:spPr>
          <a:xfrm>
            <a:off x="145027" y="76201"/>
            <a:ext cx="1172705" cy="752301"/>
          </a:xfrm>
          <a:prstGeom prst="rect">
            <a:avLst/>
          </a:prstGeom>
        </p:spPr>
      </p:pic>
      <p:sp>
        <p:nvSpPr>
          <p:cNvPr id="4" name="Footer Placeholder 9">
            <a:extLst>
              <a:ext uri="{FF2B5EF4-FFF2-40B4-BE49-F238E27FC236}">
                <a16:creationId xmlns:a16="http://schemas.microsoft.com/office/drawing/2014/main" id="{2501F024-973C-5A09-67DB-C8A27A9B90C8}"/>
              </a:ext>
            </a:extLst>
          </p:cNvPr>
          <p:cNvSpPr>
            <a:spLocks noGrp="1"/>
          </p:cNvSpPr>
          <p:nvPr>
            <p:ph type="ftr" sz="quarter" idx="11"/>
          </p:nvPr>
        </p:nvSpPr>
        <p:spPr>
          <a:xfrm>
            <a:off x="235975" y="6326854"/>
            <a:ext cx="11366090" cy="501650"/>
          </a:xfrm>
        </p:spPr>
        <p:txBody>
          <a:bodyPr/>
          <a:lstStyle/>
          <a:p>
            <a:pPr algn="l"/>
            <a:r>
              <a:rPr lang="en-US" sz="1600" b="1" dirty="0">
                <a:solidFill>
                  <a:srgbClr val="002060"/>
                </a:solidFill>
                <a:latin typeface="Times New Roman" pitchFamily="18" charset="0"/>
                <a:cs typeface="Times New Roman" pitchFamily="18" charset="0"/>
              </a:rPr>
              <a:t>www.aimsacademys.org </a:t>
            </a:r>
            <a:r>
              <a:rPr lang="en-US" sz="1600" b="1" dirty="0">
                <a:solidFill>
                  <a:schemeClr val="accent6">
                    <a:lumMod val="75000"/>
                  </a:schemeClr>
                </a:solidFill>
                <a:latin typeface="Times New Roman" pitchFamily="18" charset="0"/>
                <a:cs typeface="Times New Roman" pitchFamily="18" charset="0"/>
              </a:rPr>
              <a:t>  	 	                                </a:t>
            </a:r>
            <a:r>
              <a:rPr lang="en-US" sz="1600" b="1" dirty="0">
                <a:solidFill>
                  <a:srgbClr val="002060"/>
                </a:solidFill>
                <a:latin typeface="Times New Roman" pitchFamily="18" charset="0"/>
                <a:cs typeface="Times New Roman" pitchFamily="18" charset="0"/>
              </a:rPr>
              <a:t>Season:05 		                                                        AIMS/KEC              </a:t>
            </a:r>
          </a:p>
        </p:txBody>
      </p:sp>
      <p:graphicFrame>
        <p:nvGraphicFramePr>
          <p:cNvPr id="3" name="Table 2">
            <a:extLst>
              <a:ext uri="{FF2B5EF4-FFF2-40B4-BE49-F238E27FC236}">
                <a16:creationId xmlns:a16="http://schemas.microsoft.com/office/drawing/2014/main" id="{F527D398-C96A-C3BE-BF05-484A28E6256D}"/>
              </a:ext>
            </a:extLst>
          </p:cNvPr>
          <p:cNvGraphicFramePr>
            <a:graphicFrameLocks noGrp="1"/>
          </p:cNvGraphicFramePr>
          <p:nvPr>
            <p:extLst>
              <p:ext uri="{D42A27DB-BD31-4B8C-83A1-F6EECF244321}">
                <p14:modId xmlns:p14="http://schemas.microsoft.com/office/powerpoint/2010/main" val="3246982432"/>
              </p:ext>
            </p:extLst>
          </p:nvPr>
        </p:nvGraphicFramePr>
        <p:xfrm>
          <a:off x="444911" y="1356852"/>
          <a:ext cx="4825179" cy="4817705"/>
        </p:xfrm>
        <a:graphic>
          <a:graphicData uri="http://schemas.openxmlformats.org/drawingml/2006/table">
            <a:tbl>
              <a:tblPr firstRow="1" bandRow="1">
                <a:tableStyleId>{5DA37D80-6434-44D0-A028-1B22A696006F}</a:tableStyleId>
              </a:tblPr>
              <a:tblGrid>
                <a:gridCol w="469489">
                  <a:extLst>
                    <a:ext uri="{9D8B030D-6E8A-4147-A177-3AD203B41FA5}">
                      <a16:colId xmlns:a16="http://schemas.microsoft.com/office/drawing/2014/main" val="825634445"/>
                    </a:ext>
                  </a:extLst>
                </a:gridCol>
                <a:gridCol w="1976284">
                  <a:extLst>
                    <a:ext uri="{9D8B030D-6E8A-4147-A177-3AD203B41FA5}">
                      <a16:colId xmlns:a16="http://schemas.microsoft.com/office/drawing/2014/main" val="2864046308"/>
                    </a:ext>
                  </a:extLst>
                </a:gridCol>
                <a:gridCol w="2379406">
                  <a:extLst>
                    <a:ext uri="{9D8B030D-6E8A-4147-A177-3AD203B41FA5}">
                      <a16:colId xmlns:a16="http://schemas.microsoft.com/office/drawing/2014/main" val="2906147140"/>
                    </a:ext>
                  </a:extLst>
                </a:gridCol>
              </a:tblGrid>
              <a:tr h="494361">
                <a:tc>
                  <a:txBody>
                    <a:bodyPr/>
                    <a:lstStyle/>
                    <a:p>
                      <a:pPr algn="ctr"/>
                      <a:r>
                        <a:rPr lang="en-IN" sz="1200" dirty="0"/>
                        <a:t>SI.</a:t>
                      </a:r>
                    </a:p>
                    <a:p>
                      <a:pPr algn="ctr"/>
                      <a:r>
                        <a:rPr lang="en-IN" sz="1200" dirty="0"/>
                        <a:t>NO </a:t>
                      </a:r>
                    </a:p>
                  </a:txBody>
                  <a:tcPr marL="68580" marR="68580" marT="34290" marB="34290"/>
                </a:tc>
                <a:tc>
                  <a:txBody>
                    <a:bodyPr/>
                    <a:lstStyle/>
                    <a:p>
                      <a:pPr algn="ctr"/>
                      <a:r>
                        <a:rPr lang="en-IN" sz="1200" dirty="0"/>
                        <a:t>NAME </a:t>
                      </a:r>
                    </a:p>
                  </a:txBody>
                  <a:tcPr marL="68580" marR="68580" marT="34290" marB="34290"/>
                </a:tc>
                <a:tc>
                  <a:txBody>
                    <a:bodyPr/>
                    <a:lstStyle/>
                    <a:p>
                      <a:pPr algn="ctr"/>
                      <a:r>
                        <a:rPr lang="en-IN" sz="1200" dirty="0"/>
                        <a:t>DESIGNATION </a:t>
                      </a:r>
                    </a:p>
                  </a:txBody>
                  <a:tcPr marL="68580" marR="68580" marT="34290" marB="34290"/>
                </a:tc>
                <a:extLst>
                  <a:ext uri="{0D108BD9-81ED-4DB2-BD59-A6C34878D82A}">
                    <a16:rowId xmlns:a16="http://schemas.microsoft.com/office/drawing/2014/main" val="3011676971"/>
                  </a:ext>
                </a:extLst>
              </a:tr>
              <a:tr h="330914">
                <a:tc>
                  <a:txBody>
                    <a:bodyPr/>
                    <a:lstStyle/>
                    <a:p>
                      <a:pPr algn="ctr"/>
                      <a:r>
                        <a:rPr lang="en-IN" sz="1000" dirty="0"/>
                        <a:t>1</a:t>
                      </a:r>
                    </a:p>
                  </a:txBody>
                  <a:tcPr marL="68580" marR="68580" marT="34290" marB="34290"/>
                </a:tc>
                <a:tc>
                  <a:txBody>
                    <a:bodyPr/>
                    <a:lstStyle/>
                    <a:p>
                      <a:pPr algn="ctr"/>
                      <a:r>
                        <a:rPr lang="en-IN" sz="1000" dirty="0"/>
                        <a:t>PRADEEP  M</a:t>
                      </a:r>
                    </a:p>
                  </a:txBody>
                  <a:tcPr marL="68580" marR="68580" marT="34290" marB="34290"/>
                </a:tc>
                <a:tc>
                  <a:txBody>
                    <a:bodyPr/>
                    <a:lstStyle/>
                    <a:p>
                      <a:pPr algn="ctr"/>
                      <a:r>
                        <a:rPr lang="en-IN" sz="1000" dirty="0"/>
                        <a:t>CAPTAIN </a:t>
                      </a:r>
                    </a:p>
                  </a:txBody>
                  <a:tcPr marL="68580" marR="68580" marT="34290" marB="34290"/>
                </a:tc>
                <a:extLst>
                  <a:ext uri="{0D108BD9-81ED-4DB2-BD59-A6C34878D82A}">
                    <a16:rowId xmlns:a16="http://schemas.microsoft.com/office/drawing/2014/main" val="3950077290"/>
                  </a:ext>
                </a:extLst>
              </a:tr>
              <a:tr h="266162">
                <a:tc>
                  <a:txBody>
                    <a:bodyPr/>
                    <a:lstStyle/>
                    <a:p>
                      <a:pPr algn="ctr"/>
                      <a:r>
                        <a:rPr lang="en-IN" sz="1000" dirty="0"/>
                        <a:t>2</a:t>
                      </a:r>
                    </a:p>
                  </a:txBody>
                  <a:tcPr marL="68580" marR="68580" marT="34290" marB="34290"/>
                </a:tc>
                <a:tc>
                  <a:txBody>
                    <a:bodyPr/>
                    <a:lstStyle/>
                    <a:p>
                      <a:pPr algn="ctr"/>
                      <a:r>
                        <a:rPr lang="en-IN" sz="1000" dirty="0"/>
                        <a:t>SAKTHIVEL V</a:t>
                      </a:r>
                    </a:p>
                  </a:txBody>
                  <a:tcPr marL="68580" marR="68580" marT="34290" marB="34290"/>
                </a:tc>
                <a:tc>
                  <a:txBody>
                    <a:bodyPr/>
                    <a:lstStyle/>
                    <a:p>
                      <a:pPr algn="ctr"/>
                      <a:r>
                        <a:rPr lang="en-IN" sz="1000" dirty="0"/>
                        <a:t>VICE CAPTAIN</a:t>
                      </a:r>
                    </a:p>
                  </a:txBody>
                  <a:tcPr marL="68580" marR="68580" marT="34290" marB="34290"/>
                </a:tc>
                <a:extLst>
                  <a:ext uri="{0D108BD9-81ED-4DB2-BD59-A6C34878D82A}">
                    <a16:rowId xmlns:a16="http://schemas.microsoft.com/office/drawing/2014/main" val="464173497"/>
                  </a:ext>
                </a:extLst>
              </a:tr>
              <a:tr h="266162">
                <a:tc>
                  <a:txBody>
                    <a:bodyPr/>
                    <a:lstStyle/>
                    <a:p>
                      <a:pPr algn="ctr"/>
                      <a:r>
                        <a:rPr lang="en-IN" sz="1000" dirty="0"/>
                        <a:t>3</a:t>
                      </a:r>
                    </a:p>
                  </a:txBody>
                  <a:tcPr marL="68580" marR="68580" marT="34290" marB="34290"/>
                </a:tc>
                <a:tc>
                  <a:txBody>
                    <a:bodyPr/>
                    <a:lstStyle/>
                    <a:p>
                      <a:pPr algn="ctr"/>
                      <a:r>
                        <a:rPr lang="en-IN" sz="1000" dirty="0"/>
                        <a:t>PRITHIV RAJ V </a:t>
                      </a:r>
                    </a:p>
                  </a:txBody>
                  <a:tcPr marL="68580" marR="68580" marT="34290" marB="34290"/>
                </a:tc>
                <a:tc>
                  <a:txBody>
                    <a:bodyPr/>
                    <a:lstStyle/>
                    <a:p>
                      <a:pPr algn="ctr"/>
                      <a:r>
                        <a:rPr lang="en-IN" sz="1000" dirty="0"/>
                        <a:t>DRIVER</a:t>
                      </a:r>
                    </a:p>
                  </a:txBody>
                  <a:tcPr marL="68580" marR="68580" marT="34290" marB="34290"/>
                </a:tc>
                <a:extLst>
                  <a:ext uri="{0D108BD9-81ED-4DB2-BD59-A6C34878D82A}">
                    <a16:rowId xmlns:a16="http://schemas.microsoft.com/office/drawing/2014/main" val="3421805325"/>
                  </a:ext>
                </a:extLst>
              </a:tr>
              <a:tr h="266162">
                <a:tc>
                  <a:txBody>
                    <a:bodyPr/>
                    <a:lstStyle/>
                    <a:p>
                      <a:pPr algn="ctr"/>
                      <a:r>
                        <a:rPr lang="en-IN" sz="1000" dirty="0"/>
                        <a:t>4</a:t>
                      </a:r>
                    </a:p>
                  </a:txBody>
                  <a:tcPr marL="68580" marR="68580" marT="34290" marB="34290"/>
                </a:tc>
                <a:tc>
                  <a:txBody>
                    <a:bodyPr/>
                    <a:lstStyle/>
                    <a:p>
                      <a:pPr algn="ctr"/>
                      <a:r>
                        <a:rPr lang="en-IN" sz="1000" dirty="0"/>
                        <a:t>SEENIVASAN R</a:t>
                      </a:r>
                    </a:p>
                  </a:txBody>
                  <a:tcPr marL="68580" marR="68580" marT="34290" marB="34290"/>
                </a:tc>
                <a:tc>
                  <a:txBody>
                    <a:bodyPr/>
                    <a:lstStyle/>
                    <a:p>
                      <a:pPr algn="ctr"/>
                      <a:r>
                        <a:rPr lang="en-IN" sz="1000" dirty="0"/>
                        <a:t>DRIVER </a:t>
                      </a:r>
                    </a:p>
                  </a:txBody>
                  <a:tcPr marL="68580" marR="68580" marT="34290" marB="34290"/>
                </a:tc>
                <a:extLst>
                  <a:ext uri="{0D108BD9-81ED-4DB2-BD59-A6C34878D82A}">
                    <a16:rowId xmlns:a16="http://schemas.microsoft.com/office/drawing/2014/main" val="3982170020"/>
                  </a:ext>
                </a:extLst>
              </a:tr>
              <a:tr h="266162">
                <a:tc>
                  <a:txBody>
                    <a:bodyPr/>
                    <a:lstStyle/>
                    <a:p>
                      <a:pPr algn="ctr"/>
                      <a:r>
                        <a:rPr lang="en-IN" sz="1000" dirty="0"/>
                        <a:t>5</a:t>
                      </a:r>
                    </a:p>
                  </a:txBody>
                  <a:tcPr marL="68580" marR="68580" marT="34290" marB="34290"/>
                </a:tc>
                <a:tc>
                  <a:txBody>
                    <a:bodyPr/>
                    <a:lstStyle/>
                    <a:p>
                      <a:pPr algn="ctr"/>
                      <a:r>
                        <a:rPr lang="en-IN" sz="1000" dirty="0"/>
                        <a:t>ANISH C [H]</a:t>
                      </a:r>
                    </a:p>
                  </a:txBody>
                  <a:tcPr marL="68580" marR="68580" marT="34290" marB="34290"/>
                </a:tc>
                <a:tc>
                  <a:txBody>
                    <a:bodyPr/>
                    <a:lstStyle/>
                    <a:p>
                      <a:pPr algn="ctr"/>
                      <a:r>
                        <a:rPr lang="en-IN" sz="1000" dirty="0"/>
                        <a:t>CHASIS AND FABRICATION </a:t>
                      </a:r>
                    </a:p>
                  </a:txBody>
                  <a:tcPr marL="68580" marR="68580" marT="34290" marB="34290"/>
                </a:tc>
                <a:extLst>
                  <a:ext uri="{0D108BD9-81ED-4DB2-BD59-A6C34878D82A}">
                    <a16:rowId xmlns:a16="http://schemas.microsoft.com/office/drawing/2014/main" val="1180025203"/>
                  </a:ext>
                </a:extLst>
              </a:tr>
              <a:tr h="266162">
                <a:tc>
                  <a:txBody>
                    <a:bodyPr/>
                    <a:lstStyle/>
                    <a:p>
                      <a:pPr algn="ctr"/>
                      <a:r>
                        <a:rPr lang="en-IN" sz="1000" dirty="0"/>
                        <a:t>6</a:t>
                      </a:r>
                    </a:p>
                  </a:txBody>
                  <a:tcPr marL="68580" marR="68580" marT="34290" marB="34290"/>
                </a:tc>
                <a:tc>
                  <a:txBody>
                    <a:bodyPr/>
                    <a:lstStyle/>
                    <a:p>
                      <a:pPr algn="ctr"/>
                      <a:r>
                        <a:rPr lang="en-IN" sz="1000" dirty="0"/>
                        <a:t>KARTHI V S </a:t>
                      </a:r>
                    </a:p>
                  </a:txBody>
                  <a:tcPr marL="68580" marR="68580" marT="34290" marB="34290"/>
                </a:tc>
                <a:tc>
                  <a:txBody>
                    <a:bodyPr/>
                    <a:lstStyle/>
                    <a:p>
                      <a:pPr algn="ctr"/>
                      <a:r>
                        <a:rPr lang="en-IN" sz="1000" dirty="0"/>
                        <a:t>CHASIS AND FABRICATION </a:t>
                      </a:r>
                    </a:p>
                  </a:txBody>
                  <a:tcPr marL="68580" marR="68580" marT="34290" marB="34290"/>
                </a:tc>
                <a:extLst>
                  <a:ext uri="{0D108BD9-81ED-4DB2-BD59-A6C34878D82A}">
                    <a16:rowId xmlns:a16="http://schemas.microsoft.com/office/drawing/2014/main" val="1402667441"/>
                  </a:ext>
                </a:extLst>
              </a:tr>
              <a:tr h="266162">
                <a:tc>
                  <a:txBody>
                    <a:bodyPr/>
                    <a:lstStyle/>
                    <a:p>
                      <a:pPr algn="ctr"/>
                      <a:r>
                        <a:rPr lang="en-IN" sz="1000" dirty="0"/>
                        <a:t>7</a:t>
                      </a:r>
                    </a:p>
                  </a:txBody>
                  <a:tcPr marL="68580" marR="68580" marT="34290" marB="34290"/>
                </a:tc>
                <a:tc>
                  <a:txBody>
                    <a:bodyPr/>
                    <a:lstStyle/>
                    <a:p>
                      <a:pPr algn="ctr"/>
                      <a:r>
                        <a:rPr lang="en-IN" sz="1000" dirty="0"/>
                        <a:t>VEERAMANI K </a:t>
                      </a:r>
                    </a:p>
                  </a:txBody>
                  <a:tcPr marL="68580" marR="68580" marT="34290" marB="34290"/>
                </a:tc>
                <a:tc>
                  <a:txBody>
                    <a:bodyPr/>
                    <a:lstStyle/>
                    <a:p>
                      <a:pPr algn="ctr"/>
                      <a:r>
                        <a:rPr lang="en-IN" sz="1000" dirty="0"/>
                        <a:t>CHASIS AND FABRICATION </a:t>
                      </a:r>
                    </a:p>
                  </a:txBody>
                  <a:tcPr marL="68580" marR="68580" marT="34290" marB="34290"/>
                </a:tc>
                <a:extLst>
                  <a:ext uri="{0D108BD9-81ED-4DB2-BD59-A6C34878D82A}">
                    <a16:rowId xmlns:a16="http://schemas.microsoft.com/office/drawing/2014/main" val="2670442170"/>
                  </a:ext>
                </a:extLst>
              </a:tr>
              <a:tr h="266162">
                <a:tc>
                  <a:txBody>
                    <a:bodyPr/>
                    <a:lstStyle/>
                    <a:p>
                      <a:pPr algn="ctr"/>
                      <a:r>
                        <a:rPr lang="en-IN" sz="1000" dirty="0"/>
                        <a:t>8</a:t>
                      </a:r>
                    </a:p>
                  </a:txBody>
                  <a:tcPr marL="68580" marR="68580" marT="34290" marB="34290"/>
                </a:tc>
                <a:tc>
                  <a:txBody>
                    <a:bodyPr/>
                    <a:lstStyle/>
                    <a:p>
                      <a:pPr algn="ctr"/>
                      <a:r>
                        <a:rPr lang="en-IN" sz="1000" dirty="0"/>
                        <a:t>GOKUL RAMANA D </a:t>
                      </a:r>
                    </a:p>
                  </a:txBody>
                  <a:tcPr marL="68580" marR="68580" marT="34290" marB="34290"/>
                </a:tc>
                <a:tc>
                  <a:txBody>
                    <a:bodyPr/>
                    <a:lstStyle/>
                    <a:p>
                      <a:pPr algn="ctr"/>
                      <a:r>
                        <a:rPr lang="en-IN" sz="1000" dirty="0"/>
                        <a:t>CHASIS AND FABRICATION </a:t>
                      </a:r>
                    </a:p>
                  </a:txBody>
                  <a:tcPr marL="68580" marR="68580" marT="34290" marB="34290"/>
                </a:tc>
                <a:extLst>
                  <a:ext uri="{0D108BD9-81ED-4DB2-BD59-A6C34878D82A}">
                    <a16:rowId xmlns:a16="http://schemas.microsoft.com/office/drawing/2014/main" val="1427766702"/>
                  </a:ext>
                </a:extLst>
              </a:tr>
              <a:tr h="266162">
                <a:tc>
                  <a:txBody>
                    <a:bodyPr/>
                    <a:lstStyle/>
                    <a:p>
                      <a:pPr algn="ctr"/>
                      <a:r>
                        <a:rPr lang="en-IN" sz="1000" dirty="0"/>
                        <a:t>9</a:t>
                      </a:r>
                    </a:p>
                  </a:txBody>
                  <a:tcPr marL="68580" marR="68580" marT="34290" marB="34290"/>
                </a:tc>
                <a:tc>
                  <a:txBody>
                    <a:bodyPr/>
                    <a:lstStyle/>
                    <a:p>
                      <a:pPr algn="ctr"/>
                      <a:r>
                        <a:rPr lang="en-IN" sz="1000" dirty="0"/>
                        <a:t>DHARANEESH R </a:t>
                      </a:r>
                    </a:p>
                  </a:txBody>
                  <a:tcPr marL="68580" marR="68580" marT="34290" marB="34290"/>
                </a:tc>
                <a:tc>
                  <a:txBody>
                    <a:bodyPr/>
                    <a:lstStyle/>
                    <a:p>
                      <a:pPr algn="ctr"/>
                      <a:r>
                        <a:rPr lang="en-IN" sz="1000" dirty="0"/>
                        <a:t>CHASIS AND FABRICATION </a:t>
                      </a:r>
                    </a:p>
                  </a:txBody>
                  <a:tcPr marL="68580" marR="68580" marT="34290" marB="34290"/>
                </a:tc>
                <a:extLst>
                  <a:ext uri="{0D108BD9-81ED-4DB2-BD59-A6C34878D82A}">
                    <a16:rowId xmlns:a16="http://schemas.microsoft.com/office/drawing/2014/main" val="4255287287"/>
                  </a:ext>
                </a:extLst>
              </a:tr>
              <a:tr h="266162">
                <a:tc>
                  <a:txBody>
                    <a:bodyPr/>
                    <a:lstStyle/>
                    <a:p>
                      <a:pPr algn="ctr"/>
                      <a:r>
                        <a:rPr lang="en-IN" sz="1000" dirty="0"/>
                        <a:t>10</a:t>
                      </a:r>
                    </a:p>
                  </a:txBody>
                  <a:tcPr marL="68580" marR="68580" marT="34290" marB="34290"/>
                </a:tc>
                <a:tc>
                  <a:txBody>
                    <a:bodyPr/>
                    <a:lstStyle/>
                    <a:p>
                      <a:pPr algn="ctr"/>
                      <a:r>
                        <a:rPr lang="en-IN" sz="1000" dirty="0"/>
                        <a:t>DINESH KUMAR G </a:t>
                      </a:r>
                    </a:p>
                  </a:txBody>
                  <a:tcPr marL="68580" marR="68580" marT="34290" marB="34290"/>
                </a:tc>
                <a:tc>
                  <a:txBody>
                    <a:bodyPr/>
                    <a:lstStyle/>
                    <a:p>
                      <a:pPr algn="ctr"/>
                      <a:r>
                        <a:rPr lang="en-IN" sz="1000" dirty="0"/>
                        <a:t>CHASIS AND FABRICATION </a:t>
                      </a:r>
                    </a:p>
                  </a:txBody>
                  <a:tcPr marL="68580" marR="68580" marT="34290" marB="34290"/>
                </a:tc>
                <a:extLst>
                  <a:ext uri="{0D108BD9-81ED-4DB2-BD59-A6C34878D82A}">
                    <a16:rowId xmlns:a16="http://schemas.microsoft.com/office/drawing/2014/main" val="2376546024"/>
                  </a:ext>
                </a:extLst>
              </a:tr>
              <a:tr h="266162">
                <a:tc>
                  <a:txBody>
                    <a:bodyPr/>
                    <a:lstStyle/>
                    <a:p>
                      <a:pPr algn="ctr"/>
                      <a:r>
                        <a:rPr lang="en-IN" sz="1000" dirty="0"/>
                        <a:t>11</a:t>
                      </a:r>
                    </a:p>
                  </a:txBody>
                  <a:tcPr marL="68580" marR="68580" marT="34290" marB="34290"/>
                </a:tc>
                <a:tc>
                  <a:txBody>
                    <a:bodyPr/>
                    <a:lstStyle/>
                    <a:p>
                      <a:pPr algn="ctr"/>
                      <a:r>
                        <a:rPr lang="en-IN" sz="1000" dirty="0"/>
                        <a:t>DHANUSH R [H]</a:t>
                      </a:r>
                    </a:p>
                  </a:txBody>
                  <a:tcPr marL="68580" marR="68580" marT="34290" marB="34290"/>
                </a:tc>
                <a:tc>
                  <a:txBody>
                    <a:bodyPr/>
                    <a:lstStyle/>
                    <a:p>
                      <a:pPr algn="ctr"/>
                      <a:r>
                        <a:rPr lang="en-IN" sz="1000" dirty="0"/>
                        <a:t>POWER TRAIN </a:t>
                      </a:r>
                    </a:p>
                  </a:txBody>
                  <a:tcPr marL="68580" marR="68580" marT="34290" marB="34290"/>
                </a:tc>
                <a:extLst>
                  <a:ext uri="{0D108BD9-81ED-4DB2-BD59-A6C34878D82A}">
                    <a16:rowId xmlns:a16="http://schemas.microsoft.com/office/drawing/2014/main" val="3342671780"/>
                  </a:ext>
                </a:extLst>
              </a:tr>
              <a:tr h="266162">
                <a:tc>
                  <a:txBody>
                    <a:bodyPr/>
                    <a:lstStyle/>
                    <a:p>
                      <a:pPr algn="ctr"/>
                      <a:r>
                        <a:rPr lang="en-IN" sz="1000" dirty="0"/>
                        <a:t>12</a:t>
                      </a:r>
                    </a:p>
                  </a:txBody>
                  <a:tcPr marL="68580" marR="68580" marT="34290" marB="34290"/>
                </a:tc>
                <a:tc>
                  <a:txBody>
                    <a:bodyPr/>
                    <a:lstStyle/>
                    <a:p>
                      <a:pPr algn="ctr"/>
                      <a:r>
                        <a:rPr lang="en-IN" sz="1000" dirty="0"/>
                        <a:t>HARISH A </a:t>
                      </a:r>
                    </a:p>
                  </a:txBody>
                  <a:tcPr marL="68580" marR="68580" marT="34290" marB="34290"/>
                </a:tc>
                <a:tc>
                  <a:txBody>
                    <a:bodyPr/>
                    <a:lstStyle/>
                    <a:p>
                      <a:pPr algn="ctr"/>
                      <a:r>
                        <a:rPr lang="en-IN" sz="1000" dirty="0"/>
                        <a:t>POWER TRAIN </a:t>
                      </a:r>
                    </a:p>
                  </a:txBody>
                  <a:tcPr marL="68580" marR="68580" marT="34290" marB="34290"/>
                </a:tc>
                <a:extLst>
                  <a:ext uri="{0D108BD9-81ED-4DB2-BD59-A6C34878D82A}">
                    <a16:rowId xmlns:a16="http://schemas.microsoft.com/office/drawing/2014/main" val="204672176"/>
                  </a:ext>
                </a:extLst>
              </a:tr>
              <a:tr h="266162">
                <a:tc>
                  <a:txBody>
                    <a:bodyPr/>
                    <a:lstStyle/>
                    <a:p>
                      <a:pPr algn="ctr"/>
                      <a:r>
                        <a:rPr lang="en-IN" sz="1000" dirty="0"/>
                        <a:t>13</a:t>
                      </a:r>
                    </a:p>
                  </a:txBody>
                  <a:tcPr marL="68580" marR="68580" marT="34290" marB="34290"/>
                </a:tc>
                <a:tc>
                  <a:txBody>
                    <a:bodyPr/>
                    <a:lstStyle/>
                    <a:p>
                      <a:pPr algn="ctr"/>
                      <a:r>
                        <a:rPr lang="en-IN" sz="1000" dirty="0"/>
                        <a:t>LINGESHWARAN K M </a:t>
                      </a:r>
                    </a:p>
                  </a:txBody>
                  <a:tcPr marL="68580" marR="68580" marT="34290" marB="34290"/>
                </a:tc>
                <a:tc>
                  <a:txBody>
                    <a:bodyPr/>
                    <a:lstStyle/>
                    <a:p>
                      <a:pPr algn="ctr"/>
                      <a:r>
                        <a:rPr lang="en-IN" sz="1000" dirty="0"/>
                        <a:t>POWER TRAIN </a:t>
                      </a:r>
                    </a:p>
                  </a:txBody>
                  <a:tcPr marL="68580" marR="68580" marT="34290" marB="34290"/>
                </a:tc>
                <a:extLst>
                  <a:ext uri="{0D108BD9-81ED-4DB2-BD59-A6C34878D82A}">
                    <a16:rowId xmlns:a16="http://schemas.microsoft.com/office/drawing/2014/main" val="1990654465"/>
                  </a:ext>
                </a:extLst>
              </a:tr>
              <a:tr h="266162">
                <a:tc>
                  <a:txBody>
                    <a:bodyPr/>
                    <a:lstStyle/>
                    <a:p>
                      <a:pPr algn="ctr"/>
                      <a:r>
                        <a:rPr lang="en-IN" sz="1000" dirty="0"/>
                        <a:t>14</a:t>
                      </a:r>
                    </a:p>
                  </a:txBody>
                  <a:tcPr marL="68580" marR="68580" marT="34290" marB="34290"/>
                </a:tc>
                <a:tc>
                  <a:txBody>
                    <a:bodyPr/>
                    <a:lstStyle/>
                    <a:p>
                      <a:pPr algn="ctr"/>
                      <a:r>
                        <a:rPr lang="en-IN" sz="1000" dirty="0"/>
                        <a:t>TAMIL SELVAN E </a:t>
                      </a:r>
                    </a:p>
                  </a:txBody>
                  <a:tcPr marL="68580" marR="68580" marT="34290" marB="34290"/>
                </a:tc>
                <a:tc>
                  <a:txBody>
                    <a:bodyPr/>
                    <a:lstStyle/>
                    <a:p>
                      <a:pPr algn="ctr"/>
                      <a:r>
                        <a:rPr lang="en-IN" sz="1000" dirty="0"/>
                        <a:t>POWER TRAIN </a:t>
                      </a:r>
                    </a:p>
                  </a:txBody>
                  <a:tcPr marL="68580" marR="68580" marT="34290" marB="34290"/>
                </a:tc>
                <a:extLst>
                  <a:ext uri="{0D108BD9-81ED-4DB2-BD59-A6C34878D82A}">
                    <a16:rowId xmlns:a16="http://schemas.microsoft.com/office/drawing/2014/main" val="3501549787"/>
                  </a:ext>
                </a:extLst>
              </a:tr>
              <a:tr h="266162">
                <a:tc>
                  <a:txBody>
                    <a:bodyPr/>
                    <a:lstStyle/>
                    <a:p>
                      <a:pPr algn="ctr"/>
                      <a:r>
                        <a:rPr lang="en-IN" sz="1000" dirty="0"/>
                        <a:t>15</a:t>
                      </a:r>
                    </a:p>
                  </a:txBody>
                  <a:tcPr marL="68580" marR="68580" marT="34290" marB="34290"/>
                </a:tc>
                <a:tc>
                  <a:txBody>
                    <a:bodyPr/>
                    <a:lstStyle/>
                    <a:p>
                      <a:pPr algn="ctr"/>
                      <a:r>
                        <a:rPr lang="en-IN" sz="1000" dirty="0"/>
                        <a:t>SURYAPRAKASH K </a:t>
                      </a:r>
                    </a:p>
                  </a:txBody>
                  <a:tcPr marL="68580" marR="68580" marT="34290" marB="34290"/>
                </a:tc>
                <a:tc>
                  <a:txBody>
                    <a:bodyPr/>
                    <a:lstStyle/>
                    <a:p>
                      <a:pPr algn="ctr"/>
                      <a:r>
                        <a:rPr lang="en-IN" sz="1000" dirty="0"/>
                        <a:t>POWER TRAIN </a:t>
                      </a:r>
                    </a:p>
                  </a:txBody>
                  <a:tcPr marL="68580" marR="68580" marT="34290" marB="34290"/>
                </a:tc>
                <a:extLst>
                  <a:ext uri="{0D108BD9-81ED-4DB2-BD59-A6C34878D82A}">
                    <a16:rowId xmlns:a16="http://schemas.microsoft.com/office/drawing/2014/main" val="3846922307"/>
                  </a:ext>
                </a:extLst>
              </a:tr>
              <a:tr h="266162">
                <a:tc>
                  <a:txBody>
                    <a:bodyPr/>
                    <a:lstStyle/>
                    <a:p>
                      <a:pPr algn="ctr"/>
                      <a:r>
                        <a:rPr lang="en-IN" sz="1000" dirty="0"/>
                        <a:t>16</a:t>
                      </a:r>
                    </a:p>
                  </a:txBody>
                  <a:tcPr marL="68580" marR="68580" marT="34290" marB="34290"/>
                </a:tc>
                <a:tc>
                  <a:txBody>
                    <a:bodyPr/>
                    <a:lstStyle/>
                    <a:p>
                      <a:pPr algn="ctr"/>
                      <a:r>
                        <a:rPr lang="en-IN" sz="1000" dirty="0"/>
                        <a:t>KARTHICK S </a:t>
                      </a:r>
                      <a:r>
                        <a:rPr lang="en-IN" sz="1000" dirty="0" err="1"/>
                        <a:t>S</a:t>
                      </a:r>
                      <a:r>
                        <a:rPr lang="en-IN" sz="1000" dirty="0"/>
                        <a:t>  [H]</a:t>
                      </a:r>
                    </a:p>
                  </a:txBody>
                  <a:tcPr marL="68580" marR="68580" marT="34290" marB="34290"/>
                </a:tc>
                <a:tc>
                  <a:txBody>
                    <a:bodyPr/>
                    <a:lstStyle/>
                    <a:p>
                      <a:pPr algn="ctr"/>
                      <a:r>
                        <a:rPr lang="en-IN" sz="1000" dirty="0"/>
                        <a:t>STEERING </a:t>
                      </a:r>
                    </a:p>
                  </a:txBody>
                  <a:tcPr marL="68580" marR="68580" marT="34290" marB="34290"/>
                </a:tc>
                <a:extLst>
                  <a:ext uri="{0D108BD9-81ED-4DB2-BD59-A6C34878D82A}">
                    <a16:rowId xmlns:a16="http://schemas.microsoft.com/office/drawing/2014/main" val="1899129890"/>
                  </a:ext>
                </a:extLst>
              </a:tr>
            </a:tbl>
          </a:graphicData>
        </a:graphic>
      </p:graphicFrame>
      <p:graphicFrame>
        <p:nvGraphicFramePr>
          <p:cNvPr id="5" name="Table 4">
            <a:extLst>
              <a:ext uri="{FF2B5EF4-FFF2-40B4-BE49-F238E27FC236}">
                <a16:creationId xmlns:a16="http://schemas.microsoft.com/office/drawing/2014/main" id="{F10F9A48-A1E8-7034-EF18-AAEF95E53388}"/>
              </a:ext>
            </a:extLst>
          </p:cNvPr>
          <p:cNvGraphicFramePr>
            <a:graphicFrameLocks noGrp="1"/>
          </p:cNvGraphicFramePr>
          <p:nvPr>
            <p:extLst>
              <p:ext uri="{D42A27DB-BD31-4B8C-83A1-F6EECF244321}">
                <p14:modId xmlns:p14="http://schemas.microsoft.com/office/powerpoint/2010/main" val="1767673738"/>
              </p:ext>
            </p:extLst>
          </p:nvPr>
        </p:nvGraphicFramePr>
        <p:xfrm>
          <a:off x="5498692" y="1396432"/>
          <a:ext cx="5828069" cy="4535937"/>
        </p:xfrm>
        <a:graphic>
          <a:graphicData uri="http://schemas.openxmlformats.org/drawingml/2006/table">
            <a:tbl>
              <a:tblPr firstRow="1" bandRow="1">
                <a:tableStyleId>{5DA37D80-6434-44D0-A028-1B22A696006F}</a:tableStyleId>
              </a:tblPr>
              <a:tblGrid>
                <a:gridCol w="593978">
                  <a:extLst>
                    <a:ext uri="{9D8B030D-6E8A-4147-A177-3AD203B41FA5}">
                      <a16:colId xmlns:a16="http://schemas.microsoft.com/office/drawing/2014/main" val="3786918071"/>
                    </a:ext>
                  </a:extLst>
                </a:gridCol>
                <a:gridCol w="3291401">
                  <a:extLst>
                    <a:ext uri="{9D8B030D-6E8A-4147-A177-3AD203B41FA5}">
                      <a16:colId xmlns:a16="http://schemas.microsoft.com/office/drawing/2014/main" val="928517752"/>
                    </a:ext>
                  </a:extLst>
                </a:gridCol>
                <a:gridCol w="1942690">
                  <a:extLst>
                    <a:ext uri="{9D8B030D-6E8A-4147-A177-3AD203B41FA5}">
                      <a16:colId xmlns:a16="http://schemas.microsoft.com/office/drawing/2014/main" val="2301884764"/>
                    </a:ext>
                  </a:extLst>
                </a:gridCol>
              </a:tblGrid>
              <a:tr h="441753">
                <a:tc>
                  <a:txBody>
                    <a:bodyPr/>
                    <a:lstStyle/>
                    <a:p>
                      <a:pPr algn="ctr"/>
                      <a:r>
                        <a:rPr lang="en-IN" sz="1200" dirty="0"/>
                        <a:t>SI.</a:t>
                      </a:r>
                    </a:p>
                    <a:p>
                      <a:pPr algn="ctr"/>
                      <a:r>
                        <a:rPr lang="en-IN" sz="1200" dirty="0"/>
                        <a:t>NO </a:t>
                      </a:r>
                    </a:p>
                  </a:txBody>
                  <a:tcPr marL="68580" marR="68580" marT="34290" marB="34290"/>
                </a:tc>
                <a:tc>
                  <a:txBody>
                    <a:bodyPr/>
                    <a:lstStyle/>
                    <a:p>
                      <a:pPr algn="ctr"/>
                      <a:r>
                        <a:rPr lang="en-IN" sz="1200" dirty="0"/>
                        <a:t>NAME </a:t>
                      </a:r>
                    </a:p>
                  </a:txBody>
                  <a:tcPr marL="68580" marR="68580" marT="34290" marB="34290"/>
                </a:tc>
                <a:tc>
                  <a:txBody>
                    <a:bodyPr/>
                    <a:lstStyle/>
                    <a:p>
                      <a:pPr algn="ctr"/>
                      <a:r>
                        <a:rPr lang="en-IN" sz="1200" dirty="0"/>
                        <a:t>DESIGNATION </a:t>
                      </a:r>
                    </a:p>
                  </a:txBody>
                  <a:tcPr marL="68580" marR="68580" marT="34290" marB="34290"/>
                </a:tc>
                <a:extLst>
                  <a:ext uri="{0D108BD9-81ED-4DB2-BD59-A6C34878D82A}">
                    <a16:rowId xmlns:a16="http://schemas.microsoft.com/office/drawing/2014/main" val="4222517051"/>
                  </a:ext>
                </a:extLst>
              </a:tr>
              <a:tr h="273606">
                <a:tc>
                  <a:txBody>
                    <a:bodyPr/>
                    <a:lstStyle/>
                    <a:p>
                      <a:pPr algn="ctr"/>
                      <a:r>
                        <a:rPr lang="en-IN" sz="1000" dirty="0"/>
                        <a:t>17</a:t>
                      </a:r>
                    </a:p>
                  </a:txBody>
                  <a:tcPr marL="68580" marR="68580" marT="34290" marB="34290"/>
                </a:tc>
                <a:tc>
                  <a:txBody>
                    <a:bodyPr/>
                    <a:lstStyle/>
                    <a:p>
                      <a:pPr algn="ctr"/>
                      <a:r>
                        <a:rPr lang="en-IN" sz="1000" dirty="0"/>
                        <a:t>SHARAN G </a:t>
                      </a:r>
                    </a:p>
                  </a:txBody>
                  <a:tcPr marL="68580" marR="68580" marT="34290" marB="34290"/>
                </a:tc>
                <a:tc>
                  <a:txBody>
                    <a:bodyPr/>
                    <a:lstStyle/>
                    <a:p>
                      <a:pPr algn="ctr"/>
                      <a:r>
                        <a:rPr lang="en-IN" sz="1000" dirty="0"/>
                        <a:t>STEERING </a:t>
                      </a:r>
                    </a:p>
                  </a:txBody>
                  <a:tcPr marL="68580" marR="68580" marT="34290" marB="34290"/>
                </a:tc>
                <a:extLst>
                  <a:ext uri="{0D108BD9-81ED-4DB2-BD59-A6C34878D82A}">
                    <a16:rowId xmlns:a16="http://schemas.microsoft.com/office/drawing/2014/main" val="2046233897"/>
                  </a:ext>
                </a:extLst>
              </a:tr>
              <a:tr h="273606">
                <a:tc>
                  <a:txBody>
                    <a:bodyPr/>
                    <a:lstStyle/>
                    <a:p>
                      <a:pPr algn="ctr"/>
                      <a:r>
                        <a:rPr lang="en-IN" sz="1000" dirty="0"/>
                        <a:t>18</a:t>
                      </a:r>
                    </a:p>
                  </a:txBody>
                  <a:tcPr marL="68580" marR="68580" marT="34290" marB="34290"/>
                </a:tc>
                <a:tc>
                  <a:txBody>
                    <a:bodyPr/>
                    <a:lstStyle/>
                    <a:p>
                      <a:pPr algn="ctr"/>
                      <a:r>
                        <a:rPr lang="en-IN" sz="1000" dirty="0"/>
                        <a:t>JAGADEESWARAN K</a:t>
                      </a:r>
                    </a:p>
                  </a:txBody>
                  <a:tcPr marL="68580" marR="68580" marT="34290" marB="34290"/>
                </a:tc>
                <a:tc>
                  <a:txBody>
                    <a:bodyPr/>
                    <a:lstStyle/>
                    <a:p>
                      <a:pPr algn="ctr"/>
                      <a:r>
                        <a:rPr lang="en-IN" sz="1000" dirty="0"/>
                        <a:t>STEERING </a:t>
                      </a:r>
                    </a:p>
                  </a:txBody>
                  <a:tcPr marL="68580" marR="68580" marT="34290" marB="34290"/>
                </a:tc>
                <a:extLst>
                  <a:ext uri="{0D108BD9-81ED-4DB2-BD59-A6C34878D82A}">
                    <a16:rowId xmlns:a16="http://schemas.microsoft.com/office/drawing/2014/main" val="2167952522"/>
                  </a:ext>
                </a:extLst>
              </a:tr>
              <a:tr h="273606">
                <a:tc>
                  <a:txBody>
                    <a:bodyPr/>
                    <a:lstStyle/>
                    <a:p>
                      <a:pPr algn="ctr"/>
                      <a:r>
                        <a:rPr lang="en-IN" sz="1000" dirty="0"/>
                        <a:t>19</a:t>
                      </a:r>
                    </a:p>
                  </a:txBody>
                  <a:tcPr marL="68580" marR="68580" marT="34290" marB="34290"/>
                </a:tc>
                <a:tc>
                  <a:txBody>
                    <a:bodyPr/>
                    <a:lstStyle/>
                    <a:p>
                      <a:pPr algn="ctr"/>
                      <a:r>
                        <a:rPr lang="en-IN" sz="1000" dirty="0"/>
                        <a:t>LOGANATHAN K </a:t>
                      </a:r>
                    </a:p>
                  </a:txBody>
                  <a:tcPr marL="68580" marR="68580" marT="34290" marB="34290"/>
                </a:tc>
                <a:tc>
                  <a:txBody>
                    <a:bodyPr/>
                    <a:lstStyle/>
                    <a:p>
                      <a:pPr algn="ctr"/>
                      <a:r>
                        <a:rPr lang="en-IN" sz="1000" dirty="0"/>
                        <a:t>STEERING </a:t>
                      </a:r>
                    </a:p>
                  </a:txBody>
                  <a:tcPr marL="68580" marR="68580" marT="34290" marB="34290"/>
                </a:tc>
                <a:extLst>
                  <a:ext uri="{0D108BD9-81ED-4DB2-BD59-A6C34878D82A}">
                    <a16:rowId xmlns:a16="http://schemas.microsoft.com/office/drawing/2014/main" val="4029404526"/>
                  </a:ext>
                </a:extLst>
              </a:tr>
              <a:tr h="273606">
                <a:tc>
                  <a:txBody>
                    <a:bodyPr/>
                    <a:lstStyle/>
                    <a:p>
                      <a:pPr algn="ctr"/>
                      <a:r>
                        <a:rPr lang="en-IN" sz="1000" dirty="0"/>
                        <a:t>20</a:t>
                      </a:r>
                    </a:p>
                  </a:txBody>
                  <a:tcPr marL="68580" marR="68580" marT="34290" marB="34290"/>
                </a:tc>
                <a:tc>
                  <a:txBody>
                    <a:bodyPr/>
                    <a:lstStyle/>
                    <a:p>
                      <a:pPr algn="ctr"/>
                      <a:r>
                        <a:rPr lang="en-IN" sz="1000" dirty="0"/>
                        <a:t>GOKULNATH S [H]</a:t>
                      </a:r>
                    </a:p>
                  </a:txBody>
                  <a:tcPr marL="68580" marR="68580" marT="34290" marB="34290"/>
                </a:tc>
                <a:tc>
                  <a:txBody>
                    <a:bodyPr/>
                    <a:lstStyle/>
                    <a:p>
                      <a:pPr algn="ctr"/>
                      <a:r>
                        <a:rPr lang="en-IN" sz="1000" dirty="0"/>
                        <a:t>BRAKE </a:t>
                      </a:r>
                    </a:p>
                  </a:txBody>
                  <a:tcPr marL="68580" marR="68580" marT="34290" marB="34290"/>
                </a:tc>
                <a:extLst>
                  <a:ext uri="{0D108BD9-81ED-4DB2-BD59-A6C34878D82A}">
                    <a16:rowId xmlns:a16="http://schemas.microsoft.com/office/drawing/2014/main" val="3732014692"/>
                  </a:ext>
                </a:extLst>
              </a:tr>
              <a:tr h="273606">
                <a:tc>
                  <a:txBody>
                    <a:bodyPr/>
                    <a:lstStyle/>
                    <a:p>
                      <a:pPr algn="ctr"/>
                      <a:r>
                        <a:rPr lang="en-IN" sz="1000" dirty="0"/>
                        <a:t>21</a:t>
                      </a:r>
                    </a:p>
                  </a:txBody>
                  <a:tcPr marL="68580" marR="68580" marT="34290" marB="34290"/>
                </a:tc>
                <a:tc>
                  <a:txBody>
                    <a:bodyPr/>
                    <a:lstStyle/>
                    <a:p>
                      <a:pPr algn="ctr"/>
                      <a:r>
                        <a:rPr lang="en-IN" sz="1000" dirty="0"/>
                        <a:t>VIVIN B K </a:t>
                      </a:r>
                    </a:p>
                  </a:txBody>
                  <a:tcPr marL="68580" marR="68580" marT="34290" marB="34290"/>
                </a:tc>
                <a:tc>
                  <a:txBody>
                    <a:bodyPr/>
                    <a:lstStyle/>
                    <a:p>
                      <a:pPr algn="ctr"/>
                      <a:r>
                        <a:rPr lang="en-IN" sz="1000" dirty="0"/>
                        <a:t>BRAKE </a:t>
                      </a:r>
                    </a:p>
                  </a:txBody>
                  <a:tcPr marL="68580" marR="68580" marT="34290" marB="34290"/>
                </a:tc>
                <a:extLst>
                  <a:ext uri="{0D108BD9-81ED-4DB2-BD59-A6C34878D82A}">
                    <a16:rowId xmlns:a16="http://schemas.microsoft.com/office/drawing/2014/main" val="670599635"/>
                  </a:ext>
                </a:extLst>
              </a:tr>
              <a:tr h="273606">
                <a:tc>
                  <a:txBody>
                    <a:bodyPr/>
                    <a:lstStyle/>
                    <a:p>
                      <a:pPr algn="ctr"/>
                      <a:r>
                        <a:rPr lang="en-IN" sz="1000" dirty="0"/>
                        <a:t>22</a:t>
                      </a:r>
                    </a:p>
                  </a:txBody>
                  <a:tcPr marL="68580" marR="68580" marT="34290" marB="34290"/>
                </a:tc>
                <a:tc>
                  <a:txBody>
                    <a:bodyPr/>
                    <a:lstStyle/>
                    <a:p>
                      <a:pPr algn="ctr"/>
                      <a:r>
                        <a:rPr lang="en-IN" sz="1000" dirty="0"/>
                        <a:t>PREM KUMAR G </a:t>
                      </a:r>
                    </a:p>
                  </a:txBody>
                  <a:tcPr marL="68580" marR="68580" marT="34290" marB="34290"/>
                </a:tc>
                <a:tc>
                  <a:txBody>
                    <a:bodyPr/>
                    <a:lstStyle/>
                    <a:p>
                      <a:pPr algn="ctr"/>
                      <a:r>
                        <a:rPr lang="en-IN" sz="1000" dirty="0"/>
                        <a:t>BRAKE </a:t>
                      </a:r>
                    </a:p>
                  </a:txBody>
                  <a:tcPr marL="68580" marR="68580" marT="34290" marB="34290"/>
                </a:tc>
                <a:extLst>
                  <a:ext uri="{0D108BD9-81ED-4DB2-BD59-A6C34878D82A}">
                    <a16:rowId xmlns:a16="http://schemas.microsoft.com/office/drawing/2014/main" val="3621692929"/>
                  </a:ext>
                </a:extLst>
              </a:tr>
              <a:tr h="273606">
                <a:tc>
                  <a:txBody>
                    <a:bodyPr/>
                    <a:lstStyle/>
                    <a:p>
                      <a:pPr algn="ctr"/>
                      <a:r>
                        <a:rPr lang="en-IN" sz="1000" dirty="0"/>
                        <a:t>23</a:t>
                      </a:r>
                    </a:p>
                  </a:txBody>
                  <a:tcPr marL="68580" marR="68580" marT="34290" marB="34290"/>
                </a:tc>
                <a:tc>
                  <a:txBody>
                    <a:bodyPr/>
                    <a:lstStyle/>
                    <a:p>
                      <a:pPr algn="ctr"/>
                      <a:r>
                        <a:rPr lang="en-IN" sz="1000" dirty="0"/>
                        <a:t>RAMASAMY S A</a:t>
                      </a:r>
                    </a:p>
                  </a:txBody>
                  <a:tcPr marL="68580" marR="68580" marT="34290" marB="34290"/>
                </a:tc>
                <a:tc>
                  <a:txBody>
                    <a:bodyPr/>
                    <a:lstStyle/>
                    <a:p>
                      <a:pPr algn="ctr"/>
                      <a:r>
                        <a:rPr lang="en-IN" sz="1000" dirty="0"/>
                        <a:t>BRAKE </a:t>
                      </a:r>
                    </a:p>
                  </a:txBody>
                  <a:tcPr marL="68580" marR="68580" marT="34290" marB="34290"/>
                </a:tc>
                <a:extLst>
                  <a:ext uri="{0D108BD9-81ED-4DB2-BD59-A6C34878D82A}">
                    <a16:rowId xmlns:a16="http://schemas.microsoft.com/office/drawing/2014/main" val="3122820810"/>
                  </a:ext>
                </a:extLst>
              </a:tr>
              <a:tr h="273606">
                <a:tc>
                  <a:txBody>
                    <a:bodyPr/>
                    <a:lstStyle/>
                    <a:p>
                      <a:pPr algn="ctr"/>
                      <a:r>
                        <a:rPr lang="en-IN" sz="1000" dirty="0"/>
                        <a:t>24</a:t>
                      </a:r>
                    </a:p>
                  </a:txBody>
                  <a:tcPr marL="68580" marR="68580" marT="34290" marB="34290"/>
                </a:tc>
                <a:tc>
                  <a:txBody>
                    <a:bodyPr/>
                    <a:lstStyle/>
                    <a:p>
                      <a:pPr algn="ctr"/>
                      <a:r>
                        <a:rPr lang="en-IN" sz="1000" dirty="0"/>
                        <a:t>HARJENDRA D S [H] </a:t>
                      </a:r>
                    </a:p>
                  </a:txBody>
                  <a:tcPr marL="68580" marR="68580" marT="34290" marB="34290"/>
                </a:tc>
                <a:tc>
                  <a:txBody>
                    <a:bodyPr/>
                    <a:lstStyle/>
                    <a:p>
                      <a:pPr algn="ctr"/>
                      <a:r>
                        <a:rPr lang="en-IN" sz="1000" dirty="0"/>
                        <a:t>DESIGN </a:t>
                      </a:r>
                    </a:p>
                  </a:txBody>
                  <a:tcPr marL="68580" marR="68580" marT="34290" marB="34290"/>
                </a:tc>
                <a:extLst>
                  <a:ext uri="{0D108BD9-81ED-4DB2-BD59-A6C34878D82A}">
                    <a16:rowId xmlns:a16="http://schemas.microsoft.com/office/drawing/2014/main" val="433051753"/>
                  </a:ext>
                </a:extLst>
              </a:tr>
              <a:tr h="273606">
                <a:tc>
                  <a:txBody>
                    <a:bodyPr/>
                    <a:lstStyle/>
                    <a:p>
                      <a:pPr algn="ctr"/>
                      <a:r>
                        <a:rPr lang="en-IN" sz="1000" dirty="0"/>
                        <a:t>25</a:t>
                      </a:r>
                    </a:p>
                  </a:txBody>
                  <a:tcPr marL="68580" marR="68580" marT="34290" marB="34290"/>
                </a:tc>
                <a:tc>
                  <a:txBody>
                    <a:bodyPr/>
                    <a:lstStyle/>
                    <a:p>
                      <a:pPr algn="ctr"/>
                      <a:r>
                        <a:rPr lang="en-IN" sz="1000" dirty="0"/>
                        <a:t>GURU PRASANNA V </a:t>
                      </a:r>
                    </a:p>
                  </a:txBody>
                  <a:tcPr marL="68580" marR="68580" marT="34290" marB="34290"/>
                </a:tc>
                <a:tc>
                  <a:txBody>
                    <a:bodyPr/>
                    <a:lstStyle/>
                    <a:p>
                      <a:pPr algn="ctr"/>
                      <a:r>
                        <a:rPr lang="en-IN" sz="1000" dirty="0"/>
                        <a:t>DESIGN </a:t>
                      </a:r>
                    </a:p>
                  </a:txBody>
                  <a:tcPr marL="68580" marR="68580" marT="34290" marB="34290"/>
                </a:tc>
                <a:extLst>
                  <a:ext uri="{0D108BD9-81ED-4DB2-BD59-A6C34878D82A}">
                    <a16:rowId xmlns:a16="http://schemas.microsoft.com/office/drawing/2014/main" val="3496863559"/>
                  </a:ext>
                </a:extLst>
              </a:tr>
              <a:tr h="273606">
                <a:tc>
                  <a:txBody>
                    <a:bodyPr/>
                    <a:lstStyle/>
                    <a:p>
                      <a:pPr algn="ctr"/>
                      <a:r>
                        <a:rPr lang="en-IN" sz="1000" dirty="0"/>
                        <a:t>26</a:t>
                      </a:r>
                    </a:p>
                  </a:txBody>
                  <a:tcPr marL="68580" marR="68580" marT="34290" marB="34290"/>
                </a:tc>
                <a:tc>
                  <a:txBody>
                    <a:bodyPr/>
                    <a:lstStyle/>
                    <a:p>
                      <a:pPr algn="ctr"/>
                      <a:r>
                        <a:rPr lang="en-IN" sz="1000" dirty="0"/>
                        <a:t>PRAKASH K </a:t>
                      </a:r>
                    </a:p>
                  </a:txBody>
                  <a:tcPr marL="68580" marR="68580" marT="34290" marB="34290"/>
                </a:tc>
                <a:tc>
                  <a:txBody>
                    <a:bodyPr/>
                    <a:lstStyle/>
                    <a:p>
                      <a:pPr algn="ctr"/>
                      <a:r>
                        <a:rPr lang="en-IN" sz="1000" dirty="0"/>
                        <a:t>DESIGN </a:t>
                      </a:r>
                    </a:p>
                  </a:txBody>
                  <a:tcPr marL="68580" marR="68580" marT="34290" marB="34290"/>
                </a:tc>
                <a:extLst>
                  <a:ext uri="{0D108BD9-81ED-4DB2-BD59-A6C34878D82A}">
                    <a16:rowId xmlns:a16="http://schemas.microsoft.com/office/drawing/2014/main" val="303502667"/>
                  </a:ext>
                </a:extLst>
              </a:tr>
              <a:tr h="273606">
                <a:tc>
                  <a:txBody>
                    <a:bodyPr/>
                    <a:lstStyle/>
                    <a:p>
                      <a:pPr algn="ctr"/>
                      <a:r>
                        <a:rPr lang="en-IN" sz="1000" dirty="0"/>
                        <a:t>27</a:t>
                      </a:r>
                    </a:p>
                  </a:txBody>
                  <a:tcPr marL="68580" marR="68580" marT="34290" marB="34290"/>
                </a:tc>
                <a:tc>
                  <a:txBody>
                    <a:bodyPr/>
                    <a:lstStyle/>
                    <a:p>
                      <a:pPr algn="ctr"/>
                      <a:r>
                        <a:rPr lang="en-IN" sz="1000" dirty="0"/>
                        <a:t>ARAVINTH R </a:t>
                      </a:r>
                    </a:p>
                  </a:txBody>
                  <a:tcPr marL="68580" marR="68580" marT="34290" marB="34290"/>
                </a:tc>
                <a:tc>
                  <a:txBody>
                    <a:bodyPr/>
                    <a:lstStyle/>
                    <a:p>
                      <a:pPr algn="ctr"/>
                      <a:r>
                        <a:rPr lang="en-IN" sz="1000" dirty="0"/>
                        <a:t>DESIGN</a:t>
                      </a:r>
                    </a:p>
                  </a:txBody>
                  <a:tcPr marL="68580" marR="68580" marT="34290" marB="34290"/>
                </a:tc>
                <a:extLst>
                  <a:ext uri="{0D108BD9-81ED-4DB2-BD59-A6C34878D82A}">
                    <a16:rowId xmlns:a16="http://schemas.microsoft.com/office/drawing/2014/main" val="3343775211"/>
                  </a:ext>
                </a:extLst>
              </a:tr>
              <a:tr h="273606">
                <a:tc>
                  <a:txBody>
                    <a:bodyPr/>
                    <a:lstStyle/>
                    <a:p>
                      <a:pPr algn="ctr"/>
                      <a:r>
                        <a:rPr lang="en-IN" sz="1000" dirty="0"/>
                        <a:t>28</a:t>
                      </a:r>
                    </a:p>
                  </a:txBody>
                  <a:tcPr marL="68580" marR="68580" marT="34290" marB="34290"/>
                </a:tc>
                <a:tc>
                  <a:txBody>
                    <a:bodyPr/>
                    <a:lstStyle/>
                    <a:p>
                      <a:pPr algn="ctr"/>
                      <a:r>
                        <a:rPr lang="en-IN" sz="1000" dirty="0"/>
                        <a:t>RAJENDRA HARI PRASATH S [H]</a:t>
                      </a:r>
                    </a:p>
                  </a:txBody>
                  <a:tcPr marL="68580" marR="68580" marT="34290" marB="34290"/>
                </a:tc>
                <a:tc>
                  <a:txBody>
                    <a:bodyPr/>
                    <a:lstStyle/>
                    <a:p>
                      <a:pPr algn="ctr"/>
                      <a:r>
                        <a:rPr lang="en-IN" sz="1000" dirty="0"/>
                        <a:t>SPARE MANAGEMENT </a:t>
                      </a:r>
                    </a:p>
                  </a:txBody>
                  <a:tcPr marL="68580" marR="68580" marT="34290" marB="34290"/>
                </a:tc>
                <a:extLst>
                  <a:ext uri="{0D108BD9-81ED-4DB2-BD59-A6C34878D82A}">
                    <a16:rowId xmlns:a16="http://schemas.microsoft.com/office/drawing/2014/main" val="1877303007"/>
                  </a:ext>
                </a:extLst>
              </a:tr>
              <a:tr h="273606">
                <a:tc>
                  <a:txBody>
                    <a:bodyPr/>
                    <a:lstStyle/>
                    <a:p>
                      <a:pPr algn="ctr"/>
                      <a:r>
                        <a:rPr lang="en-IN" sz="1000" dirty="0"/>
                        <a:t>29</a:t>
                      </a:r>
                    </a:p>
                  </a:txBody>
                  <a:tcPr marL="68580" marR="68580" marT="34290" marB="34290"/>
                </a:tc>
                <a:tc>
                  <a:txBody>
                    <a:bodyPr/>
                    <a:lstStyle/>
                    <a:p>
                      <a:pPr algn="ctr"/>
                      <a:r>
                        <a:rPr lang="en-IN" sz="1000" dirty="0"/>
                        <a:t>SURENDHAR </a:t>
                      </a:r>
                    </a:p>
                  </a:txBody>
                  <a:tcPr marL="68580" marR="68580" marT="34290" marB="34290"/>
                </a:tc>
                <a:tc>
                  <a:txBody>
                    <a:bodyPr/>
                    <a:lstStyle/>
                    <a:p>
                      <a:pPr algn="ctr"/>
                      <a:r>
                        <a:rPr lang="en-IN" sz="1000" dirty="0"/>
                        <a:t>SPARE MANAGEMENT </a:t>
                      </a:r>
                    </a:p>
                  </a:txBody>
                  <a:tcPr marL="68580" marR="68580" marT="34290" marB="34290"/>
                </a:tc>
                <a:extLst>
                  <a:ext uri="{0D108BD9-81ED-4DB2-BD59-A6C34878D82A}">
                    <a16:rowId xmlns:a16="http://schemas.microsoft.com/office/drawing/2014/main" val="3466846887"/>
                  </a:ext>
                </a:extLst>
              </a:tr>
              <a:tr h="263700">
                <a:tc>
                  <a:txBody>
                    <a:bodyPr/>
                    <a:lstStyle/>
                    <a:p>
                      <a:pPr algn="ctr"/>
                      <a:r>
                        <a:rPr lang="en-IN" sz="1000" dirty="0"/>
                        <a:t>30</a:t>
                      </a:r>
                    </a:p>
                  </a:txBody>
                  <a:tcPr marL="68580" marR="68580" marT="34290" marB="34290"/>
                </a:tc>
                <a:tc>
                  <a:txBody>
                    <a:bodyPr/>
                    <a:lstStyle/>
                    <a:p>
                      <a:pPr algn="ctr"/>
                      <a:r>
                        <a:rPr lang="en-IN" sz="1000" dirty="0"/>
                        <a:t>VEERARAGHAVAN A </a:t>
                      </a:r>
                    </a:p>
                  </a:txBody>
                  <a:tcPr marL="68580" marR="68580" marT="34290" marB="34290"/>
                </a:tc>
                <a:tc>
                  <a:txBody>
                    <a:bodyPr/>
                    <a:lstStyle/>
                    <a:p>
                      <a:pPr algn="ctr"/>
                      <a:r>
                        <a:rPr lang="en-IN" sz="1000" dirty="0"/>
                        <a:t>TOOL MANAGEMENT </a:t>
                      </a:r>
                    </a:p>
                  </a:txBody>
                  <a:tcPr marL="68580" marR="68580" marT="34290" marB="34290"/>
                </a:tc>
                <a:extLst>
                  <a:ext uri="{0D108BD9-81ED-4DB2-BD59-A6C34878D82A}">
                    <a16:rowId xmlns:a16="http://schemas.microsoft.com/office/drawing/2014/main" val="370829901"/>
                  </a:ext>
                </a:extLst>
              </a:tr>
              <a:tr h="273606">
                <a:tc>
                  <a:txBody>
                    <a:bodyPr/>
                    <a:lstStyle/>
                    <a:p>
                      <a:pPr algn="ctr"/>
                      <a:r>
                        <a:rPr lang="en-IN" sz="1000" dirty="0"/>
                        <a:t>31</a:t>
                      </a:r>
                    </a:p>
                  </a:txBody>
                  <a:tcPr marL="68580" marR="68580" marT="34290" marB="34290"/>
                </a:tc>
                <a:tc>
                  <a:txBody>
                    <a:bodyPr/>
                    <a:lstStyle/>
                    <a:p>
                      <a:pPr algn="ctr"/>
                      <a:r>
                        <a:rPr lang="en-IN" sz="1000" dirty="0"/>
                        <a:t>VIJAY R </a:t>
                      </a:r>
                    </a:p>
                  </a:txBody>
                  <a:tcPr marL="68580" marR="68580" marT="34290" marB="34290"/>
                </a:tc>
                <a:tc>
                  <a:txBody>
                    <a:bodyPr/>
                    <a:lstStyle/>
                    <a:p>
                      <a:pPr algn="ctr"/>
                      <a:r>
                        <a:rPr lang="en-IN" sz="1000" dirty="0"/>
                        <a:t>TOOL MANAGEMENT</a:t>
                      </a:r>
                    </a:p>
                  </a:txBody>
                  <a:tcPr marL="68580" marR="68580" marT="34290" marB="34290"/>
                </a:tc>
                <a:extLst>
                  <a:ext uri="{0D108BD9-81ED-4DB2-BD59-A6C34878D82A}">
                    <a16:rowId xmlns:a16="http://schemas.microsoft.com/office/drawing/2014/main" val="1563939587"/>
                  </a:ext>
                </a:extLst>
              </a:tr>
            </a:tbl>
          </a:graphicData>
        </a:graphic>
      </p:graphicFrame>
      <p:sp>
        <p:nvSpPr>
          <p:cNvPr id="8" name="TextBox 7">
            <a:extLst>
              <a:ext uri="{FF2B5EF4-FFF2-40B4-BE49-F238E27FC236}">
                <a16:creationId xmlns:a16="http://schemas.microsoft.com/office/drawing/2014/main" id="{7090D391-67E5-4E1F-C260-BDF2D403B1DF}"/>
              </a:ext>
            </a:extLst>
          </p:cNvPr>
          <p:cNvSpPr txBox="1"/>
          <p:nvPr/>
        </p:nvSpPr>
        <p:spPr>
          <a:xfrm>
            <a:off x="2507226" y="318492"/>
            <a:ext cx="6823587" cy="400110"/>
          </a:xfrm>
          <a:prstGeom prst="rect">
            <a:avLst/>
          </a:prstGeom>
          <a:noFill/>
        </p:spPr>
        <p:txBody>
          <a:bodyPr wrap="square">
            <a:spAutoFit/>
          </a:bodyPr>
          <a:lstStyle/>
          <a:p>
            <a:pPr algn="ctr"/>
            <a:r>
              <a:rPr lang="en-IN" sz="2000" b="1" dirty="0">
                <a:latin typeface="Times New Roman" panose="02020603050405020304" pitchFamily="18" charset="0"/>
                <a:cs typeface="Times New Roman" panose="02020603050405020304" pitchFamily="18" charset="0"/>
              </a:rPr>
              <a:t>TEAM COMPOSITION AND WORK ALLOCATION</a:t>
            </a:r>
          </a:p>
        </p:txBody>
      </p:sp>
    </p:spTree>
    <p:extLst>
      <p:ext uri="{BB962C8B-B14F-4D97-AF65-F5344CB8AC3E}">
        <p14:creationId xmlns:p14="http://schemas.microsoft.com/office/powerpoint/2010/main" val="33654937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BA89657-796D-30C9-EEEB-618002BEA280}"/>
              </a:ext>
            </a:extLst>
          </p:cNvPr>
          <p:cNvPicPr>
            <a:picLocks noChangeAspect="1"/>
          </p:cNvPicPr>
          <p:nvPr/>
        </p:nvPicPr>
        <p:blipFill>
          <a:blip r:embed="rId2">
            <a:extLst>
              <a:ext uri="{28A0092B-C50C-407E-A947-70E740481C1C}">
                <a14:useLocalDpi xmlns:a14="http://schemas.microsoft.com/office/drawing/2010/main" val="0"/>
              </a:ext>
            </a:extLst>
          </a:blip>
          <a:srcRect l="17306" t="32895" r="7356" b="22368"/>
          <a:stretch/>
        </p:blipFill>
        <p:spPr>
          <a:xfrm>
            <a:off x="164691" y="135195"/>
            <a:ext cx="1521180" cy="975851"/>
          </a:xfrm>
          <a:prstGeom prst="rect">
            <a:avLst/>
          </a:prstGeom>
        </p:spPr>
      </p:pic>
      <p:pic>
        <p:nvPicPr>
          <p:cNvPr id="3" name="Picture 2">
            <a:extLst>
              <a:ext uri="{FF2B5EF4-FFF2-40B4-BE49-F238E27FC236}">
                <a16:creationId xmlns:a16="http://schemas.microsoft.com/office/drawing/2014/main" id="{A9CF6400-AC38-EEC0-7AFE-003529D66AD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009878" y="0"/>
            <a:ext cx="1037095" cy="1037095"/>
          </a:xfrm>
          <a:prstGeom prst="rect">
            <a:avLst/>
          </a:prstGeom>
        </p:spPr>
      </p:pic>
      <p:sp>
        <p:nvSpPr>
          <p:cNvPr id="4" name="TextBox 3">
            <a:extLst>
              <a:ext uri="{FF2B5EF4-FFF2-40B4-BE49-F238E27FC236}">
                <a16:creationId xmlns:a16="http://schemas.microsoft.com/office/drawing/2014/main" id="{3742CA95-9F59-281B-73E6-3B6DCF4A3FD4}"/>
              </a:ext>
            </a:extLst>
          </p:cNvPr>
          <p:cNvSpPr txBox="1"/>
          <p:nvPr/>
        </p:nvSpPr>
        <p:spPr>
          <a:xfrm>
            <a:off x="3810000" y="361510"/>
            <a:ext cx="4572000" cy="523220"/>
          </a:xfrm>
          <a:prstGeom prst="rect">
            <a:avLst/>
          </a:prstGeom>
          <a:noFill/>
        </p:spPr>
        <p:txBody>
          <a:bodyPr wrap="square">
            <a:spAutoFit/>
          </a:bodyPr>
          <a:lstStyle/>
          <a:p>
            <a:pPr algn="ctr"/>
            <a:r>
              <a:rPr lang="en-IN" sz="2800" b="1" dirty="0">
                <a:latin typeface="Times New Roman" panose="02020603050405020304" pitchFamily="18" charset="0"/>
                <a:cs typeface="Times New Roman" panose="02020603050405020304" pitchFamily="18" charset="0"/>
              </a:rPr>
              <a:t>ABSTRACT</a:t>
            </a:r>
          </a:p>
        </p:txBody>
      </p:sp>
      <p:sp>
        <p:nvSpPr>
          <p:cNvPr id="5" name="TextBox 4">
            <a:extLst>
              <a:ext uri="{FF2B5EF4-FFF2-40B4-BE49-F238E27FC236}">
                <a16:creationId xmlns:a16="http://schemas.microsoft.com/office/drawing/2014/main" id="{CEE7F731-806E-0F11-631B-67467DD54E4A}"/>
              </a:ext>
            </a:extLst>
          </p:cNvPr>
          <p:cNvSpPr txBox="1"/>
          <p:nvPr/>
        </p:nvSpPr>
        <p:spPr>
          <a:xfrm>
            <a:off x="415413" y="1699479"/>
            <a:ext cx="7558548" cy="3785652"/>
          </a:xfrm>
          <a:prstGeom prst="rect">
            <a:avLst/>
          </a:prstGeom>
          <a:noFill/>
        </p:spPr>
        <p:txBody>
          <a:bodyPr wrap="square">
            <a:spAutoFit/>
          </a:bodyPr>
          <a:lstStyle/>
          <a:p>
            <a:pPr algn="just"/>
            <a:r>
              <a:rPr lang="en-US" sz="2000" dirty="0">
                <a:latin typeface="Times New Roman" panose="02020603050405020304" pitchFamily="18" charset="0"/>
                <a:cs typeface="Times New Roman" panose="02020603050405020304" pitchFamily="18" charset="0"/>
              </a:rPr>
              <a:t>	Go-karting is a popular motorsport that involves small, open-wheel, four-wheeled vehicles called go-karts. These vehicles are designed for recreational and competitive racing, offering an entry-level experience for aspiring racers. Go-karts are typically powered by either gasoline or electric engines and come in various types, from recreational rental karts to high-performance racing models used in professional competitions. This study explores the design, construction, and performance optimization of a go-kart, focusing on key aspects such as chassis design, aerodynamics, braking system, and engine efficiency. Safety considerations, including roll bars, seat belts, and driver gear, are also analyzed. The goal of this research is to enhance go-kart performance while maintaining cost-effectiveness and safety standards.</a:t>
            </a:r>
            <a:endParaRPr lang="en-IN" sz="2000" dirty="0">
              <a:latin typeface="Times New Roman" panose="02020603050405020304" pitchFamily="18" charset="0"/>
              <a:cs typeface="Times New Roman" panose="02020603050405020304" pitchFamily="18" charset="0"/>
            </a:endParaRPr>
          </a:p>
        </p:txBody>
      </p:sp>
      <p:sp>
        <p:nvSpPr>
          <p:cNvPr id="6" name="Footer Placeholder 9">
            <a:extLst>
              <a:ext uri="{FF2B5EF4-FFF2-40B4-BE49-F238E27FC236}">
                <a16:creationId xmlns:a16="http://schemas.microsoft.com/office/drawing/2014/main" id="{A15B7641-F277-284F-DE61-951C18F8F0C2}"/>
              </a:ext>
            </a:extLst>
          </p:cNvPr>
          <p:cNvSpPr>
            <a:spLocks noGrp="1"/>
          </p:cNvSpPr>
          <p:nvPr>
            <p:ph type="ftr" sz="quarter" idx="11"/>
          </p:nvPr>
        </p:nvSpPr>
        <p:spPr>
          <a:xfrm>
            <a:off x="235975" y="6326854"/>
            <a:ext cx="11366090" cy="501650"/>
          </a:xfrm>
        </p:spPr>
        <p:txBody>
          <a:bodyPr/>
          <a:lstStyle/>
          <a:p>
            <a:pPr algn="l"/>
            <a:r>
              <a:rPr lang="en-US" sz="1600" b="1" dirty="0">
                <a:solidFill>
                  <a:srgbClr val="002060"/>
                </a:solidFill>
                <a:latin typeface="Times New Roman" pitchFamily="18" charset="0"/>
                <a:cs typeface="Times New Roman" pitchFamily="18" charset="0"/>
              </a:rPr>
              <a:t>www.aimsacademys.org </a:t>
            </a:r>
            <a:r>
              <a:rPr lang="en-US" sz="1600" b="1" dirty="0">
                <a:solidFill>
                  <a:schemeClr val="accent6">
                    <a:lumMod val="75000"/>
                  </a:schemeClr>
                </a:solidFill>
                <a:latin typeface="Times New Roman" pitchFamily="18" charset="0"/>
                <a:cs typeface="Times New Roman" pitchFamily="18" charset="0"/>
              </a:rPr>
              <a:t>  	 	                                </a:t>
            </a:r>
            <a:r>
              <a:rPr lang="en-US" sz="1600" b="1" dirty="0">
                <a:solidFill>
                  <a:srgbClr val="002060"/>
                </a:solidFill>
                <a:latin typeface="Times New Roman" pitchFamily="18" charset="0"/>
                <a:cs typeface="Times New Roman" pitchFamily="18" charset="0"/>
              </a:rPr>
              <a:t>Season:05 		                                                        AIMS/KEC              </a:t>
            </a:r>
          </a:p>
        </p:txBody>
      </p:sp>
      <p:pic>
        <p:nvPicPr>
          <p:cNvPr id="8" name="Picture 7">
            <a:extLst>
              <a:ext uri="{FF2B5EF4-FFF2-40B4-BE49-F238E27FC236}">
                <a16:creationId xmlns:a16="http://schemas.microsoft.com/office/drawing/2014/main" id="{8A7C2E9C-3E2C-D90D-DF7F-EB8A9E526565}"/>
              </a:ext>
            </a:extLst>
          </p:cNvPr>
          <p:cNvPicPr>
            <a:picLocks noChangeAspect="1"/>
          </p:cNvPicPr>
          <p:nvPr/>
        </p:nvPicPr>
        <p:blipFill>
          <a:blip r:embed="rId4">
            <a:extLst>
              <a:ext uri="{28A0092B-C50C-407E-A947-70E740481C1C}">
                <a14:useLocalDpi xmlns:a14="http://schemas.microsoft.com/office/drawing/2010/main" val="0"/>
              </a:ext>
            </a:extLst>
          </a:blip>
          <a:srcRect l="6772" t="23512" r="12876" b="27025"/>
          <a:stretch/>
        </p:blipFill>
        <p:spPr>
          <a:xfrm>
            <a:off x="7973961" y="1475379"/>
            <a:ext cx="3877964" cy="4233852"/>
          </a:xfrm>
          <a:prstGeom prst="rect">
            <a:avLst/>
          </a:prstGeom>
        </p:spPr>
      </p:pic>
      <p:pic>
        <p:nvPicPr>
          <p:cNvPr id="9" name="Picture 8">
            <a:extLst>
              <a:ext uri="{FF2B5EF4-FFF2-40B4-BE49-F238E27FC236}">
                <a16:creationId xmlns:a16="http://schemas.microsoft.com/office/drawing/2014/main" id="{318AAC7D-9A0E-5BCD-1724-E9156B76AA81}"/>
              </a:ext>
            </a:extLst>
          </p:cNvPr>
          <p:cNvPicPr>
            <a:picLocks noChangeAspect="1"/>
          </p:cNvPicPr>
          <p:nvPr/>
        </p:nvPicPr>
        <p:blipFill>
          <a:blip r:embed="rId2">
            <a:alphaModFix amt="5000"/>
            <a:extLst>
              <a:ext uri="{28A0092B-C50C-407E-A947-70E740481C1C}">
                <a14:useLocalDpi xmlns:a14="http://schemas.microsoft.com/office/drawing/2010/main" val="0"/>
              </a:ext>
            </a:extLst>
          </a:blip>
          <a:srcRect l="13134" t="29924" r="4696" b="19206"/>
          <a:stretch/>
        </p:blipFill>
        <p:spPr>
          <a:xfrm>
            <a:off x="1661653" y="665841"/>
            <a:ext cx="8672050" cy="6032267"/>
          </a:xfrm>
          <a:prstGeom prst="rect">
            <a:avLst/>
          </a:prstGeom>
        </p:spPr>
      </p:pic>
    </p:spTree>
    <p:extLst>
      <p:ext uri="{BB962C8B-B14F-4D97-AF65-F5344CB8AC3E}">
        <p14:creationId xmlns:p14="http://schemas.microsoft.com/office/powerpoint/2010/main" val="13784403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6B3A03-9A3C-BF1F-6A7A-E76BE6B7BFFB}"/>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0F10818F-5304-6CC9-7098-E08BEA338A9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009878" y="0"/>
            <a:ext cx="1037095" cy="1037095"/>
          </a:xfrm>
          <a:prstGeom prst="rect">
            <a:avLst/>
          </a:prstGeom>
        </p:spPr>
      </p:pic>
      <p:pic>
        <p:nvPicPr>
          <p:cNvPr id="9" name="Picture 8">
            <a:extLst>
              <a:ext uri="{FF2B5EF4-FFF2-40B4-BE49-F238E27FC236}">
                <a16:creationId xmlns:a16="http://schemas.microsoft.com/office/drawing/2014/main" id="{86317C50-E881-6C3C-36BB-32497A0B5530}"/>
              </a:ext>
            </a:extLst>
          </p:cNvPr>
          <p:cNvPicPr>
            <a:picLocks noChangeAspect="1"/>
          </p:cNvPicPr>
          <p:nvPr/>
        </p:nvPicPr>
        <p:blipFill>
          <a:blip r:embed="rId3">
            <a:extLst>
              <a:ext uri="{28A0092B-C50C-407E-A947-70E740481C1C}">
                <a14:useLocalDpi xmlns:a14="http://schemas.microsoft.com/office/drawing/2010/main" val="0"/>
              </a:ext>
            </a:extLst>
          </a:blip>
          <a:srcRect l="17306" t="32895" r="7356" b="22368"/>
          <a:stretch/>
        </p:blipFill>
        <p:spPr>
          <a:xfrm>
            <a:off x="145027" y="76201"/>
            <a:ext cx="1172705" cy="752301"/>
          </a:xfrm>
          <a:prstGeom prst="rect">
            <a:avLst/>
          </a:prstGeom>
        </p:spPr>
      </p:pic>
      <p:graphicFrame>
        <p:nvGraphicFramePr>
          <p:cNvPr id="2" name="Table 1">
            <a:extLst>
              <a:ext uri="{FF2B5EF4-FFF2-40B4-BE49-F238E27FC236}">
                <a16:creationId xmlns:a16="http://schemas.microsoft.com/office/drawing/2014/main" id="{990DEE4E-B5A0-4255-97A1-762BFBE0761A}"/>
              </a:ext>
            </a:extLst>
          </p:cNvPr>
          <p:cNvGraphicFramePr>
            <a:graphicFrameLocks noGrp="1"/>
          </p:cNvGraphicFramePr>
          <p:nvPr>
            <p:extLst>
              <p:ext uri="{D42A27DB-BD31-4B8C-83A1-F6EECF244321}">
                <p14:modId xmlns:p14="http://schemas.microsoft.com/office/powerpoint/2010/main" val="2234964149"/>
              </p:ext>
            </p:extLst>
          </p:nvPr>
        </p:nvGraphicFramePr>
        <p:xfrm>
          <a:off x="7071874" y="1081547"/>
          <a:ext cx="4825158" cy="4902742"/>
        </p:xfrm>
        <a:graphic>
          <a:graphicData uri="http://schemas.openxmlformats.org/drawingml/2006/table">
            <a:tbl>
              <a:tblPr firstRow="1" bandRow="1">
                <a:tableStyleId>{5DA37D80-6434-44D0-A028-1B22A696006F}</a:tableStyleId>
              </a:tblPr>
              <a:tblGrid>
                <a:gridCol w="2396591">
                  <a:extLst>
                    <a:ext uri="{9D8B030D-6E8A-4147-A177-3AD203B41FA5}">
                      <a16:colId xmlns:a16="http://schemas.microsoft.com/office/drawing/2014/main" val="43898814"/>
                    </a:ext>
                  </a:extLst>
                </a:gridCol>
                <a:gridCol w="2428567">
                  <a:extLst>
                    <a:ext uri="{9D8B030D-6E8A-4147-A177-3AD203B41FA5}">
                      <a16:colId xmlns:a16="http://schemas.microsoft.com/office/drawing/2014/main" val="2525962401"/>
                    </a:ext>
                  </a:extLst>
                </a:gridCol>
              </a:tblGrid>
              <a:tr h="556026">
                <a:tc>
                  <a:txBody>
                    <a:bodyPr/>
                    <a:lstStyle/>
                    <a:p>
                      <a:pPr marL="568325" marR="434340" algn="l">
                        <a:lnSpc>
                          <a:spcPct val="78900"/>
                        </a:lnSpc>
                        <a:spcBef>
                          <a:spcPts val="285"/>
                        </a:spcBef>
                      </a:pPr>
                      <a:r>
                        <a:rPr sz="1600" b="1" spc="-10" dirty="0"/>
                        <a:t>TECHNICAL </a:t>
                      </a:r>
                      <a:r>
                        <a:rPr sz="1600" b="1" spc="-20" dirty="0"/>
                        <a:t>SPECIFICATION</a:t>
                      </a:r>
                      <a:endParaRPr sz="1600" dirty="0">
                        <a:latin typeface="Times New Roman" panose="02020603050405020304" pitchFamily="18" charset="0"/>
                        <a:cs typeface="Times New Roman" panose="02020603050405020304" pitchFamily="18" charset="0"/>
                      </a:endParaRPr>
                    </a:p>
                  </a:txBody>
                  <a:tcPr marL="0" marR="0" marT="36195" marB="0"/>
                </a:tc>
                <a:tc>
                  <a:txBody>
                    <a:bodyPr/>
                    <a:lstStyle/>
                    <a:p>
                      <a:pPr marL="91440">
                        <a:lnSpc>
                          <a:spcPct val="100000"/>
                        </a:lnSpc>
                        <a:spcBef>
                          <a:spcPts val="240"/>
                        </a:spcBef>
                      </a:pPr>
                      <a:r>
                        <a:rPr sz="1600" b="1" spc="-10" dirty="0"/>
                        <a:t>RESPECTIVE</a:t>
                      </a:r>
                      <a:r>
                        <a:rPr sz="1600" b="1" spc="-40" dirty="0"/>
                        <a:t> </a:t>
                      </a:r>
                      <a:r>
                        <a:rPr sz="1600" b="1" spc="-10" dirty="0"/>
                        <a:t>VALUES</a:t>
                      </a:r>
                      <a:endParaRPr sz="1600">
                        <a:latin typeface="Times New Roman" panose="02020603050405020304" pitchFamily="18" charset="0"/>
                        <a:cs typeface="Times New Roman" panose="02020603050405020304" pitchFamily="18" charset="0"/>
                      </a:endParaRPr>
                    </a:p>
                  </a:txBody>
                  <a:tcPr marL="0" marR="0" marT="30480" marB="0"/>
                </a:tc>
                <a:extLst>
                  <a:ext uri="{0D108BD9-81ED-4DB2-BD59-A6C34878D82A}">
                    <a16:rowId xmlns:a16="http://schemas.microsoft.com/office/drawing/2014/main" val="3706241382"/>
                  </a:ext>
                </a:extLst>
              </a:tr>
              <a:tr h="469103">
                <a:tc>
                  <a:txBody>
                    <a:bodyPr/>
                    <a:lstStyle/>
                    <a:p>
                      <a:pPr marL="91440">
                        <a:lnSpc>
                          <a:spcPct val="100000"/>
                        </a:lnSpc>
                        <a:spcBef>
                          <a:spcPts val="240"/>
                        </a:spcBef>
                      </a:pPr>
                      <a:r>
                        <a:rPr sz="1600" dirty="0"/>
                        <a:t>Overall</a:t>
                      </a:r>
                      <a:r>
                        <a:rPr sz="1600" spc="-85" dirty="0"/>
                        <a:t> </a:t>
                      </a:r>
                      <a:r>
                        <a:rPr sz="1600" spc="-10" dirty="0"/>
                        <a:t>Dimensions</a:t>
                      </a:r>
                      <a:endParaRPr sz="1600" dirty="0">
                        <a:latin typeface="Times New Roman" panose="02020603050405020304" pitchFamily="18" charset="0"/>
                        <a:cs typeface="Times New Roman" panose="02020603050405020304" pitchFamily="18" charset="0"/>
                      </a:endParaRPr>
                    </a:p>
                  </a:txBody>
                  <a:tcPr marL="0" marR="0" marT="30480" marB="0"/>
                </a:tc>
                <a:tc>
                  <a:txBody>
                    <a:bodyPr/>
                    <a:lstStyle/>
                    <a:p>
                      <a:pPr marL="91440">
                        <a:lnSpc>
                          <a:spcPct val="100000"/>
                        </a:lnSpc>
                        <a:spcBef>
                          <a:spcPts val="240"/>
                        </a:spcBef>
                      </a:pPr>
                      <a:r>
                        <a:rPr sz="1600" dirty="0"/>
                        <a:t>Length</a:t>
                      </a:r>
                      <a:r>
                        <a:rPr sz="1600" spc="-30" dirty="0"/>
                        <a:t> </a:t>
                      </a:r>
                      <a:r>
                        <a:rPr sz="1600" dirty="0"/>
                        <a:t>:</a:t>
                      </a:r>
                      <a:r>
                        <a:rPr sz="1600" spc="-35" dirty="0"/>
                        <a:t> </a:t>
                      </a:r>
                      <a:r>
                        <a:rPr lang="en-US" sz="1600" spc="-35" dirty="0"/>
                        <a:t>55</a:t>
                      </a:r>
                      <a:r>
                        <a:rPr sz="1600" spc="-35" dirty="0"/>
                        <a:t> </a:t>
                      </a:r>
                      <a:r>
                        <a:rPr sz="1600" spc="-10" dirty="0"/>
                        <a:t>inches</a:t>
                      </a:r>
                      <a:endParaRPr sz="1600" dirty="0"/>
                    </a:p>
                    <a:p>
                      <a:pPr marL="91440">
                        <a:lnSpc>
                          <a:spcPct val="100000"/>
                        </a:lnSpc>
                        <a:spcBef>
                          <a:spcPts val="5"/>
                        </a:spcBef>
                      </a:pPr>
                      <a:r>
                        <a:rPr sz="1600" dirty="0"/>
                        <a:t>Width</a:t>
                      </a:r>
                      <a:r>
                        <a:rPr sz="1600" spc="-15" dirty="0"/>
                        <a:t> </a:t>
                      </a:r>
                      <a:r>
                        <a:rPr sz="1600" dirty="0"/>
                        <a:t>:</a:t>
                      </a:r>
                      <a:r>
                        <a:rPr sz="1600" spc="-15" dirty="0"/>
                        <a:t>  </a:t>
                      </a:r>
                      <a:r>
                        <a:rPr lang="en-US" sz="1600" spc="-15" dirty="0"/>
                        <a:t>45 </a:t>
                      </a:r>
                      <a:r>
                        <a:rPr sz="1600" spc="-10" dirty="0"/>
                        <a:t>inches</a:t>
                      </a:r>
                      <a:endParaRPr sz="1600" dirty="0">
                        <a:latin typeface="Times New Roman" panose="02020603050405020304" pitchFamily="18" charset="0"/>
                        <a:cs typeface="Times New Roman" panose="02020603050405020304" pitchFamily="18" charset="0"/>
                      </a:endParaRPr>
                    </a:p>
                  </a:txBody>
                  <a:tcPr marL="0" marR="0" marT="30480" marB="0"/>
                </a:tc>
                <a:extLst>
                  <a:ext uri="{0D108BD9-81ED-4DB2-BD59-A6C34878D82A}">
                    <a16:rowId xmlns:a16="http://schemas.microsoft.com/office/drawing/2014/main" val="2901641833"/>
                  </a:ext>
                </a:extLst>
              </a:tr>
              <a:tr h="641341">
                <a:tc>
                  <a:txBody>
                    <a:bodyPr/>
                    <a:lstStyle/>
                    <a:p>
                      <a:pPr marL="91440">
                        <a:lnSpc>
                          <a:spcPct val="100000"/>
                        </a:lnSpc>
                        <a:spcBef>
                          <a:spcPts val="245"/>
                        </a:spcBef>
                      </a:pPr>
                      <a:r>
                        <a:rPr sz="1600" spc="-55" dirty="0"/>
                        <a:t>Track</a:t>
                      </a:r>
                      <a:r>
                        <a:rPr sz="1600" spc="-65" dirty="0"/>
                        <a:t> </a:t>
                      </a:r>
                      <a:r>
                        <a:rPr sz="1600" spc="-10" dirty="0"/>
                        <a:t>Width</a:t>
                      </a:r>
                      <a:endParaRPr sz="1600" dirty="0">
                        <a:latin typeface="Times New Roman" panose="02020603050405020304" pitchFamily="18" charset="0"/>
                        <a:cs typeface="Times New Roman" panose="02020603050405020304" pitchFamily="18" charset="0"/>
                      </a:endParaRPr>
                    </a:p>
                  </a:txBody>
                  <a:tcPr marL="0" marR="0" marT="31115" marB="0"/>
                </a:tc>
                <a:tc>
                  <a:txBody>
                    <a:bodyPr/>
                    <a:lstStyle/>
                    <a:p>
                      <a:pPr marL="91440" marR="582295">
                        <a:lnSpc>
                          <a:spcPct val="100000"/>
                        </a:lnSpc>
                        <a:spcBef>
                          <a:spcPts val="245"/>
                        </a:spcBef>
                      </a:pPr>
                      <a:r>
                        <a:rPr sz="1600" dirty="0"/>
                        <a:t>Small : </a:t>
                      </a:r>
                      <a:r>
                        <a:rPr lang="en-IN" sz="1600" dirty="0"/>
                        <a:t>49.5 </a:t>
                      </a:r>
                      <a:r>
                        <a:rPr lang="en-IN" sz="1600" spc="-10" dirty="0" err="1"/>
                        <a:t>i</a:t>
                      </a:r>
                      <a:r>
                        <a:rPr sz="1600" spc="-10" dirty="0" err="1"/>
                        <a:t>nches</a:t>
                      </a:r>
                      <a:r>
                        <a:rPr sz="1600" spc="-10" dirty="0"/>
                        <a:t> </a:t>
                      </a:r>
                      <a:r>
                        <a:rPr sz="1600" dirty="0"/>
                        <a:t>Large</a:t>
                      </a:r>
                      <a:r>
                        <a:rPr sz="1600" spc="-30" dirty="0"/>
                        <a:t> </a:t>
                      </a:r>
                      <a:r>
                        <a:rPr sz="1600" dirty="0"/>
                        <a:t>:</a:t>
                      </a:r>
                      <a:r>
                        <a:rPr sz="1600" spc="-20" dirty="0"/>
                        <a:t> </a:t>
                      </a:r>
                      <a:r>
                        <a:rPr lang="en-US" sz="1600" spc="-20" dirty="0"/>
                        <a:t>49</a:t>
                      </a:r>
                      <a:r>
                        <a:rPr sz="1600" dirty="0"/>
                        <a:t>.75</a:t>
                      </a:r>
                      <a:r>
                        <a:rPr sz="1600" spc="-30" dirty="0"/>
                        <a:t> </a:t>
                      </a:r>
                      <a:r>
                        <a:rPr sz="1600" spc="-10" dirty="0"/>
                        <a:t>inches</a:t>
                      </a:r>
                      <a:endParaRPr sz="1600" dirty="0">
                        <a:latin typeface="Times New Roman" panose="02020603050405020304" pitchFamily="18" charset="0"/>
                        <a:cs typeface="Times New Roman" panose="02020603050405020304" pitchFamily="18" charset="0"/>
                      </a:endParaRPr>
                    </a:p>
                  </a:txBody>
                  <a:tcPr marL="0" marR="0" marT="31115" marB="0"/>
                </a:tc>
                <a:extLst>
                  <a:ext uri="{0D108BD9-81ED-4DB2-BD59-A6C34878D82A}">
                    <a16:rowId xmlns:a16="http://schemas.microsoft.com/office/drawing/2014/main" val="738305454"/>
                  </a:ext>
                </a:extLst>
              </a:tr>
              <a:tr h="248924">
                <a:tc>
                  <a:txBody>
                    <a:bodyPr/>
                    <a:lstStyle/>
                    <a:p>
                      <a:pPr marL="91440">
                        <a:lnSpc>
                          <a:spcPct val="100000"/>
                        </a:lnSpc>
                        <a:spcBef>
                          <a:spcPts val="245"/>
                        </a:spcBef>
                      </a:pPr>
                      <a:r>
                        <a:rPr sz="1600" dirty="0"/>
                        <a:t>Wheel</a:t>
                      </a:r>
                      <a:r>
                        <a:rPr sz="1600" spc="-30" dirty="0"/>
                        <a:t> </a:t>
                      </a:r>
                      <a:r>
                        <a:rPr sz="1600" spc="-20" dirty="0"/>
                        <a:t>Base</a:t>
                      </a:r>
                      <a:endParaRPr sz="1600">
                        <a:latin typeface="Times New Roman" panose="02020603050405020304" pitchFamily="18" charset="0"/>
                        <a:cs typeface="Times New Roman" panose="02020603050405020304" pitchFamily="18" charset="0"/>
                      </a:endParaRPr>
                    </a:p>
                  </a:txBody>
                  <a:tcPr marL="0" marR="0" marT="31115" marB="0"/>
                </a:tc>
                <a:tc>
                  <a:txBody>
                    <a:bodyPr/>
                    <a:lstStyle/>
                    <a:p>
                      <a:pPr marL="91440">
                        <a:lnSpc>
                          <a:spcPct val="100000"/>
                        </a:lnSpc>
                        <a:spcBef>
                          <a:spcPts val="245"/>
                        </a:spcBef>
                      </a:pPr>
                      <a:r>
                        <a:rPr sz="1600" dirty="0"/>
                        <a:t>4</a:t>
                      </a:r>
                      <a:r>
                        <a:rPr lang="en-US" sz="1600" dirty="0"/>
                        <a:t>0</a:t>
                      </a:r>
                      <a:r>
                        <a:rPr sz="1600" spc="-20" dirty="0"/>
                        <a:t> </a:t>
                      </a:r>
                      <a:r>
                        <a:rPr sz="1600" spc="-10" dirty="0"/>
                        <a:t>inches</a:t>
                      </a:r>
                      <a:endParaRPr sz="1600" dirty="0">
                        <a:latin typeface="Times New Roman" panose="02020603050405020304" pitchFamily="18" charset="0"/>
                        <a:cs typeface="Times New Roman" panose="02020603050405020304" pitchFamily="18" charset="0"/>
                      </a:endParaRPr>
                    </a:p>
                  </a:txBody>
                  <a:tcPr marL="0" marR="0" marT="31115" marB="0"/>
                </a:tc>
                <a:extLst>
                  <a:ext uri="{0D108BD9-81ED-4DB2-BD59-A6C34878D82A}">
                    <a16:rowId xmlns:a16="http://schemas.microsoft.com/office/drawing/2014/main" val="133455634"/>
                  </a:ext>
                </a:extLst>
              </a:tr>
              <a:tr h="469678">
                <a:tc>
                  <a:txBody>
                    <a:bodyPr/>
                    <a:lstStyle/>
                    <a:p>
                      <a:pPr marL="91440">
                        <a:lnSpc>
                          <a:spcPct val="100000"/>
                        </a:lnSpc>
                        <a:spcBef>
                          <a:spcPts val="245"/>
                        </a:spcBef>
                      </a:pPr>
                      <a:r>
                        <a:rPr sz="1600" dirty="0"/>
                        <a:t>Tire</a:t>
                      </a:r>
                      <a:r>
                        <a:rPr sz="1600" spc="-40" dirty="0"/>
                        <a:t> </a:t>
                      </a:r>
                      <a:r>
                        <a:rPr sz="1600" spc="-20" dirty="0"/>
                        <a:t>Size</a:t>
                      </a:r>
                      <a:endParaRPr sz="1600" dirty="0">
                        <a:latin typeface="Times New Roman" panose="02020603050405020304" pitchFamily="18" charset="0"/>
                        <a:cs typeface="Times New Roman" panose="02020603050405020304" pitchFamily="18" charset="0"/>
                      </a:endParaRPr>
                    </a:p>
                  </a:txBody>
                  <a:tcPr marL="0" marR="0" marT="31115" marB="0"/>
                </a:tc>
                <a:tc>
                  <a:txBody>
                    <a:bodyPr/>
                    <a:lstStyle/>
                    <a:p>
                      <a:pPr marL="91440">
                        <a:lnSpc>
                          <a:spcPct val="100000"/>
                        </a:lnSpc>
                        <a:spcBef>
                          <a:spcPts val="245"/>
                        </a:spcBef>
                      </a:pPr>
                      <a:r>
                        <a:rPr sz="1600" dirty="0"/>
                        <a:t>Front</a:t>
                      </a:r>
                      <a:r>
                        <a:rPr sz="1600" spc="-15" dirty="0"/>
                        <a:t> </a:t>
                      </a:r>
                      <a:r>
                        <a:rPr sz="1600" dirty="0"/>
                        <a:t>:</a:t>
                      </a:r>
                      <a:r>
                        <a:rPr sz="1600" spc="-10" dirty="0"/>
                        <a:t> </a:t>
                      </a:r>
                      <a:r>
                        <a:rPr sz="1600" dirty="0"/>
                        <a:t>10</a:t>
                      </a:r>
                      <a:r>
                        <a:rPr sz="1600" spc="-5" dirty="0"/>
                        <a:t> </a:t>
                      </a:r>
                      <a:r>
                        <a:rPr sz="1600" dirty="0"/>
                        <a:t>X</a:t>
                      </a:r>
                      <a:r>
                        <a:rPr sz="1600" spc="-15" dirty="0"/>
                        <a:t> </a:t>
                      </a:r>
                      <a:r>
                        <a:rPr sz="1600" dirty="0"/>
                        <a:t>4.</a:t>
                      </a:r>
                      <a:r>
                        <a:rPr lang="en-US" sz="1600" dirty="0"/>
                        <a:t>7</a:t>
                      </a:r>
                      <a:r>
                        <a:rPr sz="1600" spc="-5" dirty="0"/>
                        <a:t> </a:t>
                      </a:r>
                      <a:r>
                        <a:rPr sz="1600" dirty="0"/>
                        <a:t>X</a:t>
                      </a:r>
                      <a:r>
                        <a:rPr sz="1600" spc="-5" dirty="0"/>
                        <a:t> </a:t>
                      </a:r>
                      <a:r>
                        <a:rPr sz="1600" dirty="0"/>
                        <a:t>5</a:t>
                      </a:r>
                      <a:r>
                        <a:rPr sz="1600" spc="-20" dirty="0"/>
                        <a:t> </a:t>
                      </a:r>
                      <a:r>
                        <a:rPr sz="1600" spc="-25" dirty="0"/>
                        <a:t>in</a:t>
                      </a:r>
                      <a:endParaRPr sz="1600" dirty="0"/>
                    </a:p>
                    <a:p>
                      <a:pPr marL="91440">
                        <a:lnSpc>
                          <a:spcPct val="100000"/>
                        </a:lnSpc>
                      </a:pPr>
                      <a:r>
                        <a:rPr sz="1600" dirty="0"/>
                        <a:t>Rear</a:t>
                      </a:r>
                      <a:r>
                        <a:rPr sz="1600" spc="-15" dirty="0"/>
                        <a:t> </a:t>
                      </a:r>
                      <a:r>
                        <a:rPr sz="1600" dirty="0"/>
                        <a:t>:</a:t>
                      </a:r>
                      <a:r>
                        <a:rPr sz="1600" spc="-5" dirty="0"/>
                        <a:t> </a:t>
                      </a:r>
                      <a:r>
                        <a:rPr sz="1600" dirty="0"/>
                        <a:t>11</a:t>
                      </a:r>
                      <a:r>
                        <a:rPr sz="1600" spc="-5" dirty="0"/>
                        <a:t> </a:t>
                      </a:r>
                      <a:r>
                        <a:rPr sz="1600" dirty="0"/>
                        <a:t>X</a:t>
                      </a:r>
                      <a:r>
                        <a:rPr sz="1600" spc="-20" dirty="0"/>
                        <a:t> </a:t>
                      </a:r>
                      <a:r>
                        <a:rPr sz="1600" dirty="0"/>
                        <a:t>7.1</a:t>
                      </a:r>
                      <a:r>
                        <a:rPr sz="1600" spc="-5" dirty="0"/>
                        <a:t> </a:t>
                      </a:r>
                      <a:r>
                        <a:rPr sz="1600" dirty="0"/>
                        <a:t>X</a:t>
                      </a:r>
                      <a:r>
                        <a:rPr sz="1600" spc="-10" dirty="0"/>
                        <a:t> </a:t>
                      </a:r>
                      <a:r>
                        <a:rPr sz="1600" dirty="0"/>
                        <a:t>5</a:t>
                      </a:r>
                      <a:r>
                        <a:rPr sz="1600" spc="-15" dirty="0"/>
                        <a:t> </a:t>
                      </a:r>
                      <a:r>
                        <a:rPr sz="1600" spc="-25" dirty="0"/>
                        <a:t>in</a:t>
                      </a:r>
                      <a:endParaRPr sz="1600" dirty="0">
                        <a:latin typeface="Times New Roman" panose="02020603050405020304" pitchFamily="18" charset="0"/>
                        <a:cs typeface="Times New Roman" panose="02020603050405020304" pitchFamily="18" charset="0"/>
                      </a:endParaRPr>
                    </a:p>
                  </a:txBody>
                  <a:tcPr marL="0" marR="0" marT="31115" marB="0"/>
                </a:tc>
                <a:extLst>
                  <a:ext uri="{0D108BD9-81ED-4DB2-BD59-A6C34878D82A}">
                    <a16:rowId xmlns:a16="http://schemas.microsoft.com/office/drawing/2014/main" val="1732485924"/>
                  </a:ext>
                </a:extLst>
              </a:tr>
              <a:tr h="248924">
                <a:tc>
                  <a:txBody>
                    <a:bodyPr/>
                    <a:lstStyle/>
                    <a:p>
                      <a:pPr marL="91440">
                        <a:lnSpc>
                          <a:spcPct val="100000"/>
                        </a:lnSpc>
                        <a:spcBef>
                          <a:spcPts val="245"/>
                        </a:spcBef>
                      </a:pPr>
                      <a:r>
                        <a:rPr sz="1600" dirty="0"/>
                        <a:t>Ground</a:t>
                      </a:r>
                      <a:r>
                        <a:rPr sz="1600" spc="-75" dirty="0"/>
                        <a:t> </a:t>
                      </a:r>
                      <a:r>
                        <a:rPr sz="1600" spc="-10" dirty="0"/>
                        <a:t>Clearance</a:t>
                      </a:r>
                      <a:endParaRPr sz="1600">
                        <a:latin typeface="Times New Roman" panose="02020603050405020304" pitchFamily="18" charset="0"/>
                        <a:cs typeface="Times New Roman" panose="02020603050405020304" pitchFamily="18" charset="0"/>
                      </a:endParaRPr>
                    </a:p>
                  </a:txBody>
                  <a:tcPr marL="0" marR="0" marT="31115" marB="0"/>
                </a:tc>
                <a:tc>
                  <a:txBody>
                    <a:bodyPr/>
                    <a:lstStyle/>
                    <a:p>
                      <a:pPr marL="91440">
                        <a:lnSpc>
                          <a:spcPct val="100000"/>
                        </a:lnSpc>
                        <a:spcBef>
                          <a:spcPts val="245"/>
                        </a:spcBef>
                      </a:pPr>
                      <a:r>
                        <a:rPr sz="1600" dirty="0"/>
                        <a:t>2</a:t>
                      </a:r>
                      <a:r>
                        <a:rPr sz="1600" spc="-10" dirty="0"/>
                        <a:t> inches</a:t>
                      </a:r>
                      <a:endParaRPr sz="1600" dirty="0">
                        <a:latin typeface="Times New Roman" panose="02020603050405020304" pitchFamily="18" charset="0"/>
                        <a:cs typeface="Times New Roman" panose="02020603050405020304" pitchFamily="18" charset="0"/>
                      </a:endParaRPr>
                    </a:p>
                  </a:txBody>
                  <a:tcPr marL="0" marR="0" marT="31115" marB="0"/>
                </a:tc>
                <a:extLst>
                  <a:ext uri="{0D108BD9-81ED-4DB2-BD59-A6C34878D82A}">
                    <a16:rowId xmlns:a16="http://schemas.microsoft.com/office/drawing/2014/main" val="1698560564"/>
                  </a:ext>
                </a:extLst>
              </a:tr>
              <a:tr h="641341">
                <a:tc>
                  <a:txBody>
                    <a:bodyPr/>
                    <a:lstStyle/>
                    <a:p>
                      <a:pPr marL="91440">
                        <a:lnSpc>
                          <a:spcPct val="100000"/>
                        </a:lnSpc>
                        <a:spcBef>
                          <a:spcPts val="245"/>
                        </a:spcBef>
                      </a:pPr>
                      <a:r>
                        <a:rPr sz="1600" dirty="0"/>
                        <a:t>Centre</a:t>
                      </a:r>
                      <a:r>
                        <a:rPr sz="1600" spc="-55" dirty="0"/>
                        <a:t> </a:t>
                      </a:r>
                      <a:r>
                        <a:rPr sz="1600" dirty="0"/>
                        <a:t>of</a:t>
                      </a:r>
                      <a:r>
                        <a:rPr sz="1600" spc="-35" dirty="0"/>
                        <a:t> </a:t>
                      </a:r>
                      <a:r>
                        <a:rPr sz="1600" spc="-10" dirty="0"/>
                        <a:t>Gravity</a:t>
                      </a:r>
                      <a:endParaRPr sz="1600" dirty="0">
                        <a:latin typeface="Times New Roman" panose="02020603050405020304" pitchFamily="18" charset="0"/>
                        <a:cs typeface="Times New Roman" panose="02020603050405020304" pitchFamily="18" charset="0"/>
                      </a:endParaRPr>
                    </a:p>
                  </a:txBody>
                  <a:tcPr marL="0" marR="0" marT="31115" marB="0"/>
                </a:tc>
                <a:tc>
                  <a:txBody>
                    <a:bodyPr/>
                    <a:lstStyle/>
                    <a:p>
                      <a:pPr marL="91440" marR="366395">
                        <a:lnSpc>
                          <a:spcPct val="100000"/>
                        </a:lnSpc>
                        <a:spcBef>
                          <a:spcPts val="245"/>
                        </a:spcBef>
                      </a:pPr>
                      <a:r>
                        <a:rPr sz="1600" spc="-10" dirty="0"/>
                        <a:t>19.32(from</a:t>
                      </a:r>
                      <a:r>
                        <a:rPr sz="1600" spc="-30" dirty="0"/>
                        <a:t> </a:t>
                      </a:r>
                      <a:r>
                        <a:rPr sz="1600" dirty="0"/>
                        <a:t>left</a:t>
                      </a:r>
                      <a:r>
                        <a:rPr sz="1600" spc="-20" dirty="0"/>
                        <a:t> </a:t>
                      </a:r>
                      <a:r>
                        <a:rPr sz="1600" spc="-10" dirty="0"/>
                        <a:t>side) 26.62(from</a:t>
                      </a:r>
                      <a:r>
                        <a:rPr sz="1600" spc="-55" dirty="0"/>
                        <a:t> </a:t>
                      </a:r>
                      <a:r>
                        <a:rPr sz="1600" dirty="0"/>
                        <a:t>front</a:t>
                      </a:r>
                      <a:r>
                        <a:rPr sz="1600" spc="-50" dirty="0"/>
                        <a:t> </a:t>
                      </a:r>
                      <a:r>
                        <a:rPr sz="1600" spc="-10" dirty="0"/>
                        <a:t>side)</a:t>
                      </a:r>
                      <a:endParaRPr sz="1600" dirty="0">
                        <a:latin typeface="Times New Roman" panose="02020603050405020304" pitchFamily="18" charset="0"/>
                        <a:cs typeface="Times New Roman" panose="02020603050405020304" pitchFamily="18" charset="0"/>
                      </a:endParaRPr>
                    </a:p>
                  </a:txBody>
                  <a:tcPr marL="0" marR="0" marT="31115" marB="0"/>
                </a:tc>
                <a:extLst>
                  <a:ext uri="{0D108BD9-81ED-4DB2-BD59-A6C34878D82A}">
                    <a16:rowId xmlns:a16="http://schemas.microsoft.com/office/drawing/2014/main" val="1473273001"/>
                  </a:ext>
                </a:extLst>
              </a:tr>
              <a:tr h="248924">
                <a:tc>
                  <a:txBody>
                    <a:bodyPr/>
                    <a:lstStyle/>
                    <a:p>
                      <a:pPr marL="91440">
                        <a:lnSpc>
                          <a:spcPct val="100000"/>
                        </a:lnSpc>
                        <a:spcBef>
                          <a:spcPts val="245"/>
                        </a:spcBef>
                      </a:pPr>
                      <a:r>
                        <a:rPr sz="1600" dirty="0"/>
                        <a:t>Maximum</a:t>
                      </a:r>
                      <a:r>
                        <a:rPr sz="1600" spc="-25" dirty="0"/>
                        <a:t> </a:t>
                      </a:r>
                      <a:r>
                        <a:rPr sz="1600" spc="-20" dirty="0"/>
                        <a:t>Speed</a:t>
                      </a:r>
                      <a:endParaRPr sz="1600" dirty="0">
                        <a:latin typeface="Times New Roman" panose="02020603050405020304" pitchFamily="18" charset="0"/>
                        <a:cs typeface="Times New Roman" panose="02020603050405020304" pitchFamily="18" charset="0"/>
                      </a:endParaRPr>
                    </a:p>
                  </a:txBody>
                  <a:tcPr marL="0" marR="0" marT="31115" marB="0"/>
                </a:tc>
                <a:tc>
                  <a:txBody>
                    <a:bodyPr/>
                    <a:lstStyle/>
                    <a:p>
                      <a:pPr marL="91440">
                        <a:lnSpc>
                          <a:spcPct val="100000"/>
                        </a:lnSpc>
                        <a:spcBef>
                          <a:spcPts val="245"/>
                        </a:spcBef>
                      </a:pPr>
                      <a:r>
                        <a:rPr sz="1600" dirty="0"/>
                        <a:t>70</a:t>
                      </a:r>
                      <a:r>
                        <a:rPr sz="1600" spc="-20" dirty="0"/>
                        <a:t> </a:t>
                      </a:r>
                      <a:r>
                        <a:rPr sz="1600" spc="-10" dirty="0"/>
                        <a:t>Km/hr</a:t>
                      </a:r>
                      <a:endParaRPr sz="1600" dirty="0">
                        <a:latin typeface="Times New Roman" panose="02020603050405020304" pitchFamily="18" charset="0"/>
                        <a:cs typeface="Times New Roman" panose="02020603050405020304" pitchFamily="18" charset="0"/>
                      </a:endParaRPr>
                    </a:p>
                  </a:txBody>
                  <a:tcPr marL="0" marR="0" marT="31115" marB="0"/>
                </a:tc>
                <a:extLst>
                  <a:ext uri="{0D108BD9-81ED-4DB2-BD59-A6C34878D82A}">
                    <a16:rowId xmlns:a16="http://schemas.microsoft.com/office/drawing/2014/main" val="3245185776"/>
                  </a:ext>
                </a:extLst>
              </a:tr>
              <a:tr h="375444">
                <a:tc>
                  <a:txBody>
                    <a:bodyPr/>
                    <a:lstStyle/>
                    <a:p>
                      <a:pPr marL="91440">
                        <a:lnSpc>
                          <a:spcPct val="100000"/>
                        </a:lnSpc>
                        <a:spcBef>
                          <a:spcPts val="245"/>
                        </a:spcBef>
                      </a:pPr>
                      <a:r>
                        <a:rPr sz="1600" dirty="0"/>
                        <a:t>Maximum</a:t>
                      </a:r>
                      <a:r>
                        <a:rPr sz="1600" spc="-15" dirty="0"/>
                        <a:t> </a:t>
                      </a:r>
                      <a:r>
                        <a:rPr sz="1600" spc="-10" dirty="0"/>
                        <a:t>Acceleration</a:t>
                      </a:r>
                      <a:endParaRPr sz="1600" dirty="0">
                        <a:latin typeface="Times New Roman" panose="02020603050405020304" pitchFamily="18" charset="0"/>
                        <a:cs typeface="Times New Roman" panose="02020603050405020304" pitchFamily="18" charset="0"/>
                      </a:endParaRPr>
                    </a:p>
                  </a:txBody>
                  <a:tcPr marL="0" marR="0" marT="31115" marB="0"/>
                </a:tc>
                <a:tc>
                  <a:txBody>
                    <a:bodyPr/>
                    <a:lstStyle/>
                    <a:p>
                      <a:pPr marL="91440">
                        <a:lnSpc>
                          <a:spcPct val="100000"/>
                        </a:lnSpc>
                        <a:spcBef>
                          <a:spcPts val="245"/>
                        </a:spcBef>
                      </a:pPr>
                      <a:r>
                        <a:rPr sz="1600" dirty="0"/>
                        <a:t>5.88</a:t>
                      </a:r>
                      <a:r>
                        <a:rPr sz="1600" spc="-10" dirty="0"/>
                        <a:t> </a:t>
                      </a:r>
                      <a:r>
                        <a:rPr sz="1600" spc="-20" dirty="0"/>
                        <a:t>m/s²</a:t>
                      </a:r>
                      <a:endParaRPr sz="1600" dirty="0">
                        <a:latin typeface="Times New Roman" panose="02020603050405020304" pitchFamily="18" charset="0"/>
                        <a:cs typeface="Times New Roman" panose="02020603050405020304" pitchFamily="18" charset="0"/>
                      </a:endParaRPr>
                    </a:p>
                  </a:txBody>
                  <a:tcPr marL="0" marR="0" marT="31115" marB="0"/>
                </a:tc>
                <a:extLst>
                  <a:ext uri="{0D108BD9-81ED-4DB2-BD59-A6C34878D82A}">
                    <a16:rowId xmlns:a16="http://schemas.microsoft.com/office/drawing/2014/main" val="3046449167"/>
                  </a:ext>
                </a:extLst>
              </a:tr>
              <a:tr h="249499">
                <a:tc>
                  <a:txBody>
                    <a:bodyPr/>
                    <a:lstStyle/>
                    <a:p>
                      <a:pPr marL="91440">
                        <a:lnSpc>
                          <a:spcPct val="100000"/>
                        </a:lnSpc>
                        <a:spcBef>
                          <a:spcPts val="250"/>
                        </a:spcBef>
                      </a:pPr>
                      <a:r>
                        <a:rPr sz="1600" dirty="0"/>
                        <a:t>Stopping</a:t>
                      </a:r>
                      <a:r>
                        <a:rPr sz="1600" spc="-55" dirty="0"/>
                        <a:t> </a:t>
                      </a:r>
                      <a:r>
                        <a:rPr sz="1600" spc="-10" dirty="0"/>
                        <a:t>Distance</a:t>
                      </a:r>
                      <a:endParaRPr sz="1600">
                        <a:latin typeface="Times New Roman" panose="02020603050405020304" pitchFamily="18" charset="0"/>
                        <a:cs typeface="Times New Roman" panose="02020603050405020304" pitchFamily="18" charset="0"/>
                      </a:endParaRPr>
                    </a:p>
                  </a:txBody>
                  <a:tcPr marL="0" marR="0" marT="31750" marB="0"/>
                </a:tc>
                <a:tc>
                  <a:txBody>
                    <a:bodyPr/>
                    <a:lstStyle/>
                    <a:p>
                      <a:pPr marL="91440">
                        <a:lnSpc>
                          <a:spcPct val="100000"/>
                        </a:lnSpc>
                        <a:spcBef>
                          <a:spcPts val="250"/>
                        </a:spcBef>
                      </a:pPr>
                      <a:r>
                        <a:rPr sz="1600" dirty="0"/>
                        <a:t>31.11 </a:t>
                      </a:r>
                      <a:r>
                        <a:rPr sz="1600" spc="-50" dirty="0"/>
                        <a:t>m</a:t>
                      </a:r>
                      <a:endParaRPr sz="1600" dirty="0">
                        <a:latin typeface="Times New Roman" panose="02020603050405020304" pitchFamily="18" charset="0"/>
                        <a:cs typeface="Times New Roman" panose="02020603050405020304" pitchFamily="18" charset="0"/>
                      </a:endParaRPr>
                    </a:p>
                  </a:txBody>
                  <a:tcPr marL="0" marR="0" marT="31750" marB="0"/>
                </a:tc>
                <a:extLst>
                  <a:ext uri="{0D108BD9-81ED-4DB2-BD59-A6C34878D82A}">
                    <a16:rowId xmlns:a16="http://schemas.microsoft.com/office/drawing/2014/main" val="1967838035"/>
                  </a:ext>
                </a:extLst>
              </a:tr>
              <a:tr h="249499">
                <a:tc>
                  <a:txBody>
                    <a:bodyPr/>
                    <a:lstStyle/>
                    <a:p>
                      <a:pPr marL="91440">
                        <a:lnSpc>
                          <a:spcPct val="100000"/>
                        </a:lnSpc>
                        <a:spcBef>
                          <a:spcPts val="250"/>
                        </a:spcBef>
                      </a:pPr>
                      <a:r>
                        <a:rPr sz="1600" spc="-10" dirty="0"/>
                        <a:t>Weight</a:t>
                      </a:r>
                      <a:endParaRPr sz="1600">
                        <a:latin typeface="Times New Roman" panose="02020603050405020304" pitchFamily="18" charset="0"/>
                        <a:cs typeface="Times New Roman" panose="02020603050405020304" pitchFamily="18" charset="0"/>
                      </a:endParaRPr>
                    </a:p>
                  </a:txBody>
                  <a:tcPr marL="0" marR="0" marT="31750" marB="0"/>
                </a:tc>
                <a:tc>
                  <a:txBody>
                    <a:bodyPr/>
                    <a:lstStyle/>
                    <a:p>
                      <a:pPr marL="91440">
                        <a:lnSpc>
                          <a:spcPct val="100000"/>
                        </a:lnSpc>
                        <a:spcBef>
                          <a:spcPts val="250"/>
                        </a:spcBef>
                      </a:pPr>
                      <a:r>
                        <a:rPr sz="1600" dirty="0"/>
                        <a:t>1</a:t>
                      </a:r>
                      <a:r>
                        <a:rPr lang="en-US" sz="1600" dirty="0"/>
                        <a:t>70</a:t>
                      </a:r>
                      <a:r>
                        <a:rPr sz="1600" spc="-35" dirty="0"/>
                        <a:t> </a:t>
                      </a:r>
                      <a:r>
                        <a:rPr sz="1600" dirty="0"/>
                        <a:t>Kg</a:t>
                      </a:r>
                      <a:endParaRPr sz="1600" dirty="0">
                        <a:latin typeface="Times New Roman" panose="02020603050405020304" pitchFamily="18" charset="0"/>
                        <a:cs typeface="Times New Roman" panose="02020603050405020304" pitchFamily="18" charset="0"/>
                      </a:endParaRPr>
                    </a:p>
                  </a:txBody>
                  <a:tcPr marL="0" marR="0" marT="31750" marB="0"/>
                </a:tc>
                <a:extLst>
                  <a:ext uri="{0D108BD9-81ED-4DB2-BD59-A6C34878D82A}">
                    <a16:rowId xmlns:a16="http://schemas.microsoft.com/office/drawing/2014/main" val="2351435867"/>
                  </a:ext>
                </a:extLst>
              </a:tr>
              <a:tr h="249499">
                <a:tc>
                  <a:txBody>
                    <a:bodyPr/>
                    <a:lstStyle/>
                    <a:p>
                      <a:pPr marL="91440">
                        <a:lnSpc>
                          <a:spcPct val="100000"/>
                        </a:lnSpc>
                        <a:spcBef>
                          <a:spcPts val="250"/>
                        </a:spcBef>
                      </a:pPr>
                      <a:r>
                        <a:rPr sz="1600" dirty="0"/>
                        <a:t>Break</a:t>
                      </a:r>
                      <a:r>
                        <a:rPr sz="1600" spc="-60" dirty="0"/>
                        <a:t> </a:t>
                      </a:r>
                      <a:r>
                        <a:rPr sz="1600" spc="-20" dirty="0"/>
                        <a:t>Type</a:t>
                      </a:r>
                      <a:endParaRPr sz="1600" dirty="0">
                        <a:latin typeface="Times New Roman" panose="02020603050405020304" pitchFamily="18" charset="0"/>
                        <a:cs typeface="Times New Roman" panose="02020603050405020304" pitchFamily="18" charset="0"/>
                      </a:endParaRPr>
                    </a:p>
                  </a:txBody>
                  <a:tcPr marL="0" marR="0" marT="31750" marB="0"/>
                </a:tc>
                <a:tc>
                  <a:txBody>
                    <a:bodyPr/>
                    <a:lstStyle/>
                    <a:p>
                      <a:pPr marL="91440">
                        <a:lnSpc>
                          <a:spcPct val="100000"/>
                        </a:lnSpc>
                        <a:spcBef>
                          <a:spcPts val="250"/>
                        </a:spcBef>
                      </a:pPr>
                      <a:r>
                        <a:rPr sz="1600" spc="-20" dirty="0"/>
                        <a:t>Disc</a:t>
                      </a:r>
                      <a:endParaRPr sz="1600" dirty="0">
                        <a:latin typeface="Times New Roman" panose="02020603050405020304" pitchFamily="18" charset="0"/>
                        <a:cs typeface="Times New Roman" panose="02020603050405020304" pitchFamily="18" charset="0"/>
                      </a:endParaRPr>
                    </a:p>
                  </a:txBody>
                  <a:tcPr marL="0" marR="0" marT="31750" marB="0"/>
                </a:tc>
                <a:extLst>
                  <a:ext uri="{0D108BD9-81ED-4DB2-BD59-A6C34878D82A}">
                    <a16:rowId xmlns:a16="http://schemas.microsoft.com/office/drawing/2014/main" val="4127431962"/>
                  </a:ext>
                </a:extLst>
              </a:tr>
            </a:tbl>
          </a:graphicData>
        </a:graphic>
      </p:graphicFrame>
      <p:sp>
        <p:nvSpPr>
          <p:cNvPr id="4" name="Footer Placeholder 9">
            <a:extLst>
              <a:ext uri="{FF2B5EF4-FFF2-40B4-BE49-F238E27FC236}">
                <a16:creationId xmlns:a16="http://schemas.microsoft.com/office/drawing/2014/main" id="{77B0E7C5-555B-E209-8A56-878B8429D16E}"/>
              </a:ext>
            </a:extLst>
          </p:cNvPr>
          <p:cNvSpPr>
            <a:spLocks noGrp="1"/>
          </p:cNvSpPr>
          <p:nvPr>
            <p:ph type="ftr" sz="quarter" idx="11"/>
          </p:nvPr>
        </p:nvSpPr>
        <p:spPr>
          <a:xfrm>
            <a:off x="235975" y="6326854"/>
            <a:ext cx="11366090" cy="501650"/>
          </a:xfrm>
        </p:spPr>
        <p:txBody>
          <a:bodyPr/>
          <a:lstStyle/>
          <a:p>
            <a:pPr algn="l"/>
            <a:r>
              <a:rPr lang="en-US" sz="1600" b="1" dirty="0">
                <a:solidFill>
                  <a:srgbClr val="002060"/>
                </a:solidFill>
                <a:latin typeface="Times New Roman" panose="02020603050405020304" pitchFamily="18" charset="0"/>
                <a:cs typeface="Times New Roman" pitchFamily="18" charset="0"/>
              </a:rPr>
              <a:t>www.aimsacademys.org </a:t>
            </a:r>
            <a:r>
              <a:rPr lang="en-US" sz="1600" b="1" dirty="0">
                <a:solidFill>
                  <a:schemeClr val="accent6">
                    <a:lumMod val="75000"/>
                  </a:schemeClr>
                </a:solidFill>
                <a:latin typeface="Times New Roman" panose="02020603050405020304" pitchFamily="18" charset="0"/>
                <a:cs typeface="Times New Roman" pitchFamily="18" charset="0"/>
              </a:rPr>
              <a:t>  	 	                                </a:t>
            </a:r>
            <a:r>
              <a:rPr lang="en-US" sz="1600" b="1" dirty="0">
                <a:solidFill>
                  <a:srgbClr val="002060"/>
                </a:solidFill>
                <a:latin typeface="Times New Roman" panose="02020603050405020304" pitchFamily="18" charset="0"/>
                <a:cs typeface="Times New Roman" pitchFamily="18" charset="0"/>
              </a:rPr>
              <a:t>Season:05 		                                                        AIMS/KEC              </a:t>
            </a:r>
          </a:p>
        </p:txBody>
      </p:sp>
      <p:pic>
        <p:nvPicPr>
          <p:cNvPr id="6" name="object 4">
            <a:extLst>
              <a:ext uri="{FF2B5EF4-FFF2-40B4-BE49-F238E27FC236}">
                <a16:creationId xmlns:a16="http://schemas.microsoft.com/office/drawing/2014/main" id="{FF8842D6-6440-05A5-029B-EF53957234C4}"/>
              </a:ext>
            </a:extLst>
          </p:cNvPr>
          <p:cNvPicPr/>
          <p:nvPr/>
        </p:nvPicPr>
        <p:blipFill>
          <a:blip r:embed="rId4" cstate="print"/>
          <a:stretch>
            <a:fillRect/>
          </a:stretch>
        </p:blipFill>
        <p:spPr>
          <a:xfrm>
            <a:off x="511277" y="2950816"/>
            <a:ext cx="2764071" cy="1300271"/>
          </a:xfrm>
          <a:prstGeom prst="rect">
            <a:avLst/>
          </a:prstGeom>
        </p:spPr>
      </p:pic>
      <p:pic>
        <p:nvPicPr>
          <p:cNvPr id="8" name="object 5">
            <a:extLst>
              <a:ext uri="{FF2B5EF4-FFF2-40B4-BE49-F238E27FC236}">
                <a16:creationId xmlns:a16="http://schemas.microsoft.com/office/drawing/2014/main" id="{89BD7496-5F45-9F88-2151-834C27D2535B}"/>
              </a:ext>
            </a:extLst>
          </p:cNvPr>
          <p:cNvPicPr/>
          <p:nvPr/>
        </p:nvPicPr>
        <p:blipFill>
          <a:blip r:embed="rId5" cstate="print"/>
          <a:stretch>
            <a:fillRect/>
          </a:stretch>
        </p:blipFill>
        <p:spPr>
          <a:xfrm>
            <a:off x="511277" y="4625758"/>
            <a:ext cx="2764071" cy="1362916"/>
          </a:xfrm>
          <a:prstGeom prst="rect">
            <a:avLst/>
          </a:prstGeom>
        </p:spPr>
      </p:pic>
      <p:sp>
        <p:nvSpPr>
          <p:cNvPr id="11" name="object 6">
            <a:extLst>
              <a:ext uri="{FF2B5EF4-FFF2-40B4-BE49-F238E27FC236}">
                <a16:creationId xmlns:a16="http://schemas.microsoft.com/office/drawing/2014/main" id="{A95A6408-4F5C-9EC6-625E-7CD6BE511249}"/>
              </a:ext>
            </a:extLst>
          </p:cNvPr>
          <p:cNvSpPr txBox="1"/>
          <p:nvPr/>
        </p:nvSpPr>
        <p:spPr>
          <a:xfrm>
            <a:off x="798320" y="2579586"/>
            <a:ext cx="1977339" cy="321242"/>
          </a:xfrm>
          <a:prstGeom prst="rect">
            <a:avLst/>
          </a:prstGeom>
        </p:spPr>
        <p:txBody>
          <a:bodyPr vert="horz" wrap="square" lIns="0" tIns="13335" rIns="0" bIns="0" rtlCol="0">
            <a:spAutoFit/>
          </a:bodyPr>
          <a:lstStyle/>
          <a:p>
            <a:pPr marL="12700">
              <a:lnSpc>
                <a:spcPct val="100000"/>
              </a:lnSpc>
              <a:spcBef>
                <a:spcPts val="105"/>
              </a:spcBef>
            </a:pPr>
            <a:r>
              <a:rPr sz="2000" b="1" dirty="0">
                <a:latin typeface="Times New Roman" panose="02020603050405020304" pitchFamily="18" charset="0"/>
                <a:cs typeface="Times New Roman" panose="02020603050405020304" pitchFamily="18" charset="0"/>
              </a:rPr>
              <a:t>Fig.</a:t>
            </a:r>
            <a:r>
              <a:rPr sz="2000" b="1" spc="-50" dirty="0">
                <a:latin typeface="Times New Roman" panose="02020603050405020304" pitchFamily="18" charset="0"/>
                <a:cs typeface="Times New Roman" panose="02020603050405020304" pitchFamily="18" charset="0"/>
              </a:rPr>
              <a:t> </a:t>
            </a:r>
            <a:r>
              <a:rPr sz="2000" b="1" dirty="0">
                <a:latin typeface="Times New Roman" panose="02020603050405020304" pitchFamily="18" charset="0"/>
                <a:cs typeface="Times New Roman" panose="02020603050405020304" pitchFamily="18" charset="0"/>
              </a:rPr>
              <a:t>Front</a:t>
            </a:r>
            <a:r>
              <a:rPr sz="2000" b="1" spc="-50" dirty="0">
                <a:latin typeface="Times New Roman" panose="02020603050405020304" pitchFamily="18" charset="0"/>
                <a:cs typeface="Times New Roman" panose="02020603050405020304" pitchFamily="18" charset="0"/>
              </a:rPr>
              <a:t> </a:t>
            </a:r>
            <a:r>
              <a:rPr sz="2000" b="1" spc="-20" dirty="0">
                <a:latin typeface="Times New Roman" panose="02020603050405020304" pitchFamily="18" charset="0"/>
                <a:cs typeface="Times New Roman" panose="02020603050405020304" pitchFamily="18" charset="0"/>
              </a:rPr>
              <a:t>View</a:t>
            </a:r>
            <a:endParaRPr sz="2000" dirty="0">
              <a:latin typeface="Times New Roman" panose="02020603050405020304" pitchFamily="18" charset="0"/>
              <a:cs typeface="Times New Roman" panose="02020603050405020304" pitchFamily="18" charset="0"/>
            </a:endParaRPr>
          </a:p>
        </p:txBody>
      </p:sp>
      <p:sp>
        <p:nvSpPr>
          <p:cNvPr id="12" name="object 7">
            <a:extLst>
              <a:ext uri="{FF2B5EF4-FFF2-40B4-BE49-F238E27FC236}">
                <a16:creationId xmlns:a16="http://schemas.microsoft.com/office/drawing/2014/main" id="{8FD101FB-BA25-C5EC-5D42-1984D6B75E4E}"/>
              </a:ext>
            </a:extLst>
          </p:cNvPr>
          <p:cNvSpPr txBox="1"/>
          <p:nvPr/>
        </p:nvSpPr>
        <p:spPr>
          <a:xfrm>
            <a:off x="800710" y="4251088"/>
            <a:ext cx="1737120" cy="320601"/>
          </a:xfrm>
          <a:prstGeom prst="rect">
            <a:avLst/>
          </a:prstGeom>
        </p:spPr>
        <p:txBody>
          <a:bodyPr vert="horz" wrap="square" lIns="0" tIns="12700" rIns="0" bIns="0" rtlCol="0">
            <a:spAutoFit/>
          </a:bodyPr>
          <a:lstStyle/>
          <a:p>
            <a:pPr marL="12700">
              <a:lnSpc>
                <a:spcPct val="100000"/>
              </a:lnSpc>
              <a:spcBef>
                <a:spcPts val="100"/>
              </a:spcBef>
            </a:pPr>
            <a:r>
              <a:rPr sz="2000" b="1" dirty="0">
                <a:latin typeface="Times New Roman" panose="02020603050405020304" pitchFamily="18" charset="0"/>
                <a:cs typeface="Times New Roman" panose="02020603050405020304" pitchFamily="18" charset="0"/>
              </a:rPr>
              <a:t>Fig.</a:t>
            </a:r>
            <a:r>
              <a:rPr sz="2000" b="1" spc="-55" dirty="0">
                <a:latin typeface="Times New Roman" panose="02020603050405020304" pitchFamily="18" charset="0"/>
                <a:cs typeface="Times New Roman" panose="02020603050405020304" pitchFamily="18" charset="0"/>
              </a:rPr>
              <a:t> </a:t>
            </a:r>
            <a:r>
              <a:rPr sz="2000" b="1" dirty="0">
                <a:latin typeface="Times New Roman" panose="02020603050405020304" pitchFamily="18" charset="0"/>
                <a:cs typeface="Times New Roman" panose="02020603050405020304" pitchFamily="18" charset="0"/>
              </a:rPr>
              <a:t>Side</a:t>
            </a:r>
            <a:r>
              <a:rPr sz="2000" b="1" spc="-40" dirty="0">
                <a:latin typeface="Times New Roman" panose="02020603050405020304" pitchFamily="18" charset="0"/>
                <a:cs typeface="Times New Roman" panose="02020603050405020304" pitchFamily="18" charset="0"/>
              </a:rPr>
              <a:t> </a:t>
            </a:r>
            <a:r>
              <a:rPr sz="2000" b="1" spc="-20" dirty="0">
                <a:latin typeface="Times New Roman" panose="02020603050405020304" pitchFamily="18" charset="0"/>
                <a:cs typeface="Times New Roman" panose="02020603050405020304" pitchFamily="18" charset="0"/>
              </a:rPr>
              <a:t>View</a:t>
            </a:r>
            <a:endParaRPr sz="2000" dirty="0">
              <a:latin typeface="Times New Roman" panose="02020603050405020304" pitchFamily="18" charset="0"/>
              <a:cs typeface="Times New Roman" panose="02020603050405020304" pitchFamily="18" charset="0"/>
            </a:endParaRPr>
          </a:p>
        </p:txBody>
      </p:sp>
      <p:pic>
        <p:nvPicPr>
          <p:cNvPr id="13" name="object 8">
            <a:extLst>
              <a:ext uri="{FF2B5EF4-FFF2-40B4-BE49-F238E27FC236}">
                <a16:creationId xmlns:a16="http://schemas.microsoft.com/office/drawing/2014/main" id="{EBA55BC7-1BAB-2063-EECC-00D6558C8ADA}"/>
              </a:ext>
            </a:extLst>
          </p:cNvPr>
          <p:cNvPicPr/>
          <p:nvPr/>
        </p:nvPicPr>
        <p:blipFill>
          <a:blip r:embed="rId6" cstate="print"/>
          <a:stretch>
            <a:fillRect/>
          </a:stretch>
        </p:blipFill>
        <p:spPr>
          <a:xfrm>
            <a:off x="529735" y="972588"/>
            <a:ext cx="2764071" cy="1557010"/>
          </a:xfrm>
          <a:prstGeom prst="rect">
            <a:avLst/>
          </a:prstGeom>
        </p:spPr>
      </p:pic>
      <p:sp>
        <p:nvSpPr>
          <p:cNvPr id="14" name="object 9">
            <a:extLst>
              <a:ext uri="{FF2B5EF4-FFF2-40B4-BE49-F238E27FC236}">
                <a16:creationId xmlns:a16="http://schemas.microsoft.com/office/drawing/2014/main" id="{ABECA663-8817-F401-688F-90B91EE8422D}"/>
              </a:ext>
            </a:extLst>
          </p:cNvPr>
          <p:cNvSpPr txBox="1"/>
          <p:nvPr/>
        </p:nvSpPr>
        <p:spPr>
          <a:xfrm>
            <a:off x="717755" y="6047315"/>
            <a:ext cx="2308029" cy="320601"/>
          </a:xfrm>
          <a:prstGeom prst="rect">
            <a:avLst/>
          </a:prstGeom>
        </p:spPr>
        <p:txBody>
          <a:bodyPr vert="horz" wrap="square" lIns="0" tIns="12700" rIns="0" bIns="0" rtlCol="0">
            <a:spAutoFit/>
          </a:bodyPr>
          <a:lstStyle/>
          <a:p>
            <a:pPr marL="12700">
              <a:lnSpc>
                <a:spcPct val="100000"/>
              </a:lnSpc>
              <a:spcBef>
                <a:spcPts val="100"/>
              </a:spcBef>
            </a:pPr>
            <a:r>
              <a:rPr sz="2000" b="1" dirty="0">
                <a:latin typeface="Times New Roman" panose="02020603050405020304" pitchFamily="18" charset="0"/>
                <a:cs typeface="Times New Roman" panose="02020603050405020304" pitchFamily="18" charset="0"/>
              </a:rPr>
              <a:t>Fig.</a:t>
            </a:r>
            <a:r>
              <a:rPr sz="2000" b="1" spc="-50" dirty="0">
                <a:latin typeface="Times New Roman" panose="02020603050405020304" pitchFamily="18" charset="0"/>
                <a:cs typeface="Times New Roman" panose="02020603050405020304" pitchFamily="18" charset="0"/>
              </a:rPr>
              <a:t> </a:t>
            </a:r>
            <a:r>
              <a:rPr sz="2000" b="1" dirty="0">
                <a:latin typeface="Times New Roman" panose="02020603050405020304" pitchFamily="18" charset="0"/>
                <a:cs typeface="Times New Roman" panose="02020603050405020304" pitchFamily="18" charset="0"/>
              </a:rPr>
              <a:t>Isometric</a:t>
            </a:r>
            <a:r>
              <a:rPr sz="2000" b="1" spc="-65" dirty="0">
                <a:latin typeface="Times New Roman" panose="02020603050405020304" pitchFamily="18" charset="0"/>
                <a:cs typeface="Times New Roman" panose="02020603050405020304" pitchFamily="18" charset="0"/>
              </a:rPr>
              <a:t> </a:t>
            </a:r>
            <a:r>
              <a:rPr sz="2000" b="1" spc="-20" dirty="0">
                <a:latin typeface="Times New Roman" panose="02020603050405020304" pitchFamily="18" charset="0"/>
                <a:cs typeface="Times New Roman" panose="02020603050405020304" pitchFamily="18" charset="0"/>
              </a:rPr>
              <a:t>View</a:t>
            </a:r>
            <a:endParaRPr sz="2000" dirty="0">
              <a:latin typeface="Times New Roman" panose="02020603050405020304" pitchFamily="18" charset="0"/>
              <a:cs typeface="Times New Roman" panose="02020603050405020304" pitchFamily="18" charset="0"/>
            </a:endParaRPr>
          </a:p>
        </p:txBody>
      </p:sp>
      <p:pic>
        <p:nvPicPr>
          <p:cNvPr id="15" name="object 10">
            <a:extLst>
              <a:ext uri="{FF2B5EF4-FFF2-40B4-BE49-F238E27FC236}">
                <a16:creationId xmlns:a16="http://schemas.microsoft.com/office/drawing/2014/main" id="{9E9BFE8F-0A3D-B600-97F6-FC5E3630DFB8}"/>
              </a:ext>
            </a:extLst>
          </p:cNvPr>
          <p:cNvPicPr/>
          <p:nvPr/>
        </p:nvPicPr>
        <p:blipFill>
          <a:blip r:embed="rId7" cstate="print"/>
          <a:stretch>
            <a:fillRect/>
          </a:stretch>
        </p:blipFill>
        <p:spPr>
          <a:xfrm>
            <a:off x="3724744" y="1013325"/>
            <a:ext cx="2879276" cy="4666075"/>
          </a:xfrm>
          <a:prstGeom prst="rect">
            <a:avLst/>
          </a:prstGeom>
        </p:spPr>
      </p:pic>
      <p:sp>
        <p:nvSpPr>
          <p:cNvPr id="16" name="object 11">
            <a:extLst>
              <a:ext uri="{FF2B5EF4-FFF2-40B4-BE49-F238E27FC236}">
                <a16:creationId xmlns:a16="http://schemas.microsoft.com/office/drawing/2014/main" id="{7432A957-D54B-AFE5-8F89-489D1DF6FBA1}"/>
              </a:ext>
            </a:extLst>
          </p:cNvPr>
          <p:cNvSpPr txBox="1"/>
          <p:nvPr/>
        </p:nvSpPr>
        <p:spPr>
          <a:xfrm>
            <a:off x="4316361" y="5788351"/>
            <a:ext cx="1602659" cy="320601"/>
          </a:xfrm>
          <a:prstGeom prst="rect">
            <a:avLst/>
          </a:prstGeom>
        </p:spPr>
        <p:txBody>
          <a:bodyPr vert="horz" wrap="square" lIns="0" tIns="12700" rIns="0" bIns="0" rtlCol="0">
            <a:spAutoFit/>
          </a:bodyPr>
          <a:lstStyle/>
          <a:p>
            <a:pPr marL="12700">
              <a:lnSpc>
                <a:spcPct val="100000"/>
              </a:lnSpc>
              <a:spcBef>
                <a:spcPts val="100"/>
              </a:spcBef>
            </a:pPr>
            <a:r>
              <a:rPr sz="2000" b="1" dirty="0">
                <a:latin typeface="Times New Roman" panose="02020603050405020304" pitchFamily="18" charset="0"/>
                <a:cs typeface="Times New Roman" panose="02020603050405020304" pitchFamily="18" charset="0"/>
              </a:rPr>
              <a:t>Fig.</a:t>
            </a:r>
            <a:r>
              <a:rPr sz="2000" b="1" spc="-50" dirty="0">
                <a:latin typeface="Times New Roman" panose="02020603050405020304" pitchFamily="18" charset="0"/>
                <a:cs typeface="Times New Roman" panose="02020603050405020304" pitchFamily="18" charset="0"/>
              </a:rPr>
              <a:t> </a:t>
            </a:r>
            <a:r>
              <a:rPr sz="2000" b="1" spc="-40" dirty="0">
                <a:latin typeface="Times New Roman" panose="02020603050405020304" pitchFamily="18" charset="0"/>
                <a:cs typeface="Times New Roman" panose="02020603050405020304" pitchFamily="18" charset="0"/>
              </a:rPr>
              <a:t>Top</a:t>
            </a:r>
            <a:r>
              <a:rPr sz="2000" b="1" spc="-45" dirty="0">
                <a:latin typeface="Times New Roman" panose="02020603050405020304" pitchFamily="18" charset="0"/>
                <a:cs typeface="Times New Roman" panose="02020603050405020304" pitchFamily="18" charset="0"/>
              </a:rPr>
              <a:t> </a:t>
            </a:r>
            <a:r>
              <a:rPr sz="2000" b="1" spc="-20" dirty="0">
                <a:latin typeface="Times New Roman" panose="02020603050405020304" pitchFamily="18" charset="0"/>
                <a:cs typeface="Times New Roman" panose="02020603050405020304" pitchFamily="18" charset="0"/>
              </a:rPr>
              <a:t>View</a:t>
            </a:r>
            <a:endParaRPr sz="2000" dirty="0">
              <a:latin typeface="Times New Roman" panose="02020603050405020304" pitchFamily="18" charset="0"/>
              <a:cs typeface="Times New Roman" panose="02020603050405020304" pitchFamily="18" charset="0"/>
            </a:endParaRPr>
          </a:p>
        </p:txBody>
      </p:sp>
      <p:sp>
        <p:nvSpPr>
          <p:cNvPr id="18" name="TextBox 17">
            <a:extLst>
              <a:ext uri="{FF2B5EF4-FFF2-40B4-BE49-F238E27FC236}">
                <a16:creationId xmlns:a16="http://schemas.microsoft.com/office/drawing/2014/main" id="{CD67282B-49F7-14CF-D4A6-6DFE7DEA433E}"/>
              </a:ext>
            </a:extLst>
          </p:cNvPr>
          <p:cNvSpPr txBox="1"/>
          <p:nvPr/>
        </p:nvSpPr>
        <p:spPr>
          <a:xfrm>
            <a:off x="2721066" y="248751"/>
            <a:ext cx="6749868" cy="400110"/>
          </a:xfrm>
          <a:prstGeom prst="rect">
            <a:avLst/>
          </a:prstGeom>
          <a:noFill/>
        </p:spPr>
        <p:txBody>
          <a:bodyPr wrap="square">
            <a:spAutoFit/>
          </a:bodyPr>
          <a:lstStyle/>
          <a:p>
            <a:pPr algn="ctr"/>
            <a:r>
              <a:rPr lang="en-US" sz="2000" b="1" spc="-60" dirty="0">
                <a:latin typeface="Times New Roman" panose="02020603050405020304" pitchFamily="18" charset="0"/>
                <a:cs typeface="Times New Roman" panose="02020603050405020304" pitchFamily="18" charset="0"/>
              </a:rPr>
              <a:t>TECHNICAL </a:t>
            </a:r>
            <a:r>
              <a:rPr lang="en-US" sz="2000" b="1" spc="-10" dirty="0">
                <a:latin typeface="Times New Roman" panose="02020603050405020304" pitchFamily="18" charset="0"/>
                <a:cs typeface="Times New Roman" panose="02020603050405020304" pitchFamily="18" charset="0"/>
              </a:rPr>
              <a:t>SPECIFICATIONS</a:t>
            </a:r>
            <a:r>
              <a:rPr lang="en-US" sz="2000" b="1" spc="-11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AND</a:t>
            </a:r>
            <a:r>
              <a:rPr lang="en-US" sz="2000" b="1" spc="-4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3D</a:t>
            </a:r>
            <a:r>
              <a:rPr lang="en-US" sz="2000" b="1" spc="-50" dirty="0">
                <a:latin typeface="Times New Roman" panose="02020603050405020304" pitchFamily="18" charset="0"/>
                <a:cs typeface="Times New Roman" panose="02020603050405020304" pitchFamily="18" charset="0"/>
              </a:rPr>
              <a:t> </a:t>
            </a:r>
            <a:r>
              <a:rPr lang="en-US" sz="2000" b="1" spc="-10" dirty="0">
                <a:latin typeface="Times New Roman" panose="02020603050405020304" pitchFamily="18" charset="0"/>
                <a:cs typeface="Times New Roman" panose="02020603050405020304" pitchFamily="18" charset="0"/>
              </a:rPr>
              <a:t>VIEWS</a:t>
            </a:r>
            <a:endParaRPr lang="en-IN" sz="2000" b="1"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0B22F294-C79E-0964-1636-D7E1EB18B7E0}"/>
              </a:ext>
            </a:extLst>
          </p:cNvPr>
          <p:cNvPicPr>
            <a:picLocks noChangeAspect="1"/>
          </p:cNvPicPr>
          <p:nvPr/>
        </p:nvPicPr>
        <p:blipFill>
          <a:blip r:embed="rId3">
            <a:alphaModFix amt="5000"/>
            <a:extLst>
              <a:ext uri="{28A0092B-C50C-407E-A947-70E740481C1C}">
                <a14:useLocalDpi xmlns:a14="http://schemas.microsoft.com/office/drawing/2010/main" val="0"/>
              </a:ext>
            </a:extLst>
          </a:blip>
          <a:srcRect l="13134" t="29924" r="4696" b="19206"/>
          <a:stretch/>
        </p:blipFill>
        <p:spPr>
          <a:xfrm>
            <a:off x="1661653" y="665841"/>
            <a:ext cx="8672050" cy="6032267"/>
          </a:xfrm>
          <a:prstGeom prst="rect">
            <a:avLst/>
          </a:prstGeom>
        </p:spPr>
      </p:pic>
    </p:spTree>
    <p:extLst>
      <p:ext uri="{BB962C8B-B14F-4D97-AF65-F5344CB8AC3E}">
        <p14:creationId xmlns:p14="http://schemas.microsoft.com/office/powerpoint/2010/main" val="3485421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D11B38-B341-C870-2A0C-24F86744CCD1}"/>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8995D8BC-2980-75B2-DAF7-00D8387B5B6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127345" y="-34413"/>
            <a:ext cx="1037095" cy="1037095"/>
          </a:xfrm>
          <a:prstGeom prst="rect">
            <a:avLst/>
          </a:prstGeom>
        </p:spPr>
      </p:pic>
      <p:pic>
        <p:nvPicPr>
          <p:cNvPr id="9" name="Picture 8">
            <a:extLst>
              <a:ext uri="{FF2B5EF4-FFF2-40B4-BE49-F238E27FC236}">
                <a16:creationId xmlns:a16="http://schemas.microsoft.com/office/drawing/2014/main" id="{A4905947-A1A0-37D6-FA51-60808B4E28D4}"/>
              </a:ext>
            </a:extLst>
          </p:cNvPr>
          <p:cNvPicPr>
            <a:picLocks noChangeAspect="1"/>
          </p:cNvPicPr>
          <p:nvPr/>
        </p:nvPicPr>
        <p:blipFill>
          <a:blip r:embed="rId3">
            <a:extLst>
              <a:ext uri="{28A0092B-C50C-407E-A947-70E740481C1C}">
                <a14:useLocalDpi xmlns:a14="http://schemas.microsoft.com/office/drawing/2010/main" val="0"/>
              </a:ext>
            </a:extLst>
          </a:blip>
          <a:srcRect l="17306" t="32895" r="7356" b="22368"/>
          <a:stretch/>
        </p:blipFill>
        <p:spPr>
          <a:xfrm>
            <a:off x="105698" y="107985"/>
            <a:ext cx="1172705" cy="752301"/>
          </a:xfrm>
          <a:prstGeom prst="rect">
            <a:avLst/>
          </a:prstGeom>
        </p:spPr>
      </p:pic>
      <p:graphicFrame>
        <p:nvGraphicFramePr>
          <p:cNvPr id="4" name="Table 3">
            <a:extLst>
              <a:ext uri="{FF2B5EF4-FFF2-40B4-BE49-F238E27FC236}">
                <a16:creationId xmlns:a16="http://schemas.microsoft.com/office/drawing/2014/main" id="{CBEDED3A-1BBE-9121-57D0-763FC46D2AE9}"/>
              </a:ext>
            </a:extLst>
          </p:cNvPr>
          <p:cNvGraphicFramePr>
            <a:graphicFrameLocks noGrp="1"/>
          </p:cNvGraphicFramePr>
          <p:nvPr>
            <p:extLst>
              <p:ext uri="{D42A27DB-BD31-4B8C-83A1-F6EECF244321}">
                <p14:modId xmlns:p14="http://schemas.microsoft.com/office/powerpoint/2010/main" val="1564412012"/>
              </p:ext>
            </p:extLst>
          </p:nvPr>
        </p:nvGraphicFramePr>
        <p:xfrm>
          <a:off x="7116098" y="1165606"/>
          <a:ext cx="4648200" cy="4777994"/>
        </p:xfrm>
        <a:graphic>
          <a:graphicData uri="http://schemas.openxmlformats.org/drawingml/2006/table">
            <a:tbl>
              <a:tblPr firstRow="1" bandRow="1">
                <a:tableStyleId>{5DA37D80-6434-44D0-A028-1B22A696006F}</a:tableStyleId>
              </a:tblPr>
              <a:tblGrid>
                <a:gridCol w="1247064">
                  <a:extLst>
                    <a:ext uri="{9D8B030D-6E8A-4147-A177-3AD203B41FA5}">
                      <a16:colId xmlns:a16="http://schemas.microsoft.com/office/drawing/2014/main" val="655488540"/>
                    </a:ext>
                  </a:extLst>
                </a:gridCol>
                <a:gridCol w="1056725">
                  <a:extLst>
                    <a:ext uri="{9D8B030D-6E8A-4147-A177-3AD203B41FA5}">
                      <a16:colId xmlns:a16="http://schemas.microsoft.com/office/drawing/2014/main" val="480429731"/>
                    </a:ext>
                  </a:extLst>
                </a:gridCol>
                <a:gridCol w="1216889">
                  <a:extLst>
                    <a:ext uri="{9D8B030D-6E8A-4147-A177-3AD203B41FA5}">
                      <a16:colId xmlns:a16="http://schemas.microsoft.com/office/drawing/2014/main" val="4100062019"/>
                    </a:ext>
                  </a:extLst>
                </a:gridCol>
                <a:gridCol w="1127522">
                  <a:extLst>
                    <a:ext uri="{9D8B030D-6E8A-4147-A177-3AD203B41FA5}">
                      <a16:colId xmlns:a16="http://schemas.microsoft.com/office/drawing/2014/main" val="253986444"/>
                    </a:ext>
                  </a:extLst>
                </a:gridCol>
              </a:tblGrid>
              <a:tr h="467170">
                <a:tc>
                  <a:txBody>
                    <a:bodyPr/>
                    <a:lstStyle/>
                    <a:p>
                      <a:pPr marL="201295">
                        <a:lnSpc>
                          <a:spcPct val="100000"/>
                        </a:lnSpc>
                        <a:spcBef>
                          <a:spcPts val="240"/>
                        </a:spcBef>
                      </a:pPr>
                      <a:r>
                        <a:rPr sz="1600" spc="-10" dirty="0"/>
                        <a:t>Properties</a:t>
                      </a:r>
                      <a:endParaRPr sz="1600" dirty="0">
                        <a:latin typeface="Times New Roman" panose="02020603050405020304" pitchFamily="18" charset="0"/>
                        <a:cs typeface="Times New Roman" panose="02020603050405020304" pitchFamily="18" charset="0"/>
                      </a:endParaRPr>
                    </a:p>
                  </a:txBody>
                  <a:tcPr marL="0" marR="0" marT="30480" marB="0"/>
                </a:tc>
                <a:tc>
                  <a:txBody>
                    <a:bodyPr/>
                    <a:lstStyle/>
                    <a:p>
                      <a:pPr algn="ctr">
                        <a:lnSpc>
                          <a:spcPct val="100000"/>
                        </a:lnSpc>
                        <a:spcBef>
                          <a:spcPts val="240"/>
                        </a:spcBef>
                      </a:pPr>
                      <a:r>
                        <a:rPr sz="1600" dirty="0"/>
                        <a:t>AISI</a:t>
                      </a:r>
                      <a:r>
                        <a:rPr sz="1600" spc="-20" dirty="0"/>
                        <a:t> 1018</a:t>
                      </a:r>
                      <a:endParaRPr sz="1600" dirty="0">
                        <a:latin typeface="Times New Roman" panose="02020603050405020304" pitchFamily="18" charset="0"/>
                        <a:cs typeface="Times New Roman" panose="02020603050405020304" pitchFamily="18" charset="0"/>
                      </a:endParaRPr>
                    </a:p>
                  </a:txBody>
                  <a:tcPr marL="0" marR="0" marT="30480" marB="0"/>
                </a:tc>
                <a:tc>
                  <a:txBody>
                    <a:bodyPr/>
                    <a:lstStyle/>
                    <a:p>
                      <a:pPr algn="ctr">
                        <a:lnSpc>
                          <a:spcPct val="100000"/>
                        </a:lnSpc>
                        <a:spcBef>
                          <a:spcPts val="240"/>
                        </a:spcBef>
                      </a:pPr>
                      <a:r>
                        <a:rPr sz="1600" dirty="0"/>
                        <a:t>AISI</a:t>
                      </a:r>
                      <a:r>
                        <a:rPr sz="1600" spc="-20" dirty="0"/>
                        <a:t> 4130</a:t>
                      </a:r>
                      <a:endParaRPr sz="1600" dirty="0">
                        <a:latin typeface="Times New Roman" panose="02020603050405020304" pitchFamily="18" charset="0"/>
                        <a:cs typeface="Times New Roman" panose="02020603050405020304" pitchFamily="18" charset="0"/>
                      </a:endParaRPr>
                    </a:p>
                  </a:txBody>
                  <a:tcPr marL="0" marR="0" marT="30480" marB="0"/>
                </a:tc>
                <a:tc>
                  <a:txBody>
                    <a:bodyPr/>
                    <a:lstStyle/>
                    <a:p>
                      <a:pPr algn="ctr">
                        <a:lnSpc>
                          <a:spcPct val="100000"/>
                        </a:lnSpc>
                        <a:spcBef>
                          <a:spcPts val="240"/>
                        </a:spcBef>
                      </a:pPr>
                      <a:r>
                        <a:rPr sz="1600" dirty="0"/>
                        <a:t>AISI</a:t>
                      </a:r>
                      <a:r>
                        <a:rPr sz="1600" spc="-20" dirty="0"/>
                        <a:t> 1026</a:t>
                      </a:r>
                      <a:endParaRPr sz="1600" dirty="0">
                        <a:latin typeface="Times New Roman" panose="02020603050405020304" pitchFamily="18" charset="0"/>
                        <a:cs typeface="Times New Roman" panose="02020603050405020304" pitchFamily="18" charset="0"/>
                      </a:endParaRPr>
                    </a:p>
                  </a:txBody>
                  <a:tcPr marL="0" marR="0" marT="30480" marB="0"/>
                </a:tc>
                <a:extLst>
                  <a:ext uri="{0D108BD9-81ED-4DB2-BD59-A6C34878D82A}">
                    <a16:rowId xmlns:a16="http://schemas.microsoft.com/office/drawing/2014/main" val="2316001921"/>
                  </a:ext>
                </a:extLst>
              </a:tr>
              <a:tr h="517537">
                <a:tc>
                  <a:txBody>
                    <a:bodyPr/>
                    <a:lstStyle/>
                    <a:p>
                      <a:pPr marL="90805" marR="400685">
                        <a:lnSpc>
                          <a:spcPct val="100000"/>
                        </a:lnSpc>
                        <a:spcBef>
                          <a:spcPts val="240"/>
                        </a:spcBef>
                      </a:pPr>
                      <a:r>
                        <a:rPr sz="1600" spc="-10" dirty="0"/>
                        <a:t>Density </a:t>
                      </a:r>
                      <a:r>
                        <a:rPr sz="1600" spc="-20" dirty="0"/>
                        <a:t>(gm/cm²)</a:t>
                      </a:r>
                      <a:endParaRPr sz="1600" dirty="0">
                        <a:latin typeface="Times New Roman" panose="02020603050405020304" pitchFamily="18" charset="0"/>
                        <a:cs typeface="Times New Roman" panose="02020603050405020304" pitchFamily="18" charset="0"/>
                      </a:endParaRPr>
                    </a:p>
                  </a:txBody>
                  <a:tcPr marL="0" marR="0" marT="30480" marB="0"/>
                </a:tc>
                <a:tc>
                  <a:txBody>
                    <a:bodyPr/>
                    <a:lstStyle/>
                    <a:p>
                      <a:pPr algn="ctr">
                        <a:lnSpc>
                          <a:spcPct val="100000"/>
                        </a:lnSpc>
                        <a:spcBef>
                          <a:spcPts val="240"/>
                        </a:spcBef>
                      </a:pPr>
                      <a:r>
                        <a:rPr sz="1600" spc="-25" dirty="0"/>
                        <a:t>7.8</a:t>
                      </a:r>
                      <a:endParaRPr sz="1600" dirty="0">
                        <a:latin typeface="Times New Roman" panose="02020603050405020304" pitchFamily="18" charset="0"/>
                        <a:cs typeface="Times New Roman" panose="02020603050405020304" pitchFamily="18" charset="0"/>
                      </a:endParaRPr>
                    </a:p>
                  </a:txBody>
                  <a:tcPr marL="0" marR="0" marT="30480" marB="0"/>
                </a:tc>
                <a:tc>
                  <a:txBody>
                    <a:bodyPr/>
                    <a:lstStyle/>
                    <a:p>
                      <a:pPr algn="ctr">
                        <a:lnSpc>
                          <a:spcPct val="100000"/>
                        </a:lnSpc>
                        <a:spcBef>
                          <a:spcPts val="240"/>
                        </a:spcBef>
                      </a:pPr>
                      <a:r>
                        <a:rPr sz="1600" spc="-25" dirty="0"/>
                        <a:t>7.8</a:t>
                      </a:r>
                      <a:endParaRPr sz="1600" dirty="0">
                        <a:latin typeface="Times New Roman" panose="02020603050405020304" pitchFamily="18" charset="0"/>
                        <a:cs typeface="Times New Roman" panose="02020603050405020304" pitchFamily="18" charset="0"/>
                      </a:endParaRPr>
                    </a:p>
                  </a:txBody>
                  <a:tcPr marL="0" marR="0" marT="30480" marB="0"/>
                </a:tc>
                <a:tc>
                  <a:txBody>
                    <a:bodyPr/>
                    <a:lstStyle/>
                    <a:p>
                      <a:pPr marL="1270" algn="ctr">
                        <a:lnSpc>
                          <a:spcPct val="100000"/>
                        </a:lnSpc>
                        <a:spcBef>
                          <a:spcPts val="240"/>
                        </a:spcBef>
                      </a:pPr>
                      <a:r>
                        <a:rPr sz="1600" spc="-25" dirty="0"/>
                        <a:t>7.8</a:t>
                      </a:r>
                      <a:endParaRPr sz="1600" dirty="0">
                        <a:latin typeface="Times New Roman" panose="02020603050405020304" pitchFamily="18" charset="0"/>
                        <a:cs typeface="Times New Roman" panose="02020603050405020304" pitchFamily="18" charset="0"/>
                      </a:endParaRPr>
                    </a:p>
                  </a:txBody>
                  <a:tcPr marL="0" marR="0" marT="30480" marB="0"/>
                </a:tc>
                <a:extLst>
                  <a:ext uri="{0D108BD9-81ED-4DB2-BD59-A6C34878D82A}">
                    <a16:rowId xmlns:a16="http://schemas.microsoft.com/office/drawing/2014/main" val="3202891704"/>
                  </a:ext>
                </a:extLst>
              </a:tr>
              <a:tr h="518050">
                <a:tc>
                  <a:txBody>
                    <a:bodyPr/>
                    <a:lstStyle/>
                    <a:p>
                      <a:pPr marL="90805">
                        <a:lnSpc>
                          <a:spcPct val="100000"/>
                        </a:lnSpc>
                        <a:spcBef>
                          <a:spcPts val="245"/>
                        </a:spcBef>
                      </a:pPr>
                      <a:r>
                        <a:rPr sz="1600" spc="-10" dirty="0"/>
                        <a:t>Elasticity</a:t>
                      </a:r>
                      <a:endParaRPr sz="1600" dirty="0"/>
                    </a:p>
                    <a:p>
                      <a:pPr marL="90805">
                        <a:lnSpc>
                          <a:spcPct val="100000"/>
                        </a:lnSpc>
                      </a:pPr>
                      <a:r>
                        <a:rPr sz="1600" spc="-10" dirty="0"/>
                        <a:t>(GPa)</a:t>
                      </a:r>
                      <a:endParaRPr sz="1600" dirty="0">
                        <a:latin typeface="Times New Roman" panose="02020603050405020304" pitchFamily="18" charset="0"/>
                        <a:cs typeface="Times New Roman" panose="02020603050405020304" pitchFamily="18" charset="0"/>
                      </a:endParaRPr>
                    </a:p>
                  </a:txBody>
                  <a:tcPr marL="0" marR="0" marT="31115" marB="0"/>
                </a:tc>
                <a:tc>
                  <a:txBody>
                    <a:bodyPr/>
                    <a:lstStyle/>
                    <a:p>
                      <a:pPr algn="ctr">
                        <a:lnSpc>
                          <a:spcPct val="100000"/>
                        </a:lnSpc>
                        <a:spcBef>
                          <a:spcPts val="245"/>
                        </a:spcBef>
                      </a:pPr>
                      <a:r>
                        <a:rPr sz="1600" spc="-25" dirty="0"/>
                        <a:t>210</a:t>
                      </a:r>
                      <a:endParaRPr sz="1600" dirty="0">
                        <a:latin typeface="Times New Roman" panose="02020603050405020304" pitchFamily="18" charset="0"/>
                        <a:cs typeface="Times New Roman" panose="02020603050405020304" pitchFamily="18" charset="0"/>
                      </a:endParaRPr>
                    </a:p>
                  </a:txBody>
                  <a:tcPr marL="0" marR="0" marT="31115" marB="0"/>
                </a:tc>
                <a:tc>
                  <a:txBody>
                    <a:bodyPr/>
                    <a:lstStyle/>
                    <a:p>
                      <a:pPr algn="ctr">
                        <a:lnSpc>
                          <a:spcPct val="100000"/>
                        </a:lnSpc>
                        <a:spcBef>
                          <a:spcPts val="245"/>
                        </a:spcBef>
                      </a:pPr>
                      <a:r>
                        <a:rPr sz="1600" spc="-25" dirty="0"/>
                        <a:t>210</a:t>
                      </a:r>
                      <a:endParaRPr sz="1600" dirty="0">
                        <a:latin typeface="Times New Roman" panose="02020603050405020304" pitchFamily="18" charset="0"/>
                        <a:cs typeface="Times New Roman" panose="02020603050405020304" pitchFamily="18" charset="0"/>
                      </a:endParaRPr>
                    </a:p>
                  </a:txBody>
                  <a:tcPr marL="0" marR="0" marT="31115" marB="0"/>
                </a:tc>
                <a:tc>
                  <a:txBody>
                    <a:bodyPr/>
                    <a:lstStyle/>
                    <a:p>
                      <a:pPr marL="1270" algn="ctr">
                        <a:lnSpc>
                          <a:spcPct val="100000"/>
                        </a:lnSpc>
                        <a:spcBef>
                          <a:spcPts val="245"/>
                        </a:spcBef>
                      </a:pPr>
                      <a:r>
                        <a:rPr sz="1600" spc="-25" dirty="0"/>
                        <a:t>210</a:t>
                      </a:r>
                      <a:endParaRPr sz="1600" dirty="0">
                        <a:latin typeface="Times New Roman" panose="02020603050405020304" pitchFamily="18" charset="0"/>
                        <a:cs typeface="Times New Roman" panose="02020603050405020304" pitchFamily="18" charset="0"/>
                      </a:endParaRPr>
                    </a:p>
                  </a:txBody>
                  <a:tcPr marL="0" marR="0" marT="31115" marB="0"/>
                </a:tc>
                <a:extLst>
                  <a:ext uri="{0D108BD9-81ED-4DB2-BD59-A6C34878D82A}">
                    <a16:rowId xmlns:a16="http://schemas.microsoft.com/office/drawing/2014/main" val="1298241096"/>
                  </a:ext>
                </a:extLst>
              </a:tr>
              <a:tr h="517537">
                <a:tc>
                  <a:txBody>
                    <a:bodyPr/>
                    <a:lstStyle/>
                    <a:p>
                      <a:pPr marL="90805">
                        <a:lnSpc>
                          <a:spcPct val="100000"/>
                        </a:lnSpc>
                        <a:spcBef>
                          <a:spcPts val="245"/>
                        </a:spcBef>
                      </a:pPr>
                      <a:r>
                        <a:rPr sz="1600" spc="-10" dirty="0"/>
                        <a:t>Elongation</a:t>
                      </a:r>
                      <a:endParaRPr sz="1600"/>
                    </a:p>
                    <a:p>
                      <a:pPr marL="90805">
                        <a:lnSpc>
                          <a:spcPct val="100000"/>
                        </a:lnSpc>
                      </a:pPr>
                      <a:r>
                        <a:rPr sz="1600" spc="-50" dirty="0"/>
                        <a:t>%</a:t>
                      </a:r>
                      <a:endParaRPr sz="1600">
                        <a:latin typeface="Times New Roman" panose="02020603050405020304" pitchFamily="18" charset="0"/>
                        <a:cs typeface="Times New Roman" panose="02020603050405020304" pitchFamily="18" charset="0"/>
                      </a:endParaRPr>
                    </a:p>
                  </a:txBody>
                  <a:tcPr marL="0" marR="0" marT="31115" marB="0"/>
                </a:tc>
                <a:tc>
                  <a:txBody>
                    <a:bodyPr/>
                    <a:lstStyle/>
                    <a:p>
                      <a:pPr algn="ctr">
                        <a:lnSpc>
                          <a:spcPct val="100000"/>
                        </a:lnSpc>
                        <a:spcBef>
                          <a:spcPts val="245"/>
                        </a:spcBef>
                      </a:pPr>
                      <a:r>
                        <a:rPr sz="1600" spc="-10" dirty="0"/>
                        <a:t>18-</a:t>
                      </a:r>
                      <a:r>
                        <a:rPr sz="1600" spc="-25" dirty="0"/>
                        <a:t>29</a:t>
                      </a:r>
                      <a:endParaRPr sz="1600" dirty="0">
                        <a:latin typeface="Times New Roman" panose="02020603050405020304" pitchFamily="18" charset="0"/>
                        <a:cs typeface="Times New Roman" panose="02020603050405020304" pitchFamily="18" charset="0"/>
                      </a:endParaRPr>
                    </a:p>
                  </a:txBody>
                  <a:tcPr marL="0" marR="0" marT="31115" marB="0"/>
                </a:tc>
                <a:tc>
                  <a:txBody>
                    <a:bodyPr/>
                    <a:lstStyle/>
                    <a:p>
                      <a:pPr algn="ctr">
                        <a:lnSpc>
                          <a:spcPct val="100000"/>
                        </a:lnSpc>
                        <a:spcBef>
                          <a:spcPts val="245"/>
                        </a:spcBef>
                      </a:pPr>
                      <a:r>
                        <a:rPr sz="1600" spc="-10" dirty="0"/>
                        <a:t>1</a:t>
                      </a:r>
                      <a:r>
                        <a:rPr lang="en-US" sz="1600" spc="-10" dirty="0"/>
                        <a:t>8-26</a:t>
                      </a:r>
                      <a:endParaRPr sz="1600" dirty="0">
                        <a:latin typeface="Times New Roman" panose="02020603050405020304" pitchFamily="18" charset="0"/>
                        <a:cs typeface="Times New Roman" panose="02020603050405020304" pitchFamily="18" charset="0"/>
                      </a:endParaRPr>
                    </a:p>
                  </a:txBody>
                  <a:tcPr marL="0" marR="0" marT="31115" marB="0"/>
                </a:tc>
                <a:tc>
                  <a:txBody>
                    <a:bodyPr/>
                    <a:lstStyle/>
                    <a:p>
                      <a:pPr marL="1270" algn="ctr">
                        <a:lnSpc>
                          <a:spcPct val="100000"/>
                        </a:lnSpc>
                        <a:spcBef>
                          <a:spcPts val="245"/>
                        </a:spcBef>
                      </a:pPr>
                      <a:r>
                        <a:rPr sz="1600" spc="-10" dirty="0"/>
                        <a:t>1</a:t>
                      </a:r>
                      <a:r>
                        <a:rPr lang="en-US" sz="1600" spc="-10" dirty="0"/>
                        <a:t>7-27</a:t>
                      </a:r>
                      <a:endParaRPr sz="1600" dirty="0">
                        <a:latin typeface="Times New Roman" panose="02020603050405020304" pitchFamily="18" charset="0"/>
                        <a:cs typeface="Times New Roman" panose="02020603050405020304" pitchFamily="18" charset="0"/>
                      </a:endParaRPr>
                    </a:p>
                  </a:txBody>
                  <a:tcPr marL="0" marR="0" marT="31115" marB="0"/>
                </a:tc>
                <a:extLst>
                  <a:ext uri="{0D108BD9-81ED-4DB2-BD59-A6C34878D82A}">
                    <a16:rowId xmlns:a16="http://schemas.microsoft.com/office/drawing/2014/main" val="1453701095"/>
                  </a:ext>
                </a:extLst>
              </a:tr>
              <a:tr h="740073">
                <a:tc>
                  <a:txBody>
                    <a:bodyPr/>
                    <a:lstStyle/>
                    <a:p>
                      <a:pPr marL="90805" marR="151765">
                        <a:lnSpc>
                          <a:spcPct val="100000"/>
                        </a:lnSpc>
                        <a:spcBef>
                          <a:spcPts val="244"/>
                        </a:spcBef>
                      </a:pPr>
                      <a:r>
                        <a:rPr lang="en-US" sz="1600" spc="-10" dirty="0"/>
                        <a:t>Strength</a:t>
                      </a:r>
                      <a:r>
                        <a:rPr lang="en-US" sz="1600" spc="-30" dirty="0"/>
                        <a:t> </a:t>
                      </a:r>
                      <a:r>
                        <a:rPr lang="en-US" sz="1600" spc="-25" dirty="0"/>
                        <a:t>to </a:t>
                      </a:r>
                      <a:r>
                        <a:rPr lang="en-US" sz="1600" dirty="0"/>
                        <a:t>weight</a:t>
                      </a:r>
                      <a:r>
                        <a:rPr lang="en-US" sz="1600" spc="-90" dirty="0"/>
                        <a:t> </a:t>
                      </a:r>
                      <a:r>
                        <a:rPr lang="en-US" sz="1600" spc="-10" dirty="0"/>
                        <a:t>ratio (</a:t>
                      </a:r>
                      <a:r>
                        <a:rPr lang="en-US" sz="1600" spc="-10" dirty="0" err="1"/>
                        <a:t>KNm</a:t>
                      </a:r>
                      <a:r>
                        <a:rPr lang="en-US" sz="1600" spc="-10" dirty="0"/>
                        <a:t>/Kg)</a:t>
                      </a:r>
                      <a:endParaRPr lang="en-US" sz="1600" dirty="0">
                        <a:latin typeface="Times New Roman" panose="02020603050405020304" pitchFamily="18" charset="0"/>
                        <a:cs typeface="Times New Roman" panose="02020603050405020304" pitchFamily="18" charset="0"/>
                      </a:endParaRPr>
                    </a:p>
                  </a:txBody>
                  <a:tcPr marL="0" marR="0" marT="31114" marB="0"/>
                </a:tc>
                <a:tc>
                  <a:txBody>
                    <a:bodyPr/>
                    <a:lstStyle/>
                    <a:p>
                      <a:pPr algn="ctr">
                        <a:lnSpc>
                          <a:spcPct val="100000"/>
                        </a:lnSpc>
                        <a:spcBef>
                          <a:spcPts val="244"/>
                        </a:spcBef>
                      </a:pPr>
                      <a:r>
                        <a:rPr lang="en-IN" sz="1600" spc="-10" dirty="0"/>
                        <a:t>55-</a:t>
                      </a:r>
                      <a:r>
                        <a:rPr lang="en-IN" sz="1600" spc="-25" dirty="0"/>
                        <a:t>60</a:t>
                      </a:r>
                      <a:endParaRPr lang="en-IN" sz="1600" dirty="0">
                        <a:latin typeface="Times New Roman" panose="02020603050405020304" pitchFamily="18" charset="0"/>
                        <a:cs typeface="Times New Roman" panose="02020603050405020304" pitchFamily="18" charset="0"/>
                      </a:endParaRPr>
                    </a:p>
                  </a:txBody>
                  <a:tcPr marL="0" marR="0" marT="31114" marB="0"/>
                </a:tc>
                <a:tc>
                  <a:txBody>
                    <a:bodyPr/>
                    <a:lstStyle/>
                    <a:p>
                      <a:pPr algn="ctr">
                        <a:lnSpc>
                          <a:spcPct val="100000"/>
                        </a:lnSpc>
                        <a:spcBef>
                          <a:spcPts val="244"/>
                        </a:spcBef>
                      </a:pPr>
                      <a:r>
                        <a:rPr lang="en-IN" sz="1600" spc="-10" dirty="0"/>
                        <a:t>72-</a:t>
                      </a:r>
                      <a:r>
                        <a:rPr lang="en-IN" sz="1600" spc="-25" dirty="0"/>
                        <a:t>133</a:t>
                      </a:r>
                      <a:endParaRPr lang="en-IN" sz="1600" dirty="0">
                        <a:latin typeface="Times New Roman" panose="02020603050405020304" pitchFamily="18" charset="0"/>
                        <a:cs typeface="Times New Roman" panose="02020603050405020304" pitchFamily="18" charset="0"/>
                      </a:endParaRPr>
                    </a:p>
                  </a:txBody>
                  <a:tcPr marL="0" marR="0" marT="31114" marB="0"/>
                </a:tc>
                <a:tc>
                  <a:txBody>
                    <a:bodyPr/>
                    <a:lstStyle/>
                    <a:p>
                      <a:pPr marL="1270" algn="ctr">
                        <a:lnSpc>
                          <a:spcPct val="100000"/>
                        </a:lnSpc>
                        <a:spcBef>
                          <a:spcPts val="244"/>
                        </a:spcBef>
                      </a:pPr>
                      <a:r>
                        <a:rPr lang="en-IN" sz="1600" spc="-10" dirty="0"/>
                        <a:t>60-</a:t>
                      </a:r>
                      <a:r>
                        <a:rPr lang="en-IN" sz="1600" spc="-25" dirty="0"/>
                        <a:t>68</a:t>
                      </a:r>
                      <a:endParaRPr lang="en-IN" sz="1600" dirty="0">
                        <a:latin typeface="Times New Roman" panose="02020603050405020304" pitchFamily="18" charset="0"/>
                        <a:cs typeface="Times New Roman" panose="02020603050405020304" pitchFamily="18" charset="0"/>
                      </a:endParaRPr>
                    </a:p>
                  </a:txBody>
                  <a:tcPr marL="0" marR="0" marT="31114" marB="0"/>
                </a:tc>
                <a:extLst>
                  <a:ext uri="{0D108BD9-81ED-4DB2-BD59-A6C34878D82A}">
                    <a16:rowId xmlns:a16="http://schemas.microsoft.com/office/drawing/2014/main" val="725112763"/>
                  </a:ext>
                </a:extLst>
              </a:tr>
              <a:tr h="740073">
                <a:tc>
                  <a:txBody>
                    <a:bodyPr/>
                    <a:lstStyle/>
                    <a:p>
                      <a:pPr marL="90805" marR="322580">
                        <a:lnSpc>
                          <a:spcPct val="100000"/>
                        </a:lnSpc>
                        <a:spcBef>
                          <a:spcPts val="245"/>
                        </a:spcBef>
                      </a:pPr>
                      <a:r>
                        <a:rPr sz="1600" spc="-10" dirty="0"/>
                        <a:t>Thermal expansion (цm/mK)</a:t>
                      </a:r>
                      <a:endParaRPr sz="1600" dirty="0">
                        <a:latin typeface="Times New Roman" panose="02020603050405020304" pitchFamily="18" charset="0"/>
                        <a:cs typeface="Times New Roman" panose="02020603050405020304" pitchFamily="18" charset="0"/>
                      </a:endParaRPr>
                    </a:p>
                  </a:txBody>
                  <a:tcPr marL="0" marR="0" marT="31115" marB="0"/>
                </a:tc>
                <a:tc>
                  <a:txBody>
                    <a:bodyPr/>
                    <a:lstStyle/>
                    <a:p>
                      <a:pPr algn="ctr">
                        <a:lnSpc>
                          <a:spcPct val="100000"/>
                        </a:lnSpc>
                        <a:spcBef>
                          <a:spcPts val="245"/>
                        </a:spcBef>
                      </a:pPr>
                      <a:r>
                        <a:rPr sz="1600" spc="-20" dirty="0"/>
                        <a:t>11.9</a:t>
                      </a:r>
                      <a:endParaRPr sz="1600" dirty="0">
                        <a:latin typeface="Times New Roman" panose="02020603050405020304" pitchFamily="18" charset="0"/>
                        <a:cs typeface="Times New Roman" panose="02020603050405020304" pitchFamily="18" charset="0"/>
                      </a:endParaRPr>
                    </a:p>
                  </a:txBody>
                  <a:tcPr marL="0" marR="0" marT="31115" marB="0"/>
                </a:tc>
                <a:tc>
                  <a:txBody>
                    <a:bodyPr/>
                    <a:lstStyle/>
                    <a:p>
                      <a:pPr algn="ctr">
                        <a:lnSpc>
                          <a:spcPct val="100000"/>
                        </a:lnSpc>
                        <a:spcBef>
                          <a:spcPts val="245"/>
                        </a:spcBef>
                      </a:pPr>
                      <a:r>
                        <a:rPr sz="1600" spc="-20" dirty="0"/>
                        <a:t>11.8</a:t>
                      </a:r>
                      <a:endParaRPr sz="1600" dirty="0">
                        <a:latin typeface="Times New Roman" panose="02020603050405020304" pitchFamily="18" charset="0"/>
                        <a:cs typeface="Times New Roman" panose="02020603050405020304" pitchFamily="18" charset="0"/>
                      </a:endParaRPr>
                    </a:p>
                  </a:txBody>
                  <a:tcPr marL="0" marR="0" marT="31115" marB="0"/>
                </a:tc>
                <a:tc>
                  <a:txBody>
                    <a:bodyPr/>
                    <a:lstStyle/>
                    <a:p>
                      <a:pPr marL="1270" algn="ctr">
                        <a:lnSpc>
                          <a:spcPct val="100000"/>
                        </a:lnSpc>
                        <a:spcBef>
                          <a:spcPts val="245"/>
                        </a:spcBef>
                      </a:pPr>
                      <a:r>
                        <a:rPr sz="1600" spc="-20" dirty="0"/>
                        <a:t>11.9</a:t>
                      </a:r>
                      <a:endParaRPr sz="1600" dirty="0">
                        <a:latin typeface="Times New Roman" panose="02020603050405020304" pitchFamily="18" charset="0"/>
                        <a:cs typeface="Times New Roman" panose="02020603050405020304" pitchFamily="18" charset="0"/>
                      </a:endParaRPr>
                    </a:p>
                  </a:txBody>
                  <a:tcPr marL="0" marR="0" marT="31115" marB="0"/>
                </a:tc>
                <a:extLst>
                  <a:ext uri="{0D108BD9-81ED-4DB2-BD59-A6C34878D82A}">
                    <a16:rowId xmlns:a16="http://schemas.microsoft.com/office/drawing/2014/main" val="1258951717"/>
                  </a:ext>
                </a:extLst>
              </a:tr>
              <a:tr h="467170">
                <a:tc>
                  <a:txBody>
                    <a:bodyPr/>
                    <a:lstStyle/>
                    <a:p>
                      <a:pPr marL="90805">
                        <a:lnSpc>
                          <a:spcPct val="100000"/>
                        </a:lnSpc>
                        <a:spcBef>
                          <a:spcPts val="250"/>
                        </a:spcBef>
                      </a:pPr>
                      <a:r>
                        <a:rPr sz="1600" dirty="0"/>
                        <a:t>UTS</a:t>
                      </a:r>
                      <a:r>
                        <a:rPr sz="1600" spc="-30" dirty="0"/>
                        <a:t> </a:t>
                      </a:r>
                      <a:r>
                        <a:rPr sz="1600" spc="-10" dirty="0"/>
                        <a:t>(MPa)</a:t>
                      </a:r>
                      <a:endParaRPr sz="1600">
                        <a:latin typeface="Times New Roman" panose="02020603050405020304" pitchFamily="18" charset="0"/>
                        <a:cs typeface="Times New Roman" panose="02020603050405020304" pitchFamily="18" charset="0"/>
                      </a:endParaRPr>
                    </a:p>
                  </a:txBody>
                  <a:tcPr marL="0" marR="0" marT="31750" marB="0"/>
                </a:tc>
                <a:tc>
                  <a:txBody>
                    <a:bodyPr/>
                    <a:lstStyle/>
                    <a:p>
                      <a:pPr algn="ctr">
                        <a:lnSpc>
                          <a:spcPct val="100000"/>
                        </a:lnSpc>
                        <a:spcBef>
                          <a:spcPts val="250"/>
                        </a:spcBef>
                      </a:pPr>
                      <a:r>
                        <a:rPr sz="1600" spc="-20" dirty="0"/>
                        <a:t>430-</a:t>
                      </a:r>
                      <a:r>
                        <a:rPr sz="1600" spc="-25" dirty="0"/>
                        <a:t>470</a:t>
                      </a:r>
                      <a:endParaRPr sz="1600">
                        <a:latin typeface="Times New Roman" panose="02020603050405020304" pitchFamily="18" charset="0"/>
                        <a:cs typeface="Times New Roman" panose="02020603050405020304" pitchFamily="18" charset="0"/>
                      </a:endParaRPr>
                    </a:p>
                  </a:txBody>
                  <a:tcPr marL="0" marR="0" marT="31750" marB="0"/>
                </a:tc>
                <a:tc>
                  <a:txBody>
                    <a:bodyPr/>
                    <a:lstStyle/>
                    <a:p>
                      <a:pPr algn="ctr">
                        <a:lnSpc>
                          <a:spcPct val="100000"/>
                        </a:lnSpc>
                        <a:spcBef>
                          <a:spcPts val="250"/>
                        </a:spcBef>
                      </a:pPr>
                      <a:r>
                        <a:rPr sz="1600" spc="-20" dirty="0"/>
                        <a:t>560-1040</a:t>
                      </a:r>
                      <a:endParaRPr sz="1600" dirty="0">
                        <a:latin typeface="Times New Roman" panose="02020603050405020304" pitchFamily="18" charset="0"/>
                        <a:cs typeface="Times New Roman" panose="02020603050405020304" pitchFamily="18" charset="0"/>
                      </a:endParaRPr>
                    </a:p>
                  </a:txBody>
                  <a:tcPr marL="0" marR="0" marT="31750" marB="0"/>
                </a:tc>
                <a:tc>
                  <a:txBody>
                    <a:bodyPr/>
                    <a:lstStyle/>
                    <a:p>
                      <a:pPr marL="1270" algn="ctr">
                        <a:lnSpc>
                          <a:spcPct val="100000"/>
                        </a:lnSpc>
                        <a:spcBef>
                          <a:spcPts val="250"/>
                        </a:spcBef>
                      </a:pPr>
                      <a:r>
                        <a:rPr sz="1600" spc="-20" dirty="0"/>
                        <a:t>470-</a:t>
                      </a:r>
                      <a:r>
                        <a:rPr sz="1600" spc="-25" dirty="0"/>
                        <a:t>530</a:t>
                      </a:r>
                      <a:endParaRPr sz="1600" dirty="0">
                        <a:latin typeface="Times New Roman" panose="02020603050405020304" pitchFamily="18" charset="0"/>
                        <a:cs typeface="Times New Roman" panose="02020603050405020304" pitchFamily="18" charset="0"/>
                      </a:endParaRPr>
                    </a:p>
                  </a:txBody>
                  <a:tcPr marL="0" marR="0" marT="31750" marB="0"/>
                </a:tc>
                <a:extLst>
                  <a:ext uri="{0D108BD9-81ED-4DB2-BD59-A6C34878D82A}">
                    <a16:rowId xmlns:a16="http://schemas.microsoft.com/office/drawing/2014/main" val="3486756168"/>
                  </a:ext>
                </a:extLst>
              </a:tr>
              <a:tr h="740073">
                <a:tc>
                  <a:txBody>
                    <a:bodyPr/>
                    <a:lstStyle/>
                    <a:p>
                      <a:pPr marL="90805" marR="471170">
                        <a:lnSpc>
                          <a:spcPct val="100000"/>
                        </a:lnSpc>
                        <a:spcBef>
                          <a:spcPts val="245"/>
                        </a:spcBef>
                      </a:pPr>
                      <a:r>
                        <a:rPr sz="1600" spc="-10" dirty="0"/>
                        <a:t>Yield </a:t>
                      </a:r>
                      <a:r>
                        <a:rPr sz="1600" spc="-20" dirty="0"/>
                        <a:t>Strength </a:t>
                      </a:r>
                      <a:r>
                        <a:rPr sz="1600" spc="-10" dirty="0"/>
                        <a:t>(MPa)</a:t>
                      </a:r>
                      <a:endParaRPr sz="1600">
                        <a:latin typeface="Times New Roman" panose="02020603050405020304" pitchFamily="18" charset="0"/>
                        <a:cs typeface="Times New Roman" panose="02020603050405020304" pitchFamily="18" charset="0"/>
                      </a:endParaRPr>
                    </a:p>
                  </a:txBody>
                  <a:tcPr marL="0" marR="0" marT="31115" marB="0"/>
                </a:tc>
                <a:tc>
                  <a:txBody>
                    <a:bodyPr/>
                    <a:lstStyle/>
                    <a:p>
                      <a:pPr algn="ctr">
                        <a:lnSpc>
                          <a:spcPct val="100000"/>
                        </a:lnSpc>
                        <a:spcBef>
                          <a:spcPts val="245"/>
                        </a:spcBef>
                      </a:pPr>
                      <a:r>
                        <a:rPr sz="1600" spc="-20" dirty="0"/>
                        <a:t>240-</a:t>
                      </a:r>
                      <a:r>
                        <a:rPr sz="1600" spc="-25" dirty="0"/>
                        <a:t>400</a:t>
                      </a:r>
                      <a:endParaRPr sz="1600">
                        <a:latin typeface="Times New Roman" panose="02020603050405020304" pitchFamily="18" charset="0"/>
                        <a:cs typeface="Times New Roman" panose="02020603050405020304" pitchFamily="18" charset="0"/>
                      </a:endParaRPr>
                    </a:p>
                  </a:txBody>
                  <a:tcPr marL="0" marR="0" marT="31115" marB="0"/>
                </a:tc>
                <a:tc>
                  <a:txBody>
                    <a:bodyPr/>
                    <a:lstStyle/>
                    <a:p>
                      <a:pPr algn="ctr">
                        <a:lnSpc>
                          <a:spcPct val="100000"/>
                        </a:lnSpc>
                        <a:spcBef>
                          <a:spcPts val="245"/>
                        </a:spcBef>
                      </a:pPr>
                      <a:r>
                        <a:rPr sz="1600" spc="-20" dirty="0"/>
                        <a:t>435-</a:t>
                      </a:r>
                      <a:r>
                        <a:rPr sz="1600" spc="-25" dirty="0"/>
                        <a:t>980</a:t>
                      </a:r>
                      <a:endParaRPr sz="1600" dirty="0">
                        <a:latin typeface="Times New Roman" panose="02020603050405020304" pitchFamily="18" charset="0"/>
                        <a:cs typeface="Times New Roman" panose="02020603050405020304" pitchFamily="18" charset="0"/>
                      </a:endParaRPr>
                    </a:p>
                  </a:txBody>
                  <a:tcPr marL="0" marR="0" marT="31115" marB="0"/>
                </a:tc>
                <a:tc>
                  <a:txBody>
                    <a:bodyPr/>
                    <a:lstStyle/>
                    <a:p>
                      <a:pPr marL="1270" algn="ctr">
                        <a:lnSpc>
                          <a:spcPct val="100000"/>
                        </a:lnSpc>
                        <a:spcBef>
                          <a:spcPts val="245"/>
                        </a:spcBef>
                      </a:pPr>
                      <a:r>
                        <a:rPr sz="1600" spc="-20" dirty="0"/>
                        <a:t>415-</a:t>
                      </a:r>
                      <a:r>
                        <a:rPr sz="1600" spc="-25" dirty="0"/>
                        <a:t>450</a:t>
                      </a:r>
                      <a:endParaRPr sz="1600" dirty="0">
                        <a:latin typeface="Times New Roman" panose="02020603050405020304" pitchFamily="18" charset="0"/>
                        <a:cs typeface="Times New Roman" panose="02020603050405020304" pitchFamily="18" charset="0"/>
                      </a:endParaRPr>
                    </a:p>
                  </a:txBody>
                  <a:tcPr marL="0" marR="0" marT="31115" marB="0"/>
                </a:tc>
                <a:extLst>
                  <a:ext uri="{0D108BD9-81ED-4DB2-BD59-A6C34878D82A}">
                    <a16:rowId xmlns:a16="http://schemas.microsoft.com/office/drawing/2014/main" val="903714524"/>
                  </a:ext>
                </a:extLst>
              </a:tr>
            </a:tbl>
          </a:graphicData>
        </a:graphic>
      </p:graphicFrame>
      <p:sp>
        <p:nvSpPr>
          <p:cNvPr id="8" name="TextBox 7">
            <a:extLst>
              <a:ext uri="{FF2B5EF4-FFF2-40B4-BE49-F238E27FC236}">
                <a16:creationId xmlns:a16="http://schemas.microsoft.com/office/drawing/2014/main" id="{60BF7254-B363-472E-9AC3-3329DB630511}"/>
              </a:ext>
            </a:extLst>
          </p:cNvPr>
          <p:cNvSpPr txBox="1"/>
          <p:nvPr/>
        </p:nvSpPr>
        <p:spPr>
          <a:xfrm>
            <a:off x="1420762" y="137149"/>
            <a:ext cx="9350476" cy="400110"/>
          </a:xfrm>
          <a:prstGeom prst="rect">
            <a:avLst/>
          </a:prstGeom>
          <a:noFill/>
        </p:spPr>
        <p:txBody>
          <a:bodyPr wrap="square">
            <a:spAutoFit/>
          </a:bodyPr>
          <a:lstStyle/>
          <a:p>
            <a:pPr algn="ctr"/>
            <a:r>
              <a:rPr lang="en-US" sz="2000" b="1" dirty="0">
                <a:latin typeface="Times New Roman" panose="02020603050405020304" pitchFamily="18" charset="0"/>
                <a:cs typeface="Times New Roman" panose="02020603050405020304" pitchFamily="18" charset="0"/>
              </a:rPr>
              <a:t>DESIGN</a:t>
            </a:r>
            <a:r>
              <a:rPr lang="en-US" sz="2000" b="1" spc="-95"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METHODOLOGY</a:t>
            </a:r>
            <a:r>
              <a:rPr lang="en-US" sz="2000" b="1" spc="-7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&amp;</a:t>
            </a:r>
            <a:r>
              <a:rPr lang="en-US" sz="2000" b="1" spc="-9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OVERALL</a:t>
            </a:r>
            <a:r>
              <a:rPr lang="en-US" sz="2000" b="1" spc="-95" dirty="0">
                <a:latin typeface="Times New Roman" panose="02020603050405020304" pitchFamily="18" charset="0"/>
                <a:cs typeface="Times New Roman" panose="02020603050405020304" pitchFamily="18" charset="0"/>
              </a:rPr>
              <a:t> </a:t>
            </a:r>
            <a:r>
              <a:rPr lang="en-US" sz="2000" b="1" spc="-10" dirty="0">
                <a:latin typeface="Times New Roman" panose="02020603050405020304" pitchFamily="18" charset="0"/>
                <a:cs typeface="Times New Roman" panose="02020603050405020304" pitchFamily="18" charset="0"/>
              </a:rPr>
              <a:t>PERFORMANCE</a:t>
            </a:r>
            <a:r>
              <a:rPr lang="en-US" sz="2000" b="1" spc="-75" dirty="0">
                <a:latin typeface="Times New Roman" panose="02020603050405020304" pitchFamily="18" charset="0"/>
                <a:cs typeface="Times New Roman" panose="02020603050405020304" pitchFamily="18" charset="0"/>
              </a:rPr>
              <a:t> </a:t>
            </a:r>
            <a:r>
              <a:rPr lang="en-US" sz="2000" b="1" spc="-10" dirty="0">
                <a:latin typeface="Times New Roman" panose="02020603050405020304" pitchFamily="18" charset="0"/>
                <a:cs typeface="Times New Roman" panose="02020603050405020304" pitchFamily="18" charset="0"/>
              </a:rPr>
              <a:t>TARGET</a:t>
            </a:r>
            <a:endParaRPr lang="en-IN" sz="2000" b="1" dirty="0">
              <a:latin typeface="Times New Roman" panose="02020603050405020304" pitchFamily="18" charset="0"/>
              <a:cs typeface="Times New Roman" panose="02020603050405020304" pitchFamily="18" charset="0"/>
            </a:endParaRPr>
          </a:p>
        </p:txBody>
      </p:sp>
      <p:grpSp>
        <p:nvGrpSpPr>
          <p:cNvPr id="11" name="object 5">
            <a:extLst>
              <a:ext uri="{FF2B5EF4-FFF2-40B4-BE49-F238E27FC236}">
                <a16:creationId xmlns:a16="http://schemas.microsoft.com/office/drawing/2014/main" id="{388AD23A-3608-750C-F9C3-1A6304ACC5C3}"/>
              </a:ext>
            </a:extLst>
          </p:cNvPr>
          <p:cNvGrpSpPr/>
          <p:nvPr/>
        </p:nvGrpSpPr>
        <p:grpSpPr>
          <a:xfrm>
            <a:off x="253047" y="993319"/>
            <a:ext cx="2694305" cy="2124710"/>
            <a:chOff x="5681408" y="723836"/>
            <a:chExt cx="2694305" cy="2124710"/>
          </a:xfrm>
        </p:grpSpPr>
        <p:pic>
          <p:nvPicPr>
            <p:cNvPr id="12" name="object 6">
              <a:extLst>
                <a:ext uri="{FF2B5EF4-FFF2-40B4-BE49-F238E27FC236}">
                  <a16:creationId xmlns:a16="http://schemas.microsoft.com/office/drawing/2014/main" id="{316C706D-FFC4-6519-1C0A-8F8765A1C59A}"/>
                </a:ext>
              </a:extLst>
            </p:cNvPr>
            <p:cNvPicPr/>
            <p:nvPr/>
          </p:nvPicPr>
          <p:blipFill>
            <a:blip r:embed="rId4" cstate="print"/>
            <a:stretch>
              <a:fillRect/>
            </a:stretch>
          </p:blipFill>
          <p:spPr>
            <a:xfrm>
              <a:off x="5690997" y="804489"/>
              <a:ext cx="2675128" cy="1989799"/>
            </a:xfrm>
            <a:prstGeom prst="rect">
              <a:avLst/>
            </a:prstGeom>
          </p:spPr>
        </p:pic>
        <p:sp>
          <p:nvSpPr>
            <p:cNvPr id="13" name="object 7">
              <a:extLst>
                <a:ext uri="{FF2B5EF4-FFF2-40B4-BE49-F238E27FC236}">
                  <a16:creationId xmlns:a16="http://schemas.microsoft.com/office/drawing/2014/main" id="{692920B1-BF30-9613-35E7-4F30D8FCB371}"/>
                </a:ext>
              </a:extLst>
            </p:cNvPr>
            <p:cNvSpPr/>
            <p:nvPr/>
          </p:nvSpPr>
          <p:spPr>
            <a:xfrm>
              <a:off x="5686171" y="728598"/>
              <a:ext cx="2684780" cy="2115185"/>
            </a:xfrm>
            <a:custGeom>
              <a:avLst/>
              <a:gdLst/>
              <a:ahLst/>
              <a:cxnLst/>
              <a:rect l="l" t="t" r="r" b="b"/>
              <a:pathLst>
                <a:path w="2684779" h="2115185">
                  <a:moveTo>
                    <a:pt x="0" y="2114804"/>
                  </a:moveTo>
                  <a:lnTo>
                    <a:pt x="2684653" y="2114804"/>
                  </a:lnTo>
                  <a:lnTo>
                    <a:pt x="2684653" y="0"/>
                  </a:lnTo>
                  <a:lnTo>
                    <a:pt x="0" y="0"/>
                  </a:lnTo>
                  <a:lnTo>
                    <a:pt x="0" y="2114804"/>
                  </a:lnTo>
                  <a:close/>
                </a:path>
              </a:pathLst>
            </a:custGeom>
            <a:ln w="9525">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grpSp>
      <p:sp>
        <p:nvSpPr>
          <p:cNvPr id="15" name="TextBox 14">
            <a:extLst>
              <a:ext uri="{FF2B5EF4-FFF2-40B4-BE49-F238E27FC236}">
                <a16:creationId xmlns:a16="http://schemas.microsoft.com/office/drawing/2014/main" id="{3DF524BC-B253-5BEB-881E-B37FC5A66FF2}"/>
              </a:ext>
            </a:extLst>
          </p:cNvPr>
          <p:cNvSpPr txBox="1"/>
          <p:nvPr/>
        </p:nvSpPr>
        <p:spPr>
          <a:xfrm>
            <a:off x="88803" y="3310823"/>
            <a:ext cx="3002233" cy="480966"/>
          </a:xfrm>
          <a:prstGeom prst="rect">
            <a:avLst/>
          </a:prstGeom>
          <a:noFill/>
        </p:spPr>
        <p:txBody>
          <a:bodyPr wrap="square">
            <a:spAutoFit/>
          </a:bodyPr>
          <a:lstStyle/>
          <a:p>
            <a:pPr marL="899160" marR="5080" indent="-887094">
              <a:lnSpc>
                <a:spcPct val="69400"/>
              </a:lnSpc>
              <a:spcBef>
                <a:spcPts val="760"/>
              </a:spcBef>
            </a:pPr>
            <a:r>
              <a:rPr lang="en-US" b="1" dirty="0">
                <a:latin typeface="Times New Roman" panose="02020603050405020304" pitchFamily="18" charset="0"/>
                <a:cs typeface="Times New Roman" panose="02020603050405020304" pitchFamily="18" charset="0"/>
              </a:rPr>
              <a:t>Fig.</a:t>
            </a:r>
            <a:r>
              <a:rPr lang="en-US" b="1" spc="-30"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a:t>
            </a:r>
            <a:r>
              <a:rPr lang="en-US" b="1" spc="-5" dirty="0">
                <a:latin typeface="Times New Roman" panose="02020603050405020304" pitchFamily="18" charset="0"/>
                <a:cs typeface="Times New Roman" panose="02020603050405020304" pitchFamily="18" charset="0"/>
              </a:rPr>
              <a:t> </a:t>
            </a:r>
            <a:r>
              <a:rPr lang="en-US" b="1" spc="-20" dirty="0">
                <a:latin typeface="Times New Roman" panose="02020603050405020304" pitchFamily="18" charset="0"/>
                <a:cs typeface="Times New Roman" panose="02020603050405020304" pitchFamily="18" charset="0"/>
              </a:rPr>
              <a:t>Characteristic</a:t>
            </a:r>
            <a:r>
              <a:rPr lang="en-US" b="1" spc="15"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curve</a:t>
            </a:r>
            <a:r>
              <a:rPr lang="en-US" b="1" spc="-50" dirty="0">
                <a:latin typeface="Times New Roman" panose="02020603050405020304" pitchFamily="18" charset="0"/>
                <a:cs typeface="Times New Roman" panose="02020603050405020304" pitchFamily="18" charset="0"/>
              </a:rPr>
              <a:t> </a:t>
            </a:r>
            <a:r>
              <a:rPr lang="en-US" b="1" spc="-25" dirty="0">
                <a:latin typeface="Times New Roman" panose="02020603050405020304" pitchFamily="18" charset="0"/>
                <a:cs typeface="Times New Roman" panose="02020603050405020304" pitchFamily="18" charset="0"/>
              </a:rPr>
              <a:t>for </a:t>
            </a:r>
            <a:r>
              <a:rPr lang="en-US" b="1" dirty="0">
                <a:latin typeface="Times New Roman" panose="02020603050405020304" pitchFamily="18" charset="0"/>
                <a:cs typeface="Times New Roman" panose="02020603050405020304" pitchFamily="18" charset="0"/>
              </a:rPr>
              <a:t>AISI</a:t>
            </a:r>
            <a:r>
              <a:rPr lang="en-US" b="1" spc="-15" dirty="0">
                <a:latin typeface="Times New Roman" panose="02020603050405020304" pitchFamily="18" charset="0"/>
                <a:cs typeface="Times New Roman" panose="02020603050405020304" pitchFamily="18" charset="0"/>
              </a:rPr>
              <a:t> </a:t>
            </a:r>
            <a:r>
              <a:rPr lang="en-US" b="1" spc="-20" dirty="0">
                <a:latin typeface="Times New Roman" panose="02020603050405020304" pitchFamily="18" charset="0"/>
                <a:cs typeface="Times New Roman" panose="02020603050405020304" pitchFamily="18" charset="0"/>
              </a:rPr>
              <a:t>4130</a:t>
            </a:r>
            <a:endParaRPr lang="en-US" dirty="0">
              <a:latin typeface="Times New Roman" panose="02020603050405020304" pitchFamily="18" charset="0"/>
              <a:cs typeface="Times New Roman" panose="02020603050405020304" pitchFamily="18" charset="0"/>
            </a:endParaRPr>
          </a:p>
        </p:txBody>
      </p:sp>
      <p:graphicFrame>
        <p:nvGraphicFramePr>
          <p:cNvPr id="18" name="Table 17">
            <a:extLst>
              <a:ext uri="{FF2B5EF4-FFF2-40B4-BE49-F238E27FC236}">
                <a16:creationId xmlns:a16="http://schemas.microsoft.com/office/drawing/2014/main" id="{4094861B-E6E2-DB91-134F-374D6ADCB821}"/>
              </a:ext>
            </a:extLst>
          </p:cNvPr>
          <p:cNvGraphicFramePr>
            <a:graphicFrameLocks noGrp="1"/>
          </p:cNvGraphicFramePr>
          <p:nvPr>
            <p:extLst>
              <p:ext uri="{D42A27DB-BD31-4B8C-83A1-F6EECF244321}">
                <p14:modId xmlns:p14="http://schemas.microsoft.com/office/powerpoint/2010/main" val="2646987948"/>
              </p:ext>
            </p:extLst>
          </p:nvPr>
        </p:nvGraphicFramePr>
        <p:xfrm>
          <a:off x="194184" y="4267200"/>
          <a:ext cx="2743580" cy="1862097"/>
        </p:xfrm>
        <a:graphic>
          <a:graphicData uri="http://schemas.openxmlformats.org/drawingml/2006/table">
            <a:tbl>
              <a:tblPr firstRow="1" bandRow="1">
                <a:tableStyleId>{5DA37D80-6434-44D0-A028-1B22A696006F}</a:tableStyleId>
              </a:tblPr>
              <a:tblGrid>
                <a:gridCol w="1371790">
                  <a:extLst>
                    <a:ext uri="{9D8B030D-6E8A-4147-A177-3AD203B41FA5}">
                      <a16:colId xmlns:a16="http://schemas.microsoft.com/office/drawing/2014/main" val="3608228480"/>
                    </a:ext>
                  </a:extLst>
                </a:gridCol>
                <a:gridCol w="1371790">
                  <a:extLst>
                    <a:ext uri="{9D8B030D-6E8A-4147-A177-3AD203B41FA5}">
                      <a16:colId xmlns:a16="http://schemas.microsoft.com/office/drawing/2014/main" val="1495289743"/>
                    </a:ext>
                  </a:extLst>
                </a:gridCol>
              </a:tblGrid>
              <a:tr h="473344">
                <a:tc>
                  <a:txBody>
                    <a:bodyPr/>
                    <a:lstStyle/>
                    <a:p>
                      <a:pPr marL="92075">
                        <a:lnSpc>
                          <a:spcPct val="100000"/>
                        </a:lnSpc>
                        <a:spcBef>
                          <a:spcPts val="245"/>
                        </a:spcBef>
                      </a:pPr>
                      <a:r>
                        <a:rPr sz="1600" b="1" dirty="0"/>
                        <a:t>Roll</a:t>
                      </a:r>
                      <a:r>
                        <a:rPr sz="1600" b="1" spc="-50" dirty="0"/>
                        <a:t> </a:t>
                      </a:r>
                      <a:r>
                        <a:rPr sz="1600" b="1" dirty="0"/>
                        <a:t>Cage</a:t>
                      </a:r>
                      <a:r>
                        <a:rPr sz="1600" b="1" spc="-40" dirty="0"/>
                        <a:t> </a:t>
                      </a:r>
                      <a:r>
                        <a:rPr sz="1600" b="1" spc="-20" dirty="0"/>
                        <a:t>Mass</a:t>
                      </a:r>
                      <a:endParaRPr sz="1600">
                        <a:latin typeface="Calibri"/>
                        <a:cs typeface="Calibri"/>
                      </a:endParaRPr>
                    </a:p>
                  </a:txBody>
                  <a:tcPr marL="0" marR="0" marT="31115" marB="0"/>
                </a:tc>
                <a:tc>
                  <a:txBody>
                    <a:bodyPr/>
                    <a:lstStyle/>
                    <a:p>
                      <a:pPr marL="92075">
                        <a:lnSpc>
                          <a:spcPct val="100000"/>
                        </a:lnSpc>
                        <a:spcBef>
                          <a:spcPts val="245"/>
                        </a:spcBef>
                      </a:pPr>
                      <a:r>
                        <a:rPr lang="en-US" sz="1600" dirty="0">
                          <a:latin typeface="Calibri"/>
                          <a:cs typeface="Calibri"/>
                        </a:rPr>
                        <a:t>22kg</a:t>
                      </a:r>
                      <a:endParaRPr sz="1600" dirty="0">
                        <a:latin typeface="Calibri"/>
                        <a:cs typeface="Calibri"/>
                      </a:endParaRPr>
                    </a:p>
                  </a:txBody>
                  <a:tcPr marL="0" marR="0" marT="31115" marB="0"/>
                </a:tc>
                <a:extLst>
                  <a:ext uri="{0D108BD9-81ED-4DB2-BD59-A6C34878D82A}">
                    <a16:rowId xmlns:a16="http://schemas.microsoft.com/office/drawing/2014/main" val="2330761514"/>
                  </a:ext>
                </a:extLst>
              </a:tr>
              <a:tr h="473344">
                <a:tc>
                  <a:txBody>
                    <a:bodyPr/>
                    <a:lstStyle/>
                    <a:p>
                      <a:pPr marL="92075">
                        <a:lnSpc>
                          <a:spcPct val="100000"/>
                        </a:lnSpc>
                        <a:spcBef>
                          <a:spcPts val="245"/>
                        </a:spcBef>
                      </a:pPr>
                      <a:r>
                        <a:rPr sz="1600" dirty="0"/>
                        <a:t>Inner</a:t>
                      </a:r>
                      <a:r>
                        <a:rPr sz="1600" spc="-35" dirty="0"/>
                        <a:t> </a:t>
                      </a:r>
                      <a:r>
                        <a:rPr sz="1600" spc="-10" dirty="0"/>
                        <a:t>Diameter</a:t>
                      </a:r>
                      <a:endParaRPr sz="1600" dirty="0">
                        <a:latin typeface="Calibri"/>
                        <a:cs typeface="Calibri"/>
                      </a:endParaRPr>
                    </a:p>
                  </a:txBody>
                  <a:tcPr marL="0" marR="0" marT="31115" marB="0"/>
                </a:tc>
                <a:tc>
                  <a:txBody>
                    <a:bodyPr/>
                    <a:lstStyle/>
                    <a:p>
                      <a:pPr marL="92075">
                        <a:lnSpc>
                          <a:spcPct val="100000"/>
                        </a:lnSpc>
                        <a:spcBef>
                          <a:spcPts val="245"/>
                        </a:spcBef>
                      </a:pPr>
                      <a:r>
                        <a:rPr lang="en-US" sz="1600" dirty="0"/>
                        <a:t>21.25</a:t>
                      </a:r>
                      <a:r>
                        <a:rPr sz="1600" dirty="0"/>
                        <a:t> </a:t>
                      </a:r>
                      <a:r>
                        <a:rPr sz="1600" spc="-25" dirty="0"/>
                        <a:t>mm</a:t>
                      </a:r>
                      <a:endParaRPr sz="1600" dirty="0">
                        <a:latin typeface="Calibri"/>
                        <a:cs typeface="Calibri"/>
                      </a:endParaRPr>
                    </a:p>
                  </a:txBody>
                  <a:tcPr marL="0" marR="0" marT="31115" marB="0"/>
                </a:tc>
                <a:extLst>
                  <a:ext uri="{0D108BD9-81ED-4DB2-BD59-A6C34878D82A}">
                    <a16:rowId xmlns:a16="http://schemas.microsoft.com/office/drawing/2014/main" val="2334405136"/>
                  </a:ext>
                </a:extLst>
              </a:tr>
              <a:tr h="473344">
                <a:tc>
                  <a:txBody>
                    <a:bodyPr/>
                    <a:lstStyle/>
                    <a:p>
                      <a:pPr marL="92075">
                        <a:lnSpc>
                          <a:spcPct val="100000"/>
                        </a:lnSpc>
                        <a:spcBef>
                          <a:spcPts val="245"/>
                        </a:spcBef>
                      </a:pPr>
                      <a:r>
                        <a:rPr sz="1600" dirty="0"/>
                        <a:t>Outer</a:t>
                      </a:r>
                      <a:r>
                        <a:rPr sz="1600" spc="-40" dirty="0"/>
                        <a:t> </a:t>
                      </a:r>
                      <a:r>
                        <a:rPr sz="1600" spc="-10" dirty="0"/>
                        <a:t>Diameter</a:t>
                      </a:r>
                      <a:endParaRPr sz="1600">
                        <a:latin typeface="Calibri"/>
                        <a:cs typeface="Calibri"/>
                      </a:endParaRPr>
                    </a:p>
                  </a:txBody>
                  <a:tcPr marL="0" marR="0" marT="31115" marB="0"/>
                </a:tc>
                <a:tc>
                  <a:txBody>
                    <a:bodyPr/>
                    <a:lstStyle/>
                    <a:p>
                      <a:pPr marL="92075">
                        <a:lnSpc>
                          <a:spcPct val="100000"/>
                        </a:lnSpc>
                        <a:spcBef>
                          <a:spcPts val="245"/>
                        </a:spcBef>
                      </a:pPr>
                      <a:r>
                        <a:rPr lang="en-US" sz="1600" spc="-25" dirty="0"/>
                        <a:t> 25.4 </a:t>
                      </a:r>
                      <a:r>
                        <a:rPr sz="1600" spc="-25" dirty="0"/>
                        <a:t>mm</a:t>
                      </a:r>
                      <a:endParaRPr sz="1600" dirty="0">
                        <a:latin typeface="Calibri"/>
                        <a:cs typeface="Calibri"/>
                      </a:endParaRPr>
                    </a:p>
                  </a:txBody>
                  <a:tcPr marL="0" marR="0" marT="31115" marB="0"/>
                </a:tc>
                <a:extLst>
                  <a:ext uri="{0D108BD9-81ED-4DB2-BD59-A6C34878D82A}">
                    <a16:rowId xmlns:a16="http://schemas.microsoft.com/office/drawing/2014/main" val="3127001537"/>
                  </a:ext>
                </a:extLst>
              </a:tr>
              <a:tr h="396614">
                <a:tc>
                  <a:txBody>
                    <a:bodyPr/>
                    <a:lstStyle/>
                    <a:p>
                      <a:pPr marL="92075">
                        <a:lnSpc>
                          <a:spcPct val="100000"/>
                        </a:lnSpc>
                        <a:spcBef>
                          <a:spcPts val="250"/>
                        </a:spcBef>
                      </a:pPr>
                      <a:r>
                        <a:rPr sz="1600" spc="-10" dirty="0"/>
                        <a:t>Thickness</a:t>
                      </a:r>
                      <a:endParaRPr sz="1600">
                        <a:latin typeface="Calibri"/>
                        <a:cs typeface="Calibri"/>
                      </a:endParaRPr>
                    </a:p>
                  </a:txBody>
                  <a:tcPr marL="0" marR="0" marT="31750" marB="0"/>
                </a:tc>
                <a:tc>
                  <a:txBody>
                    <a:bodyPr/>
                    <a:lstStyle/>
                    <a:p>
                      <a:pPr marL="92075">
                        <a:lnSpc>
                          <a:spcPct val="100000"/>
                        </a:lnSpc>
                        <a:spcBef>
                          <a:spcPts val="250"/>
                        </a:spcBef>
                      </a:pPr>
                      <a:r>
                        <a:rPr lang="en-US" sz="1600" spc="-25" dirty="0"/>
                        <a:t> 2.075 </a:t>
                      </a:r>
                      <a:r>
                        <a:rPr sz="1600" spc="-25" dirty="0"/>
                        <a:t>mm</a:t>
                      </a:r>
                      <a:endParaRPr sz="1600" dirty="0">
                        <a:latin typeface="Calibri"/>
                        <a:cs typeface="Calibri"/>
                      </a:endParaRPr>
                    </a:p>
                  </a:txBody>
                  <a:tcPr marL="0" marR="0" marT="31750" marB="0"/>
                </a:tc>
                <a:extLst>
                  <a:ext uri="{0D108BD9-81ED-4DB2-BD59-A6C34878D82A}">
                    <a16:rowId xmlns:a16="http://schemas.microsoft.com/office/drawing/2014/main" val="740278891"/>
                  </a:ext>
                </a:extLst>
              </a:tr>
            </a:tbl>
          </a:graphicData>
        </a:graphic>
      </p:graphicFrame>
      <p:sp>
        <p:nvSpPr>
          <p:cNvPr id="2" name="Footer Placeholder 9">
            <a:extLst>
              <a:ext uri="{FF2B5EF4-FFF2-40B4-BE49-F238E27FC236}">
                <a16:creationId xmlns:a16="http://schemas.microsoft.com/office/drawing/2014/main" id="{B06493AE-66E3-F5E5-AE5D-49E591220943}"/>
              </a:ext>
            </a:extLst>
          </p:cNvPr>
          <p:cNvSpPr>
            <a:spLocks noGrp="1"/>
          </p:cNvSpPr>
          <p:nvPr>
            <p:ph type="ftr" sz="quarter" idx="11"/>
          </p:nvPr>
        </p:nvSpPr>
        <p:spPr>
          <a:xfrm>
            <a:off x="235975" y="6326854"/>
            <a:ext cx="11366090" cy="501650"/>
          </a:xfrm>
        </p:spPr>
        <p:txBody>
          <a:bodyPr/>
          <a:lstStyle/>
          <a:p>
            <a:pPr algn="l"/>
            <a:r>
              <a:rPr lang="en-US" sz="1600" b="1" dirty="0">
                <a:solidFill>
                  <a:srgbClr val="002060"/>
                </a:solidFill>
                <a:latin typeface="Times New Roman" pitchFamily="18" charset="0"/>
                <a:cs typeface="Times New Roman" pitchFamily="18" charset="0"/>
              </a:rPr>
              <a:t>www.aimsacademys.org </a:t>
            </a:r>
            <a:r>
              <a:rPr lang="en-US" sz="1600" b="1" dirty="0">
                <a:solidFill>
                  <a:schemeClr val="accent6">
                    <a:lumMod val="75000"/>
                  </a:schemeClr>
                </a:solidFill>
                <a:latin typeface="Times New Roman" pitchFamily="18" charset="0"/>
                <a:cs typeface="Times New Roman" pitchFamily="18" charset="0"/>
              </a:rPr>
              <a:t>  	 	                                </a:t>
            </a:r>
            <a:r>
              <a:rPr lang="en-US" sz="1600" b="1" dirty="0">
                <a:solidFill>
                  <a:srgbClr val="002060"/>
                </a:solidFill>
                <a:latin typeface="Times New Roman" pitchFamily="18" charset="0"/>
                <a:cs typeface="Times New Roman" pitchFamily="18" charset="0"/>
              </a:rPr>
              <a:t>Season:05 		                                                        AIMS/KEC              </a:t>
            </a:r>
          </a:p>
        </p:txBody>
      </p:sp>
      <p:pic>
        <p:nvPicPr>
          <p:cNvPr id="3" name="Image 47">
            <a:extLst>
              <a:ext uri="{FF2B5EF4-FFF2-40B4-BE49-F238E27FC236}">
                <a16:creationId xmlns:a16="http://schemas.microsoft.com/office/drawing/2014/main" id="{1AF383E1-6A5D-7E39-B896-D07F76F2E5AF}"/>
              </a:ext>
            </a:extLst>
          </p:cNvPr>
          <p:cNvPicPr>
            <a:picLocks/>
          </p:cNvPicPr>
          <p:nvPr/>
        </p:nvPicPr>
        <p:blipFill>
          <a:blip r:embed="rId5" cstate="print">
            <a:extLst>
              <a:ext uri="{28A0092B-C50C-407E-A947-70E740481C1C}">
                <a14:useLocalDpi xmlns:a14="http://schemas.microsoft.com/office/drawing/2010/main" val="0"/>
              </a:ext>
            </a:extLst>
          </a:blip>
          <a:stretch>
            <a:fillRect/>
          </a:stretch>
        </p:blipFill>
        <p:spPr>
          <a:xfrm rot="5400000">
            <a:off x="3725840" y="339904"/>
            <a:ext cx="2341245" cy="3657599"/>
          </a:xfrm>
          <a:prstGeom prst="rect">
            <a:avLst/>
          </a:prstGeom>
        </p:spPr>
      </p:pic>
      <p:pic>
        <p:nvPicPr>
          <p:cNvPr id="6" name="Picture 5">
            <a:extLst>
              <a:ext uri="{FF2B5EF4-FFF2-40B4-BE49-F238E27FC236}">
                <a16:creationId xmlns:a16="http://schemas.microsoft.com/office/drawing/2014/main" id="{771F4386-331E-395A-BF02-CCD59F72B365}"/>
              </a:ext>
            </a:extLst>
          </p:cNvPr>
          <p:cNvPicPr>
            <a:picLocks noChangeAspect="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260043" y="3810000"/>
            <a:ext cx="3631720" cy="2215055"/>
          </a:xfrm>
          <a:prstGeom prst="rect">
            <a:avLst/>
          </a:prstGeom>
          <a:noFill/>
          <a:ln>
            <a:noFill/>
          </a:ln>
        </p:spPr>
      </p:pic>
      <p:pic>
        <p:nvPicPr>
          <p:cNvPr id="14" name="Picture 13">
            <a:extLst>
              <a:ext uri="{FF2B5EF4-FFF2-40B4-BE49-F238E27FC236}">
                <a16:creationId xmlns:a16="http://schemas.microsoft.com/office/drawing/2014/main" id="{EAA8A565-87EC-28BD-E955-0974BE4FD567}"/>
              </a:ext>
            </a:extLst>
          </p:cNvPr>
          <p:cNvPicPr>
            <a:picLocks noChangeAspect="1"/>
          </p:cNvPicPr>
          <p:nvPr/>
        </p:nvPicPr>
        <p:blipFill>
          <a:blip r:embed="rId3">
            <a:alphaModFix amt="5000"/>
            <a:extLst>
              <a:ext uri="{28A0092B-C50C-407E-A947-70E740481C1C}">
                <a14:useLocalDpi xmlns:a14="http://schemas.microsoft.com/office/drawing/2010/main" val="0"/>
              </a:ext>
            </a:extLst>
          </a:blip>
          <a:srcRect l="13134" t="29924" r="4696" b="19206"/>
          <a:stretch/>
        </p:blipFill>
        <p:spPr>
          <a:xfrm>
            <a:off x="1661653" y="665841"/>
            <a:ext cx="8672050" cy="6032267"/>
          </a:xfrm>
          <a:prstGeom prst="rect">
            <a:avLst/>
          </a:prstGeom>
        </p:spPr>
      </p:pic>
    </p:spTree>
    <p:extLst>
      <p:ext uri="{BB962C8B-B14F-4D97-AF65-F5344CB8AC3E}">
        <p14:creationId xmlns:p14="http://schemas.microsoft.com/office/powerpoint/2010/main" val="25750190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713591-0E27-A7A6-7A23-E86988B8276F}"/>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538CE0E5-F556-E078-F33F-38267ED4065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009878" y="0"/>
            <a:ext cx="1037095" cy="1037095"/>
          </a:xfrm>
          <a:prstGeom prst="rect">
            <a:avLst/>
          </a:prstGeom>
        </p:spPr>
      </p:pic>
      <p:pic>
        <p:nvPicPr>
          <p:cNvPr id="9" name="Picture 8">
            <a:extLst>
              <a:ext uri="{FF2B5EF4-FFF2-40B4-BE49-F238E27FC236}">
                <a16:creationId xmlns:a16="http://schemas.microsoft.com/office/drawing/2014/main" id="{497D49FC-145D-4686-493B-A540E9965DA2}"/>
              </a:ext>
            </a:extLst>
          </p:cNvPr>
          <p:cNvPicPr>
            <a:picLocks noChangeAspect="1"/>
          </p:cNvPicPr>
          <p:nvPr/>
        </p:nvPicPr>
        <p:blipFill>
          <a:blip r:embed="rId3">
            <a:extLst>
              <a:ext uri="{28A0092B-C50C-407E-A947-70E740481C1C}">
                <a14:useLocalDpi xmlns:a14="http://schemas.microsoft.com/office/drawing/2010/main" val="0"/>
              </a:ext>
            </a:extLst>
          </a:blip>
          <a:srcRect l="17306" t="32895" r="7356" b="22368"/>
          <a:stretch/>
        </p:blipFill>
        <p:spPr>
          <a:xfrm>
            <a:off x="145027" y="76201"/>
            <a:ext cx="1172705" cy="752301"/>
          </a:xfrm>
          <a:prstGeom prst="rect">
            <a:avLst/>
          </a:prstGeom>
        </p:spPr>
      </p:pic>
      <p:sp>
        <p:nvSpPr>
          <p:cNvPr id="4" name="Footer Placeholder 9">
            <a:extLst>
              <a:ext uri="{FF2B5EF4-FFF2-40B4-BE49-F238E27FC236}">
                <a16:creationId xmlns:a16="http://schemas.microsoft.com/office/drawing/2014/main" id="{07C6B6B6-70B8-5BB8-6FA3-CF5C27629C11}"/>
              </a:ext>
            </a:extLst>
          </p:cNvPr>
          <p:cNvSpPr>
            <a:spLocks noGrp="1"/>
          </p:cNvSpPr>
          <p:nvPr>
            <p:ph type="ftr" sz="quarter" idx="11"/>
          </p:nvPr>
        </p:nvSpPr>
        <p:spPr>
          <a:xfrm>
            <a:off x="235975" y="6326854"/>
            <a:ext cx="11366090" cy="501650"/>
          </a:xfrm>
        </p:spPr>
        <p:txBody>
          <a:bodyPr/>
          <a:lstStyle/>
          <a:p>
            <a:pPr algn="l"/>
            <a:r>
              <a:rPr lang="en-US" sz="1600" b="1" dirty="0">
                <a:solidFill>
                  <a:srgbClr val="002060"/>
                </a:solidFill>
                <a:latin typeface="Times New Roman" panose="02020603050405020304" pitchFamily="18" charset="0"/>
                <a:cs typeface="Times New Roman" pitchFamily="18" charset="0"/>
              </a:rPr>
              <a:t>www.aimsacademys.org </a:t>
            </a:r>
            <a:r>
              <a:rPr lang="en-US" sz="1600" b="1" dirty="0">
                <a:solidFill>
                  <a:schemeClr val="accent6">
                    <a:lumMod val="75000"/>
                  </a:schemeClr>
                </a:solidFill>
                <a:latin typeface="Times New Roman" panose="02020603050405020304" pitchFamily="18" charset="0"/>
                <a:cs typeface="Times New Roman" pitchFamily="18" charset="0"/>
              </a:rPr>
              <a:t>  	 	                                </a:t>
            </a:r>
            <a:r>
              <a:rPr lang="en-US" sz="1600" b="1" dirty="0">
                <a:solidFill>
                  <a:srgbClr val="002060"/>
                </a:solidFill>
                <a:latin typeface="Times New Roman" panose="02020603050405020304" pitchFamily="18" charset="0"/>
                <a:cs typeface="Times New Roman" pitchFamily="18" charset="0"/>
              </a:rPr>
              <a:t>Season:05 		                                                        AIMS/KEC              </a:t>
            </a:r>
          </a:p>
        </p:txBody>
      </p:sp>
      <p:sp>
        <p:nvSpPr>
          <p:cNvPr id="6" name="TextBox 5">
            <a:extLst>
              <a:ext uri="{FF2B5EF4-FFF2-40B4-BE49-F238E27FC236}">
                <a16:creationId xmlns:a16="http://schemas.microsoft.com/office/drawing/2014/main" id="{0D0A0EDA-32CF-64CF-A519-0C6AEC8BFA2A}"/>
              </a:ext>
            </a:extLst>
          </p:cNvPr>
          <p:cNvSpPr txBox="1"/>
          <p:nvPr/>
        </p:nvSpPr>
        <p:spPr>
          <a:xfrm>
            <a:off x="1729249" y="110437"/>
            <a:ext cx="8379542" cy="400110"/>
          </a:xfrm>
          <a:prstGeom prst="rect">
            <a:avLst/>
          </a:prstGeom>
          <a:noFill/>
        </p:spPr>
        <p:txBody>
          <a:bodyPr wrap="square">
            <a:spAutoFit/>
          </a:bodyPr>
          <a:lstStyle/>
          <a:p>
            <a:pPr algn="ctr"/>
            <a:r>
              <a:rPr lang="en-IN" sz="2000" b="1" dirty="0">
                <a:latin typeface="Times New Roman" panose="02020603050405020304" pitchFamily="18" charset="0"/>
                <a:cs typeface="Times New Roman" panose="02020603050405020304" pitchFamily="18" charset="0"/>
              </a:rPr>
              <a:t>CHASSIS </a:t>
            </a:r>
            <a:r>
              <a:rPr lang="en-IN" sz="2000" b="1" spc="-10" dirty="0">
                <a:latin typeface="Times New Roman" panose="02020603050405020304" pitchFamily="18" charset="0"/>
                <a:cs typeface="Times New Roman" panose="02020603050405020304" pitchFamily="18" charset="0"/>
              </a:rPr>
              <a:t>ANALYSIS</a:t>
            </a:r>
            <a:endParaRPr lang="en-IN" sz="2000" b="1" dirty="0">
              <a:latin typeface="Times New Roman" panose="02020603050405020304" pitchFamily="18" charset="0"/>
              <a:cs typeface="Times New Roman" panose="02020603050405020304" pitchFamily="18" charset="0"/>
            </a:endParaRPr>
          </a:p>
        </p:txBody>
      </p:sp>
      <p:sp>
        <p:nvSpPr>
          <p:cNvPr id="2" name="object 15">
            <a:extLst>
              <a:ext uri="{FF2B5EF4-FFF2-40B4-BE49-F238E27FC236}">
                <a16:creationId xmlns:a16="http://schemas.microsoft.com/office/drawing/2014/main" id="{D9FA6959-FE1E-4AF9-DF4E-0FB1361FA4CD}"/>
              </a:ext>
            </a:extLst>
          </p:cNvPr>
          <p:cNvSpPr txBox="1"/>
          <p:nvPr/>
        </p:nvSpPr>
        <p:spPr>
          <a:xfrm>
            <a:off x="1813226" y="2849847"/>
            <a:ext cx="1370579" cy="258404"/>
          </a:xfrm>
          <a:prstGeom prst="rect">
            <a:avLst/>
          </a:prstGeom>
        </p:spPr>
        <p:txBody>
          <a:bodyPr vert="horz" wrap="square" lIns="0" tIns="12065" rIns="0" bIns="0" rtlCol="0">
            <a:spAutoFit/>
          </a:bodyPr>
          <a:lstStyle/>
          <a:p>
            <a:pPr marL="12700">
              <a:lnSpc>
                <a:spcPct val="100000"/>
              </a:lnSpc>
              <a:spcBef>
                <a:spcPts val="95"/>
              </a:spcBef>
            </a:pPr>
            <a:r>
              <a:rPr sz="1600" b="1" spc="-10" dirty="0">
                <a:latin typeface="Times New Roman" panose="02020603050405020304" pitchFamily="18" charset="0"/>
                <a:cs typeface="Times New Roman" panose="02020603050405020304" pitchFamily="18" charset="0"/>
              </a:rPr>
              <a:t>Front</a:t>
            </a:r>
            <a:r>
              <a:rPr sz="1600" b="1" spc="-35" dirty="0">
                <a:latin typeface="Times New Roman" panose="02020603050405020304" pitchFamily="18" charset="0"/>
                <a:cs typeface="Times New Roman" panose="02020603050405020304" pitchFamily="18" charset="0"/>
              </a:rPr>
              <a:t> </a:t>
            </a:r>
            <a:r>
              <a:rPr sz="1600" b="1" spc="-10" dirty="0">
                <a:latin typeface="Times New Roman" panose="02020603050405020304" pitchFamily="18" charset="0"/>
                <a:cs typeface="Times New Roman" panose="02020603050405020304" pitchFamily="18" charset="0"/>
              </a:rPr>
              <a:t>impact</a:t>
            </a:r>
            <a:endParaRPr sz="1600" dirty="0">
              <a:latin typeface="Times New Roman" panose="02020603050405020304" pitchFamily="18" charset="0"/>
              <a:cs typeface="Times New Roman" panose="02020603050405020304" pitchFamily="18" charset="0"/>
            </a:endParaRPr>
          </a:p>
        </p:txBody>
      </p:sp>
      <p:sp>
        <p:nvSpPr>
          <p:cNvPr id="5" name="object 14">
            <a:extLst>
              <a:ext uri="{FF2B5EF4-FFF2-40B4-BE49-F238E27FC236}">
                <a16:creationId xmlns:a16="http://schemas.microsoft.com/office/drawing/2014/main" id="{BC5215F7-7CCD-CF80-5AE9-62D67EDAB4FA}"/>
              </a:ext>
            </a:extLst>
          </p:cNvPr>
          <p:cNvSpPr txBox="1"/>
          <p:nvPr/>
        </p:nvSpPr>
        <p:spPr>
          <a:xfrm>
            <a:off x="1813226" y="5696552"/>
            <a:ext cx="1119244" cy="258404"/>
          </a:xfrm>
          <a:prstGeom prst="rect">
            <a:avLst/>
          </a:prstGeom>
        </p:spPr>
        <p:txBody>
          <a:bodyPr vert="horz" wrap="square" lIns="0" tIns="12065" rIns="0" bIns="0" rtlCol="0">
            <a:spAutoFit/>
          </a:bodyPr>
          <a:lstStyle/>
          <a:p>
            <a:pPr marL="12700">
              <a:lnSpc>
                <a:spcPct val="100000"/>
              </a:lnSpc>
              <a:spcBef>
                <a:spcPts val="95"/>
              </a:spcBef>
            </a:pPr>
            <a:r>
              <a:rPr sz="1600" b="1" dirty="0">
                <a:latin typeface="Times New Roman" panose="02020603050405020304" pitchFamily="18" charset="0"/>
                <a:cs typeface="Times New Roman" panose="02020603050405020304" pitchFamily="18" charset="0"/>
              </a:rPr>
              <a:t>Rear</a:t>
            </a:r>
            <a:r>
              <a:rPr sz="1600" b="1" spc="-60" dirty="0">
                <a:latin typeface="Times New Roman" panose="02020603050405020304" pitchFamily="18" charset="0"/>
                <a:cs typeface="Times New Roman" panose="02020603050405020304" pitchFamily="18" charset="0"/>
              </a:rPr>
              <a:t> </a:t>
            </a:r>
            <a:r>
              <a:rPr sz="1600" b="1" spc="-10" dirty="0">
                <a:latin typeface="Times New Roman" panose="02020603050405020304" pitchFamily="18" charset="0"/>
                <a:cs typeface="Times New Roman" panose="02020603050405020304" pitchFamily="18" charset="0"/>
              </a:rPr>
              <a:t>impact</a:t>
            </a:r>
            <a:endParaRPr sz="1600" dirty="0">
              <a:latin typeface="Times New Roman" panose="02020603050405020304" pitchFamily="18" charset="0"/>
              <a:cs typeface="Times New Roman" panose="02020603050405020304" pitchFamily="18" charset="0"/>
            </a:endParaRPr>
          </a:p>
        </p:txBody>
      </p:sp>
      <p:sp>
        <p:nvSpPr>
          <p:cNvPr id="8" name="object 13">
            <a:extLst>
              <a:ext uri="{FF2B5EF4-FFF2-40B4-BE49-F238E27FC236}">
                <a16:creationId xmlns:a16="http://schemas.microsoft.com/office/drawing/2014/main" id="{83CE4708-78E2-CAAC-7F6E-49E3C2B74A3A}"/>
              </a:ext>
            </a:extLst>
          </p:cNvPr>
          <p:cNvSpPr txBox="1"/>
          <p:nvPr/>
        </p:nvSpPr>
        <p:spPr>
          <a:xfrm>
            <a:off x="5919020" y="2836349"/>
            <a:ext cx="1082021" cy="258404"/>
          </a:xfrm>
          <a:prstGeom prst="rect">
            <a:avLst/>
          </a:prstGeom>
        </p:spPr>
        <p:txBody>
          <a:bodyPr vert="horz" wrap="square" lIns="0" tIns="12065" rIns="0" bIns="0" rtlCol="0">
            <a:spAutoFit/>
          </a:bodyPr>
          <a:lstStyle/>
          <a:p>
            <a:pPr marL="12700">
              <a:lnSpc>
                <a:spcPct val="100000"/>
              </a:lnSpc>
              <a:spcBef>
                <a:spcPts val="95"/>
              </a:spcBef>
            </a:pPr>
            <a:r>
              <a:rPr sz="1600" b="1" dirty="0">
                <a:latin typeface="Times New Roman" panose="02020603050405020304" pitchFamily="18" charset="0"/>
                <a:cs typeface="Times New Roman" panose="02020603050405020304" pitchFamily="18" charset="0"/>
              </a:rPr>
              <a:t>Side</a:t>
            </a:r>
            <a:r>
              <a:rPr sz="1600" b="1" spc="-20" dirty="0">
                <a:latin typeface="Times New Roman" panose="02020603050405020304" pitchFamily="18" charset="0"/>
                <a:cs typeface="Times New Roman" panose="02020603050405020304" pitchFamily="18" charset="0"/>
              </a:rPr>
              <a:t> </a:t>
            </a:r>
            <a:r>
              <a:rPr sz="1600" b="1" spc="-10" dirty="0">
                <a:latin typeface="Times New Roman" panose="02020603050405020304" pitchFamily="18" charset="0"/>
                <a:cs typeface="Times New Roman" panose="02020603050405020304" pitchFamily="18" charset="0"/>
              </a:rPr>
              <a:t>impact</a:t>
            </a:r>
            <a:endParaRPr sz="1600" dirty="0">
              <a:latin typeface="Times New Roman" panose="02020603050405020304" pitchFamily="18" charset="0"/>
              <a:cs typeface="Times New Roman" panose="02020603050405020304" pitchFamily="18" charset="0"/>
            </a:endParaRPr>
          </a:p>
        </p:txBody>
      </p:sp>
      <p:graphicFrame>
        <p:nvGraphicFramePr>
          <p:cNvPr id="12" name="object 29">
            <a:extLst>
              <a:ext uri="{FF2B5EF4-FFF2-40B4-BE49-F238E27FC236}">
                <a16:creationId xmlns:a16="http://schemas.microsoft.com/office/drawing/2014/main" id="{CA70D7C9-6BA3-0340-2924-4F3B3E3492A7}"/>
              </a:ext>
            </a:extLst>
          </p:cNvPr>
          <p:cNvGraphicFramePr>
            <a:graphicFrameLocks noGrp="1"/>
          </p:cNvGraphicFramePr>
          <p:nvPr>
            <p:extLst>
              <p:ext uri="{D42A27DB-BD31-4B8C-83A1-F6EECF244321}">
                <p14:modId xmlns:p14="http://schemas.microsoft.com/office/powerpoint/2010/main" val="2959521870"/>
              </p:ext>
            </p:extLst>
          </p:nvPr>
        </p:nvGraphicFramePr>
        <p:xfrm>
          <a:off x="8889909" y="1594358"/>
          <a:ext cx="2437764" cy="1192782"/>
        </p:xfrm>
        <a:graphic>
          <a:graphicData uri="http://schemas.openxmlformats.org/drawingml/2006/table">
            <a:tbl>
              <a:tblPr firstRow="1" bandRow="1">
                <a:tableStyleId>{5DA37D80-6434-44D0-A028-1B22A696006F}</a:tableStyleId>
              </a:tblPr>
              <a:tblGrid>
                <a:gridCol w="1383665">
                  <a:extLst>
                    <a:ext uri="{9D8B030D-6E8A-4147-A177-3AD203B41FA5}">
                      <a16:colId xmlns:a16="http://schemas.microsoft.com/office/drawing/2014/main" val="20000"/>
                    </a:ext>
                  </a:extLst>
                </a:gridCol>
                <a:gridCol w="1054099">
                  <a:extLst>
                    <a:ext uri="{9D8B030D-6E8A-4147-A177-3AD203B41FA5}">
                      <a16:colId xmlns:a16="http://schemas.microsoft.com/office/drawing/2014/main" val="20001"/>
                    </a:ext>
                  </a:extLst>
                </a:gridCol>
              </a:tblGrid>
              <a:tr h="369651">
                <a:tc>
                  <a:txBody>
                    <a:bodyPr/>
                    <a:lstStyle/>
                    <a:p>
                      <a:pPr marL="90805">
                        <a:lnSpc>
                          <a:spcPct val="100000"/>
                        </a:lnSpc>
                        <a:spcBef>
                          <a:spcPts val="305"/>
                        </a:spcBef>
                      </a:pPr>
                      <a:r>
                        <a:rPr sz="1800" spc="-10" dirty="0">
                          <a:solidFill>
                            <a:schemeClr val="tx1"/>
                          </a:solidFill>
                        </a:rPr>
                        <a:t>MATERIAL</a:t>
                      </a:r>
                      <a:endParaRPr sz="1800" dirty="0">
                        <a:solidFill>
                          <a:schemeClr val="tx1"/>
                        </a:solidFill>
                        <a:latin typeface="Calibri"/>
                        <a:cs typeface="Calibri"/>
                      </a:endParaRPr>
                    </a:p>
                  </a:txBody>
                  <a:tcPr marL="0" marR="0" marT="38735" marB="0"/>
                </a:tc>
                <a:tc>
                  <a:txBody>
                    <a:bodyPr/>
                    <a:lstStyle/>
                    <a:p>
                      <a:pPr marL="91440">
                        <a:lnSpc>
                          <a:spcPct val="100000"/>
                        </a:lnSpc>
                        <a:spcBef>
                          <a:spcPts val="305"/>
                        </a:spcBef>
                      </a:pPr>
                      <a:r>
                        <a:rPr sz="1800" spc="-10" dirty="0">
                          <a:solidFill>
                            <a:schemeClr val="tx1"/>
                          </a:solidFill>
                        </a:rPr>
                        <a:t>SPECS</a:t>
                      </a:r>
                      <a:endParaRPr sz="1800" dirty="0">
                        <a:solidFill>
                          <a:schemeClr val="tx1"/>
                        </a:solidFill>
                        <a:latin typeface="Calibri"/>
                        <a:cs typeface="Calibri"/>
                      </a:endParaRPr>
                    </a:p>
                  </a:txBody>
                  <a:tcPr marL="0" marR="0" marT="38735" marB="0"/>
                </a:tc>
                <a:extLst>
                  <a:ext uri="{0D108BD9-81ED-4DB2-BD59-A6C34878D82A}">
                    <a16:rowId xmlns:a16="http://schemas.microsoft.com/office/drawing/2014/main" val="10000"/>
                  </a:ext>
                </a:extLst>
              </a:tr>
              <a:tr h="370257">
                <a:tc>
                  <a:txBody>
                    <a:bodyPr/>
                    <a:lstStyle/>
                    <a:p>
                      <a:pPr marL="90805">
                        <a:lnSpc>
                          <a:spcPct val="100000"/>
                        </a:lnSpc>
                        <a:spcBef>
                          <a:spcPts val="210"/>
                        </a:spcBef>
                      </a:pPr>
                      <a:r>
                        <a:rPr sz="1800" spc="-20" dirty="0">
                          <a:solidFill>
                            <a:schemeClr val="tx1"/>
                          </a:solidFill>
                        </a:rPr>
                        <a:t>TYPE</a:t>
                      </a:r>
                      <a:endParaRPr sz="1800">
                        <a:solidFill>
                          <a:schemeClr val="tx1"/>
                        </a:solidFill>
                        <a:latin typeface="Calibri"/>
                        <a:cs typeface="Calibri"/>
                      </a:endParaRPr>
                    </a:p>
                  </a:txBody>
                  <a:tcPr marL="0" marR="0" marT="26670" marB="0"/>
                </a:tc>
                <a:tc>
                  <a:txBody>
                    <a:bodyPr/>
                    <a:lstStyle/>
                    <a:p>
                      <a:pPr marL="91440">
                        <a:lnSpc>
                          <a:spcPct val="100000"/>
                        </a:lnSpc>
                        <a:spcBef>
                          <a:spcPts val="210"/>
                        </a:spcBef>
                      </a:pPr>
                      <a:r>
                        <a:rPr sz="1800" dirty="0">
                          <a:solidFill>
                            <a:schemeClr val="tx1"/>
                          </a:solidFill>
                        </a:rPr>
                        <a:t>AISI</a:t>
                      </a:r>
                      <a:r>
                        <a:rPr sz="1800" spc="-45" dirty="0">
                          <a:solidFill>
                            <a:schemeClr val="tx1"/>
                          </a:solidFill>
                        </a:rPr>
                        <a:t> </a:t>
                      </a:r>
                      <a:r>
                        <a:rPr sz="1800" spc="-20" dirty="0">
                          <a:solidFill>
                            <a:schemeClr val="tx1"/>
                          </a:solidFill>
                        </a:rPr>
                        <a:t>4130</a:t>
                      </a:r>
                      <a:endParaRPr sz="1800">
                        <a:solidFill>
                          <a:schemeClr val="tx1"/>
                        </a:solidFill>
                        <a:latin typeface="Calibri"/>
                        <a:cs typeface="Calibri"/>
                      </a:endParaRPr>
                    </a:p>
                  </a:txBody>
                  <a:tcPr marL="0" marR="0" marT="26670" marB="0"/>
                </a:tc>
                <a:extLst>
                  <a:ext uri="{0D108BD9-81ED-4DB2-BD59-A6C34878D82A}">
                    <a16:rowId xmlns:a16="http://schemas.microsoft.com/office/drawing/2014/main" val="10001"/>
                  </a:ext>
                </a:extLst>
              </a:tr>
              <a:tr h="452874">
                <a:tc>
                  <a:txBody>
                    <a:bodyPr/>
                    <a:lstStyle/>
                    <a:p>
                      <a:pPr marL="90805">
                        <a:lnSpc>
                          <a:spcPct val="100000"/>
                        </a:lnSpc>
                        <a:spcBef>
                          <a:spcPts val="260"/>
                        </a:spcBef>
                      </a:pPr>
                      <a:r>
                        <a:rPr sz="1800" spc="-10" dirty="0">
                          <a:solidFill>
                            <a:schemeClr val="tx1"/>
                          </a:solidFill>
                        </a:rPr>
                        <a:t>DENSITY</a:t>
                      </a:r>
                      <a:endParaRPr sz="1800" dirty="0">
                        <a:solidFill>
                          <a:schemeClr val="tx1"/>
                        </a:solidFill>
                        <a:latin typeface="Calibri"/>
                        <a:cs typeface="Calibri"/>
                      </a:endParaRPr>
                    </a:p>
                  </a:txBody>
                  <a:tcPr marL="0" marR="0" marT="33020" marB="0"/>
                </a:tc>
                <a:tc>
                  <a:txBody>
                    <a:bodyPr/>
                    <a:lstStyle/>
                    <a:p>
                      <a:pPr marL="91440">
                        <a:lnSpc>
                          <a:spcPct val="100000"/>
                        </a:lnSpc>
                        <a:spcBef>
                          <a:spcPts val="260"/>
                        </a:spcBef>
                      </a:pPr>
                      <a:r>
                        <a:rPr sz="1800" dirty="0">
                          <a:solidFill>
                            <a:schemeClr val="tx1"/>
                          </a:solidFill>
                        </a:rPr>
                        <a:t>7.85</a:t>
                      </a:r>
                      <a:r>
                        <a:rPr sz="1800" spc="-30" dirty="0">
                          <a:solidFill>
                            <a:schemeClr val="tx1"/>
                          </a:solidFill>
                        </a:rPr>
                        <a:t> </a:t>
                      </a:r>
                      <a:r>
                        <a:rPr sz="1800" spc="-20" dirty="0">
                          <a:solidFill>
                            <a:schemeClr val="tx1"/>
                          </a:solidFill>
                        </a:rPr>
                        <a:t>g/cc</a:t>
                      </a:r>
                      <a:endParaRPr sz="1800" dirty="0">
                        <a:solidFill>
                          <a:schemeClr val="tx1"/>
                        </a:solidFill>
                        <a:latin typeface="Calibri"/>
                        <a:cs typeface="Calibri"/>
                      </a:endParaRPr>
                    </a:p>
                  </a:txBody>
                  <a:tcPr marL="0" marR="0" marT="33020" marB="0"/>
                </a:tc>
                <a:extLst>
                  <a:ext uri="{0D108BD9-81ED-4DB2-BD59-A6C34878D82A}">
                    <a16:rowId xmlns:a16="http://schemas.microsoft.com/office/drawing/2014/main" val="10002"/>
                  </a:ext>
                </a:extLst>
              </a:tr>
            </a:tbl>
          </a:graphicData>
        </a:graphic>
      </p:graphicFrame>
      <p:graphicFrame>
        <p:nvGraphicFramePr>
          <p:cNvPr id="16" name="object 31">
            <a:extLst>
              <a:ext uri="{FF2B5EF4-FFF2-40B4-BE49-F238E27FC236}">
                <a16:creationId xmlns:a16="http://schemas.microsoft.com/office/drawing/2014/main" id="{732517E5-5368-BE21-AD63-BF54D95EC439}"/>
              </a:ext>
            </a:extLst>
          </p:cNvPr>
          <p:cNvGraphicFramePr>
            <a:graphicFrameLocks noGrp="1"/>
          </p:cNvGraphicFramePr>
          <p:nvPr>
            <p:extLst>
              <p:ext uri="{D42A27DB-BD31-4B8C-83A1-F6EECF244321}">
                <p14:modId xmlns:p14="http://schemas.microsoft.com/office/powerpoint/2010/main" val="3676628085"/>
              </p:ext>
            </p:extLst>
          </p:nvPr>
        </p:nvGraphicFramePr>
        <p:xfrm>
          <a:off x="8935701" y="3429000"/>
          <a:ext cx="2666364" cy="1656715"/>
        </p:xfrm>
        <a:graphic>
          <a:graphicData uri="http://schemas.openxmlformats.org/drawingml/2006/table">
            <a:tbl>
              <a:tblPr firstRow="1" bandRow="1">
                <a:tableStyleId>{5DA37D80-6434-44D0-A028-1B22A696006F}</a:tableStyleId>
              </a:tblPr>
              <a:tblGrid>
                <a:gridCol w="1950720">
                  <a:extLst>
                    <a:ext uri="{9D8B030D-6E8A-4147-A177-3AD203B41FA5}">
                      <a16:colId xmlns:a16="http://schemas.microsoft.com/office/drawing/2014/main" val="20000"/>
                    </a:ext>
                  </a:extLst>
                </a:gridCol>
                <a:gridCol w="715644">
                  <a:extLst>
                    <a:ext uri="{9D8B030D-6E8A-4147-A177-3AD203B41FA5}">
                      <a16:colId xmlns:a16="http://schemas.microsoft.com/office/drawing/2014/main" val="20001"/>
                    </a:ext>
                  </a:extLst>
                </a:gridCol>
              </a:tblGrid>
              <a:tr h="382905">
                <a:tc>
                  <a:txBody>
                    <a:bodyPr/>
                    <a:lstStyle/>
                    <a:p>
                      <a:pPr marL="91440">
                        <a:lnSpc>
                          <a:spcPct val="100000"/>
                        </a:lnSpc>
                        <a:spcBef>
                          <a:spcPts val="305"/>
                        </a:spcBef>
                      </a:pPr>
                      <a:r>
                        <a:rPr sz="1800" spc="-10" dirty="0">
                          <a:solidFill>
                            <a:schemeClr val="tx1"/>
                          </a:solidFill>
                        </a:rPr>
                        <a:t>PROPERTIES</a:t>
                      </a:r>
                      <a:endParaRPr sz="1800" dirty="0">
                        <a:solidFill>
                          <a:schemeClr val="tx1"/>
                        </a:solidFill>
                        <a:latin typeface="Calibri"/>
                        <a:cs typeface="Calibri"/>
                      </a:endParaRPr>
                    </a:p>
                  </a:txBody>
                  <a:tcPr marL="0" marR="0" marT="38735" marB="0"/>
                </a:tc>
                <a:tc>
                  <a:txBody>
                    <a:bodyPr/>
                    <a:lstStyle/>
                    <a:p>
                      <a:pPr>
                        <a:lnSpc>
                          <a:spcPct val="100000"/>
                        </a:lnSpc>
                      </a:pPr>
                      <a:endParaRPr sz="1600">
                        <a:solidFill>
                          <a:schemeClr val="tx1"/>
                        </a:solidFill>
                        <a:latin typeface="Times New Roman"/>
                        <a:cs typeface="Times New Roman"/>
                      </a:endParaRPr>
                    </a:p>
                  </a:txBody>
                  <a:tcPr marL="0" marR="0" marT="0" marB="0"/>
                </a:tc>
                <a:extLst>
                  <a:ext uri="{0D108BD9-81ED-4DB2-BD59-A6C34878D82A}">
                    <a16:rowId xmlns:a16="http://schemas.microsoft.com/office/drawing/2014/main" val="10000"/>
                  </a:ext>
                </a:extLst>
              </a:tr>
              <a:tr h="633730">
                <a:tc>
                  <a:txBody>
                    <a:bodyPr/>
                    <a:lstStyle/>
                    <a:p>
                      <a:pPr marL="91440">
                        <a:lnSpc>
                          <a:spcPct val="100000"/>
                        </a:lnSpc>
                        <a:spcBef>
                          <a:spcPts val="210"/>
                        </a:spcBef>
                      </a:pPr>
                      <a:r>
                        <a:rPr sz="1800" spc="-10" dirty="0">
                          <a:solidFill>
                            <a:schemeClr val="tx1"/>
                          </a:solidFill>
                        </a:rPr>
                        <a:t>Yield</a:t>
                      </a:r>
                      <a:r>
                        <a:rPr sz="1800" spc="-65" dirty="0">
                          <a:solidFill>
                            <a:schemeClr val="tx1"/>
                          </a:solidFill>
                        </a:rPr>
                        <a:t> </a:t>
                      </a:r>
                      <a:r>
                        <a:rPr sz="1800" spc="-10" dirty="0">
                          <a:solidFill>
                            <a:schemeClr val="tx1"/>
                          </a:solidFill>
                        </a:rPr>
                        <a:t>Strength</a:t>
                      </a:r>
                      <a:endParaRPr sz="1800">
                        <a:solidFill>
                          <a:schemeClr val="tx1"/>
                        </a:solidFill>
                      </a:endParaRPr>
                    </a:p>
                    <a:p>
                      <a:pPr marL="91440">
                        <a:lnSpc>
                          <a:spcPct val="100000"/>
                        </a:lnSpc>
                      </a:pPr>
                      <a:r>
                        <a:rPr sz="1800" spc="-10" dirty="0">
                          <a:solidFill>
                            <a:schemeClr val="tx1"/>
                          </a:solidFill>
                        </a:rPr>
                        <a:t>(Mpa)</a:t>
                      </a:r>
                      <a:endParaRPr sz="1800">
                        <a:solidFill>
                          <a:schemeClr val="tx1"/>
                        </a:solidFill>
                        <a:latin typeface="Calibri"/>
                        <a:cs typeface="Calibri"/>
                      </a:endParaRPr>
                    </a:p>
                  </a:txBody>
                  <a:tcPr marL="0" marR="0" marT="26670" marB="0"/>
                </a:tc>
                <a:tc>
                  <a:txBody>
                    <a:bodyPr/>
                    <a:lstStyle/>
                    <a:p>
                      <a:pPr marL="92710">
                        <a:lnSpc>
                          <a:spcPct val="100000"/>
                        </a:lnSpc>
                        <a:spcBef>
                          <a:spcPts val="210"/>
                        </a:spcBef>
                      </a:pPr>
                      <a:r>
                        <a:rPr sz="1800" spc="-25" dirty="0">
                          <a:solidFill>
                            <a:schemeClr val="tx1"/>
                          </a:solidFill>
                        </a:rPr>
                        <a:t>4</a:t>
                      </a:r>
                      <a:r>
                        <a:rPr lang="en-US" sz="1800" spc="-25" dirty="0">
                          <a:solidFill>
                            <a:schemeClr val="tx1"/>
                          </a:solidFill>
                        </a:rPr>
                        <a:t>50</a:t>
                      </a:r>
                      <a:endParaRPr sz="1800" dirty="0">
                        <a:solidFill>
                          <a:schemeClr val="tx1"/>
                        </a:solidFill>
                        <a:latin typeface="Calibri"/>
                        <a:cs typeface="Calibri"/>
                      </a:endParaRPr>
                    </a:p>
                  </a:txBody>
                  <a:tcPr marL="0" marR="0" marT="26670" marB="0"/>
                </a:tc>
                <a:extLst>
                  <a:ext uri="{0D108BD9-81ED-4DB2-BD59-A6C34878D82A}">
                    <a16:rowId xmlns:a16="http://schemas.microsoft.com/office/drawing/2014/main" val="10001"/>
                  </a:ext>
                </a:extLst>
              </a:tr>
              <a:tr h="640080">
                <a:tc>
                  <a:txBody>
                    <a:bodyPr/>
                    <a:lstStyle/>
                    <a:p>
                      <a:pPr marL="182880">
                        <a:lnSpc>
                          <a:spcPct val="100000"/>
                        </a:lnSpc>
                        <a:spcBef>
                          <a:spcPts val="260"/>
                        </a:spcBef>
                      </a:pPr>
                      <a:r>
                        <a:rPr sz="1800" spc="-25" dirty="0">
                          <a:solidFill>
                            <a:schemeClr val="tx1"/>
                          </a:solidFill>
                        </a:rPr>
                        <a:t>Tensile</a:t>
                      </a:r>
                      <a:r>
                        <a:rPr sz="1800" spc="-65" dirty="0">
                          <a:solidFill>
                            <a:schemeClr val="tx1"/>
                          </a:solidFill>
                        </a:rPr>
                        <a:t> </a:t>
                      </a:r>
                      <a:r>
                        <a:rPr sz="1800" spc="-10" dirty="0">
                          <a:solidFill>
                            <a:schemeClr val="tx1"/>
                          </a:solidFill>
                        </a:rPr>
                        <a:t>Strength</a:t>
                      </a:r>
                      <a:endParaRPr sz="1800" dirty="0">
                        <a:solidFill>
                          <a:schemeClr val="tx1"/>
                        </a:solidFill>
                      </a:endParaRPr>
                    </a:p>
                    <a:p>
                      <a:pPr marL="182880">
                        <a:lnSpc>
                          <a:spcPct val="100000"/>
                        </a:lnSpc>
                      </a:pPr>
                      <a:r>
                        <a:rPr sz="1800" spc="-10" dirty="0">
                          <a:solidFill>
                            <a:schemeClr val="tx1"/>
                          </a:solidFill>
                        </a:rPr>
                        <a:t>(MPa)</a:t>
                      </a:r>
                      <a:endParaRPr sz="1800" dirty="0">
                        <a:solidFill>
                          <a:schemeClr val="tx1"/>
                        </a:solidFill>
                        <a:latin typeface="Calibri"/>
                        <a:cs typeface="Calibri"/>
                      </a:endParaRPr>
                    </a:p>
                  </a:txBody>
                  <a:tcPr marL="0" marR="0" marT="33020" marB="0"/>
                </a:tc>
                <a:tc>
                  <a:txBody>
                    <a:bodyPr/>
                    <a:lstStyle/>
                    <a:p>
                      <a:pPr marL="92710">
                        <a:lnSpc>
                          <a:spcPct val="100000"/>
                        </a:lnSpc>
                        <a:spcBef>
                          <a:spcPts val="260"/>
                        </a:spcBef>
                      </a:pPr>
                      <a:r>
                        <a:rPr sz="1800" spc="-25" dirty="0">
                          <a:solidFill>
                            <a:schemeClr val="tx1"/>
                          </a:solidFill>
                        </a:rPr>
                        <a:t>670</a:t>
                      </a:r>
                      <a:endParaRPr sz="1800" dirty="0">
                        <a:solidFill>
                          <a:schemeClr val="tx1"/>
                        </a:solidFill>
                        <a:latin typeface="Calibri"/>
                        <a:cs typeface="Calibri"/>
                      </a:endParaRPr>
                    </a:p>
                  </a:txBody>
                  <a:tcPr marL="0" marR="0" marT="33020" marB="0"/>
                </a:tc>
                <a:extLst>
                  <a:ext uri="{0D108BD9-81ED-4DB2-BD59-A6C34878D82A}">
                    <a16:rowId xmlns:a16="http://schemas.microsoft.com/office/drawing/2014/main" val="10002"/>
                  </a:ext>
                </a:extLst>
              </a:tr>
            </a:tbl>
          </a:graphicData>
        </a:graphic>
      </p:graphicFrame>
      <p:pic>
        <p:nvPicPr>
          <p:cNvPr id="18" name="Picture 17" descr="A drawing of a robot&#10;&#10;Description automatically generated">
            <a:extLst>
              <a:ext uri="{FF2B5EF4-FFF2-40B4-BE49-F238E27FC236}">
                <a16:creationId xmlns:a16="http://schemas.microsoft.com/office/drawing/2014/main" id="{22B1F201-73F5-3A93-DE15-2548E92B8C0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08482" y="911575"/>
            <a:ext cx="4029298" cy="1883387"/>
          </a:xfrm>
          <a:prstGeom prst="rect">
            <a:avLst/>
          </a:prstGeom>
        </p:spPr>
      </p:pic>
      <p:pic>
        <p:nvPicPr>
          <p:cNvPr id="21" name="Picture 20" descr="A computer generated image of a swing&#10;&#10;Description automatically generated">
            <a:extLst>
              <a:ext uri="{FF2B5EF4-FFF2-40B4-BE49-F238E27FC236}">
                <a16:creationId xmlns:a16="http://schemas.microsoft.com/office/drawing/2014/main" id="{20E969B5-0E9E-05C5-D602-1591E4BA689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967419" y="923336"/>
            <a:ext cx="3675136" cy="1883387"/>
          </a:xfrm>
          <a:prstGeom prst="rect">
            <a:avLst/>
          </a:prstGeom>
        </p:spPr>
      </p:pic>
      <p:pic>
        <p:nvPicPr>
          <p:cNvPr id="22" name="Picture 21" descr="A computer screen shot of a blue and green wireframe&#10;&#10;Description automatically generated">
            <a:extLst>
              <a:ext uri="{FF2B5EF4-FFF2-40B4-BE49-F238E27FC236}">
                <a16:creationId xmlns:a16="http://schemas.microsoft.com/office/drawing/2014/main" id="{32F3E254-3A48-E9E0-1217-E7AEB538CE0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08482" y="3309676"/>
            <a:ext cx="3922517" cy="2169642"/>
          </a:xfrm>
          <a:prstGeom prst="rect">
            <a:avLst/>
          </a:prstGeom>
        </p:spPr>
      </p:pic>
      <p:graphicFrame>
        <p:nvGraphicFramePr>
          <p:cNvPr id="23" name="object 28">
            <a:extLst>
              <a:ext uri="{FF2B5EF4-FFF2-40B4-BE49-F238E27FC236}">
                <a16:creationId xmlns:a16="http://schemas.microsoft.com/office/drawing/2014/main" id="{9BFE537D-D2FB-4AF8-9F54-9C185DD9B55D}"/>
              </a:ext>
            </a:extLst>
          </p:cNvPr>
          <p:cNvGraphicFramePr>
            <a:graphicFrameLocks noGrp="1"/>
          </p:cNvGraphicFramePr>
          <p:nvPr>
            <p:extLst>
              <p:ext uri="{D42A27DB-BD31-4B8C-83A1-F6EECF244321}">
                <p14:modId xmlns:p14="http://schemas.microsoft.com/office/powerpoint/2010/main" val="3943403047"/>
              </p:ext>
            </p:extLst>
          </p:nvPr>
        </p:nvGraphicFramePr>
        <p:xfrm>
          <a:off x="4835783" y="3611589"/>
          <a:ext cx="3675136" cy="1447355"/>
        </p:xfrm>
        <a:graphic>
          <a:graphicData uri="http://schemas.openxmlformats.org/drawingml/2006/table">
            <a:tbl>
              <a:tblPr firstRow="1" bandRow="1">
                <a:tableStyleId>{5DA37D80-6434-44D0-A028-1B22A696006F}</a:tableStyleId>
              </a:tblPr>
              <a:tblGrid>
                <a:gridCol w="1422222">
                  <a:extLst>
                    <a:ext uri="{9D8B030D-6E8A-4147-A177-3AD203B41FA5}">
                      <a16:colId xmlns:a16="http://schemas.microsoft.com/office/drawing/2014/main" val="20000"/>
                    </a:ext>
                  </a:extLst>
                </a:gridCol>
                <a:gridCol w="724540">
                  <a:extLst>
                    <a:ext uri="{9D8B030D-6E8A-4147-A177-3AD203B41FA5}">
                      <a16:colId xmlns:a16="http://schemas.microsoft.com/office/drawing/2014/main" val="20001"/>
                    </a:ext>
                  </a:extLst>
                </a:gridCol>
                <a:gridCol w="767386">
                  <a:extLst>
                    <a:ext uri="{9D8B030D-6E8A-4147-A177-3AD203B41FA5}">
                      <a16:colId xmlns:a16="http://schemas.microsoft.com/office/drawing/2014/main" val="20002"/>
                    </a:ext>
                  </a:extLst>
                </a:gridCol>
                <a:gridCol w="698320">
                  <a:extLst>
                    <a:ext uri="{9D8B030D-6E8A-4147-A177-3AD203B41FA5}">
                      <a16:colId xmlns:a16="http://schemas.microsoft.com/office/drawing/2014/main" val="20003"/>
                    </a:ext>
                  </a:extLst>
                </a:gridCol>
                <a:gridCol w="62668">
                  <a:extLst>
                    <a:ext uri="{9D8B030D-6E8A-4147-A177-3AD203B41FA5}">
                      <a16:colId xmlns:a16="http://schemas.microsoft.com/office/drawing/2014/main" val="20004"/>
                    </a:ext>
                  </a:extLst>
                </a:gridCol>
              </a:tblGrid>
              <a:tr h="718820">
                <a:tc>
                  <a:txBody>
                    <a:bodyPr/>
                    <a:lstStyle/>
                    <a:p>
                      <a:pPr marL="6985" algn="ctr">
                        <a:lnSpc>
                          <a:spcPct val="100000"/>
                        </a:lnSpc>
                        <a:spcBef>
                          <a:spcPts val="415"/>
                        </a:spcBef>
                      </a:pPr>
                      <a:r>
                        <a:rPr sz="1200" spc="-10" dirty="0">
                          <a:solidFill>
                            <a:schemeClr val="tx1"/>
                          </a:solidFill>
                        </a:rPr>
                        <a:t>PROPERTIES</a:t>
                      </a:r>
                      <a:endParaRPr sz="1200" dirty="0">
                        <a:solidFill>
                          <a:schemeClr val="tx1"/>
                        </a:solidFill>
                        <a:latin typeface="Times New Roman"/>
                        <a:cs typeface="Times New Roman"/>
                      </a:endParaRPr>
                    </a:p>
                  </a:txBody>
                  <a:tcPr marL="0" marR="0" marT="52705" marB="0"/>
                </a:tc>
                <a:tc>
                  <a:txBody>
                    <a:bodyPr/>
                    <a:lstStyle/>
                    <a:p>
                      <a:pPr marR="27305" algn="ctr">
                        <a:lnSpc>
                          <a:spcPct val="100000"/>
                        </a:lnSpc>
                        <a:spcBef>
                          <a:spcPts val="415"/>
                        </a:spcBef>
                      </a:pPr>
                      <a:r>
                        <a:rPr sz="1200" spc="-10" dirty="0">
                          <a:solidFill>
                            <a:schemeClr val="tx1"/>
                          </a:solidFill>
                        </a:rPr>
                        <a:t>FRONT</a:t>
                      </a:r>
                      <a:endParaRPr sz="1200" dirty="0">
                        <a:solidFill>
                          <a:schemeClr val="tx1"/>
                        </a:solidFill>
                        <a:latin typeface="Times New Roman"/>
                        <a:cs typeface="Times New Roman"/>
                      </a:endParaRPr>
                    </a:p>
                  </a:txBody>
                  <a:tcPr marL="0" marR="0" marT="52705" marB="0"/>
                </a:tc>
                <a:tc>
                  <a:txBody>
                    <a:bodyPr/>
                    <a:lstStyle/>
                    <a:p>
                      <a:pPr marR="33655" algn="ctr">
                        <a:lnSpc>
                          <a:spcPct val="100000"/>
                        </a:lnSpc>
                        <a:spcBef>
                          <a:spcPts val="415"/>
                        </a:spcBef>
                      </a:pPr>
                      <a:r>
                        <a:rPr sz="1200" spc="-20" dirty="0">
                          <a:solidFill>
                            <a:schemeClr val="tx1"/>
                          </a:solidFill>
                        </a:rPr>
                        <a:t>REAR</a:t>
                      </a:r>
                      <a:endParaRPr sz="1200" dirty="0">
                        <a:solidFill>
                          <a:schemeClr val="tx1"/>
                        </a:solidFill>
                        <a:latin typeface="Times New Roman"/>
                        <a:cs typeface="Times New Roman"/>
                      </a:endParaRPr>
                    </a:p>
                  </a:txBody>
                  <a:tcPr marL="0" marR="0" marT="52705" marB="0"/>
                </a:tc>
                <a:tc>
                  <a:txBody>
                    <a:bodyPr/>
                    <a:lstStyle/>
                    <a:p>
                      <a:pPr algn="ctr">
                        <a:lnSpc>
                          <a:spcPct val="100000"/>
                        </a:lnSpc>
                        <a:spcBef>
                          <a:spcPts val="415"/>
                        </a:spcBef>
                      </a:pPr>
                      <a:r>
                        <a:rPr sz="1200" spc="-20" dirty="0">
                          <a:solidFill>
                            <a:schemeClr val="tx1"/>
                          </a:solidFill>
                        </a:rPr>
                        <a:t>SIDE</a:t>
                      </a:r>
                      <a:endParaRPr sz="1200" dirty="0">
                        <a:solidFill>
                          <a:schemeClr val="tx1"/>
                        </a:solidFill>
                        <a:latin typeface="Times New Roman"/>
                        <a:cs typeface="Times New Roman"/>
                      </a:endParaRPr>
                    </a:p>
                  </a:txBody>
                  <a:tcPr marL="0" marR="0" marT="52705" marB="0"/>
                </a:tc>
                <a:tc rowSpan="2">
                  <a:txBody>
                    <a:bodyPr/>
                    <a:lstStyle/>
                    <a:p>
                      <a:pPr>
                        <a:lnSpc>
                          <a:spcPct val="100000"/>
                        </a:lnSpc>
                      </a:pPr>
                      <a:endParaRPr sz="1600">
                        <a:latin typeface="Times New Roman"/>
                        <a:cs typeface="Times New Roman"/>
                      </a:endParaRPr>
                    </a:p>
                  </a:txBody>
                  <a:tcPr marL="0" marR="0" marT="0" marB="0"/>
                </a:tc>
                <a:extLst>
                  <a:ext uri="{0D108BD9-81ED-4DB2-BD59-A6C34878D82A}">
                    <a16:rowId xmlns:a16="http://schemas.microsoft.com/office/drawing/2014/main" val="10000"/>
                  </a:ext>
                </a:extLst>
              </a:tr>
              <a:tr h="728535">
                <a:tc>
                  <a:txBody>
                    <a:bodyPr/>
                    <a:lstStyle/>
                    <a:p>
                      <a:pPr>
                        <a:lnSpc>
                          <a:spcPct val="100000"/>
                        </a:lnSpc>
                        <a:spcBef>
                          <a:spcPts val="1320"/>
                        </a:spcBef>
                      </a:pPr>
                      <a:endParaRPr sz="1200" dirty="0"/>
                    </a:p>
                    <a:p>
                      <a:pPr marR="17145" algn="ctr">
                        <a:lnSpc>
                          <a:spcPct val="100000"/>
                        </a:lnSpc>
                      </a:pPr>
                      <a:r>
                        <a:rPr sz="1200" b="1" spc="-25" dirty="0"/>
                        <a:t>FOS</a:t>
                      </a:r>
                      <a:endParaRPr sz="1200" dirty="0">
                        <a:latin typeface="Times New Roman"/>
                        <a:cs typeface="Times New Roman"/>
                      </a:endParaRPr>
                    </a:p>
                  </a:txBody>
                  <a:tcPr marL="0" marR="0" marT="167640" marB="0"/>
                </a:tc>
                <a:tc>
                  <a:txBody>
                    <a:bodyPr/>
                    <a:lstStyle/>
                    <a:p>
                      <a:pPr>
                        <a:lnSpc>
                          <a:spcPct val="100000"/>
                        </a:lnSpc>
                        <a:spcBef>
                          <a:spcPts val="1340"/>
                        </a:spcBef>
                      </a:pPr>
                      <a:endParaRPr sz="1200"/>
                    </a:p>
                    <a:p>
                      <a:pPr marL="22225" algn="ctr">
                        <a:lnSpc>
                          <a:spcPct val="100000"/>
                        </a:lnSpc>
                      </a:pPr>
                      <a:r>
                        <a:rPr sz="1200" spc="-20" dirty="0"/>
                        <a:t>2.14</a:t>
                      </a:r>
                      <a:endParaRPr sz="1200">
                        <a:latin typeface="Times New Roman"/>
                        <a:cs typeface="Times New Roman"/>
                      </a:endParaRPr>
                    </a:p>
                  </a:txBody>
                  <a:tcPr marL="0" marR="0" marT="170180" marB="0"/>
                </a:tc>
                <a:tc>
                  <a:txBody>
                    <a:bodyPr/>
                    <a:lstStyle/>
                    <a:p>
                      <a:pPr>
                        <a:lnSpc>
                          <a:spcPct val="100000"/>
                        </a:lnSpc>
                        <a:spcBef>
                          <a:spcPts val="1340"/>
                        </a:spcBef>
                      </a:pPr>
                      <a:endParaRPr sz="1200"/>
                    </a:p>
                    <a:p>
                      <a:pPr marL="3810" algn="ctr">
                        <a:lnSpc>
                          <a:spcPct val="100000"/>
                        </a:lnSpc>
                      </a:pPr>
                      <a:r>
                        <a:rPr sz="1200" dirty="0"/>
                        <a:t>2.</a:t>
                      </a:r>
                      <a:r>
                        <a:rPr sz="1200" spc="-105" dirty="0"/>
                        <a:t> </a:t>
                      </a:r>
                      <a:r>
                        <a:rPr sz="1200" spc="45" dirty="0"/>
                        <a:t>6387</a:t>
                      </a:r>
                      <a:endParaRPr sz="1200">
                        <a:latin typeface="Times New Roman"/>
                        <a:cs typeface="Times New Roman"/>
                      </a:endParaRPr>
                    </a:p>
                  </a:txBody>
                  <a:tcPr marL="0" marR="0" marT="170180" marB="0"/>
                </a:tc>
                <a:tc>
                  <a:txBody>
                    <a:bodyPr/>
                    <a:lstStyle/>
                    <a:p>
                      <a:pPr>
                        <a:lnSpc>
                          <a:spcPct val="100000"/>
                        </a:lnSpc>
                        <a:spcBef>
                          <a:spcPts val="1340"/>
                        </a:spcBef>
                      </a:pPr>
                      <a:endParaRPr sz="1200" dirty="0"/>
                    </a:p>
                    <a:p>
                      <a:pPr marL="121920">
                        <a:lnSpc>
                          <a:spcPct val="100000"/>
                        </a:lnSpc>
                      </a:pPr>
                      <a:r>
                        <a:rPr sz="1200" dirty="0"/>
                        <a:t>3</a:t>
                      </a:r>
                      <a:r>
                        <a:rPr sz="1200" spc="-185" dirty="0"/>
                        <a:t> </a:t>
                      </a:r>
                      <a:r>
                        <a:rPr sz="1200" dirty="0"/>
                        <a:t>.</a:t>
                      </a:r>
                      <a:r>
                        <a:rPr sz="1200" spc="-175" dirty="0"/>
                        <a:t> </a:t>
                      </a:r>
                      <a:r>
                        <a:rPr sz="1200" spc="65" dirty="0"/>
                        <a:t>1331</a:t>
                      </a:r>
                      <a:endParaRPr sz="1200" dirty="0">
                        <a:latin typeface="Times New Roman"/>
                        <a:cs typeface="Times New Roman"/>
                      </a:endParaRPr>
                    </a:p>
                  </a:txBody>
                  <a:tcPr marL="0" marR="0" marT="170180" marB="0"/>
                </a:tc>
                <a:tc vMerge="1">
                  <a:txBody>
                    <a:bodyPr/>
                    <a:lstStyle/>
                    <a:p>
                      <a:endParaRPr/>
                    </a:p>
                  </a:txBody>
                  <a:tcPr marL="0" marR="0" marT="0" marB="0">
                    <a:lnB w="12700">
                      <a:solidFill>
                        <a:srgbClr val="000000"/>
                      </a:solidFill>
                      <a:prstDash val="solid"/>
                    </a:lnB>
                  </a:tcPr>
                </a:tc>
                <a:extLst>
                  <a:ext uri="{0D108BD9-81ED-4DB2-BD59-A6C34878D82A}">
                    <a16:rowId xmlns:a16="http://schemas.microsoft.com/office/drawing/2014/main" val="10001"/>
                  </a:ext>
                </a:extLst>
              </a:tr>
            </a:tbl>
          </a:graphicData>
        </a:graphic>
      </p:graphicFrame>
      <p:pic>
        <p:nvPicPr>
          <p:cNvPr id="3" name="Picture 2">
            <a:extLst>
              <a:ext uri="{FF2B5EF4-FFF2-40B4-BE49-F238E27FC236}">
                <a16:creationId xmlns:a16="http://schemas.microsoft.com/office/drawing/2014/main" id="{4A132712-21CC-166B-07DD-B86EEAFF18B2}"/>
              </a:ext>
            </a:extLst>
          </p:cNvPr>
          <p:cNvPicPr>
            <a:picLocks noChangeAspect="1"/>
          </p:cNvPicPr>
          <p:nvPr/>
        </p:nvPicPr>
        <p:blipFill>
          <a:blip r:embed="rId3">
            <a:alphaModFix amt="5000"/>
            <a:extLst>
              <a:ext uri="{28A0092B-C50C-407E-A947-70E740481C1C}">
                <a14:useLocalDpi xmlns:a14="http://schemas.microsoft.com/office/drawing/2010/main" val="0"/>
              </a:ext>
            </a:extLst>
          </a:blip>
          <a:srcRect l="13134" t="29924" r="4696" b="19206"/>
          <a:stretch/>
        </p:blipFill>
        <p:spPr>
          <a:xfrm>
            <a:off x="1661653" y="665841"/>
            <a:ext cx="8672050" cy="6032267"/>
          </a:xfrm>
          <a:prstGeom prst="rect">
            <a:avLst/>
          </a:prstGeom>
        </p:spPr>
      </p:pic>
    </p:spTree>
    <p:extLst>
      <p:ext uri="{BB962C8B-B14F-4D97-AF65-F5344CB8AC3E}">
        <p14:creationId xmlns:p14="http://schemas.microsoft.com/office/powerpoint/2010/main" val="18709406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CE2560-2FCE-1FF5-88B0-19EC9D773E63}"/>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08241F27-00FD-048E-3E37-9A89D4754A4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009878" y="0"/>
            <a:ext cx="1037095" cy="1037095"/>
          </a:xfrm>
          <a:prstGeom prst="rect">
            <a:avLst/>
          </a:prstGeom>
        </p:spPr>
      </p:pic>
      <p:pic>
        <p:nvPicPr>
          <p:cNvPr id="9" name="Picture 8">
            <a:extLst>
              <a:ext uri="{FF2B5EF4-FFF2-40B4-BE49-F238E27FC236}">
                <a16:creationId xmlns:a16="http://schemas.microsoft.com/office/drawing/2014/main" id="{C19BCE03-FC96-8AD5-CD2B-ECB7CEB35731}"/>
              </a:ext>
            </a:extLst>
          </p:cNvPr>
          <p:cNvPicPr>
            <a:picLocks noChangeAspect="1"/>
          </p:cNvPicPr>
          <p:nvPr/>
        </p:nvPicPr>
        <p:blipFill>
          <a:blip r:embed="rId3">
            <a:extLst>
              <a:ext uri="{28A0092B-C50C-407E-A947-70E740481C1C}">
                <a14:useLocalDpi xmlns:a14="http://schemas.microsoft.com/office/drawing/2010/main" val="0"/>
              </a:ext>
            </a:extLst>
          </a:blip>
          <a:srcRect l="17306" t="32895" r="7356" b="22368"/>
          <a:stretch/>
        </p:blipFill>
        <p:spPr>
          <a:xfrm>
            <a:off x="145027" y="76201"/>
            <a:ext cx="1172705" cy="752301"/>
          </a:xfrm>
          <a:prstGeom prst="rect">
            <a:avLst/>
          </a:prstGeom>
        </p:spPr>
      </p:pic>
      <p:sp>
        <p:nvSpPr>
          <p:cNvPr id="4" name="Footer Placeholder 9">
            <a:extLst>
              <a:ext uri="{FF2B5EF4-FFF2-40B4-BE49-F238E27FC236}">
                <a16:creationId xmlns:a16="http://schemas.microsoft.com/office/drawing/2014/main" id="{E2E3179E-FB9B-31E6-878F-D9C338CD4BD6}"/>
              </a:ext>
            </a:extLst>
          </p:cNvPr>
          <p:cNvSpPr>
            <a:spLocks noGrp="1"/>
          </p:cNvSpPr>
          <p:nvPr>
            <p:ph type="ftr" sz="quarter" idx="11"/>
          </p:nvPr>
        </p:nvSpPr>
        <p:spPr>
          <a:xfrm>
            <a:off x="235975" y="6326854"/>
            <a:ext cx="11366090" cy="501650"/>
          </a:xfrm>
        </p:spPr>
        <p:txBody>
          <a:bodyPr/>
          <a:lstStyle/>
          <a:p>
            <a:pPr algn="l"/>
            <a:r>
              <a:rPr lang="en-US" sz="1600" b="1" dirty="0">
                <a:solidFill>
                  <a:srgbClr val="002060"/>
                </a:solidFill>
                <a:latin typeface="Times New Roman" pitchFamily="18" charset="0"/>
                <a:cs typeface="Times New Roman" pitchFamily="18" charset="0"/>
              </a:rPr>
              <a:t>www.aimsacademys.org </a:t>
            </a:r>
            <a:r>
              <a:rPr lang="en-US" sz="1600" b="1" dirty="0">
                <a:solidFill>
                  <a:schemeClr val="accent6">
                    <a:lumMod val="75000"/>
                  </a:schemeClr>
                </a:solidFill>
                <a:latin typeface="Times New Roman" pitchFamily="18" charset="0"/>
                <a:cs typeface="Times New Roman" pitchFamily="18" charset="0"/>
              </a:rPr>
              <a:t>  	 	                                </a:t>
            </a:r>
            <a:r>
              <a:rPr lang="en-US" sz="1600" b="1" dirty="0">
                <a:solidFill>
                  <a:srgbClr val="002060"/>
                </a:solidFill>
                <a:latin typeface="Times New Roman" pitchFamily="18" charset="0"/>
                <a:cs typeface="Times New Roman" pitchFamily="18" charset="0"/>
              </a:rPr>
              <a:t>Season:05 		                                                        AIMS/KEC              </a:t>
            </a:r>
          </a:p>
        </p:txBody>
      </p:sp>
      <p:pic>
        <p:nvPicPr>
          <p:cNvPr id="2" name="object 3">
            <a:extLst>
              <a:ext uri="{FF2B5EF4-FFF2-40B4-BE49-F238E27FC236}">
                <a16:creationId xmlns:a16="http://schemas.microsoft.com/office/drawing/2014/main" id="{BA54A071-AEF0-92F7-15A1-82E611B773FE}"/>
              </a:ext>
            </a:extLst>
          </p:cNvPr>
          <p:cNvPicPr/>
          <p:nvPr/>
        </p:nvPicPr>
        <p:blipFill>
          <a:blip r:embed="rId4" cstate="print"/>
          <a:stretch>
            <a:fillRect/>
          </a:stretch>
        </p:blipFill>
        <p:spPr>
          <a:xfrm>
            <a:off x="560439" y="1037095"/>
            <a:ext cx="5230761" cy="2540583"/>
          </a:xfrm>
          <a:prstGeom prst="rect">
            <a:avLst/>
          </a:prstGeom>
        </p:spPr>
      </p:pic>
      <p:pic>
        <p:nvPicPr>
          <p:cNvPr id="3" name="object 4">
            <a:extLst>
              <a:ext uri="{FF2B5EF4-FFF2-40B4-BE49-F238E27FC236}">
                <a16:creationId xmlns:a16="http://schemas.microsoft.com/office/drawing/2014/main" id="{4766F72F-B15B-9B25-B25F-B236B5C63897}"/>
              </a:ext>
            </a:extLst>
          </p:cNvPr>
          <p:cNvPicPr/>
          <p:nvPr/>
        </p:nvPicPr>
        <p:blipFill>
          <a:blip r:embed="rId5" cstate="print"/>
          <a:stretch>
            <a:fillRect/>
          </a:stretch>
        </p:blipFill>
        <p:spPr>
          <a:xfrm>
            <a:off x="6660204" y="1037095"/>
            <a:ext cx="4868221" cy="2514381"/>
          </a:xfrm>
          <a:prstGeom prst="rect">
            <a:avLst/>
          </a:prstGeom>
        </p:spPr>
      </p:pic>
      <p:sp>
        <p:nvSpPr>
          <p:cNvPr id="5" name="object 5">
            <a:extLst>
              <a:ext uri="{FF2B5EF4-FFF2-40B4-BE49-F238E27FC236}">
                <a16:creationId xmlns:a16="http://schemas.microsoft.com/office/drawing/2014/main" id="{677E417D-3633-BF29-7906-004F7AA14741}"/>
              </a:ext>
            </a:extLst>
          </p:cNvPr>
          <p:cNvSpPr txBox="1"/>
          <p:nvPr/>
        </p:nvSpPr>
        <p:spPr>
          <a:xfrm>
            <a:off x="7914513" y="3551476"/>
            <a:ext cx="2969797" cy="289823"/>
          </a:xfrm>
          <a:prstGeom prst="rect">
            <a:avLst/>
          </a:prstGeom>
        </p:spPr>
        <p:txBody>
          <a:bodyPr vert="horz" wrap="square" lIns="0" tIns="12700" rIns="0" bIns="0" rtlCol="0">
            <a:spAutoFit/>
          </a:bodyPr>
          <a:lstStyle/>
          <a:p>
            <a:pPr marL="12700">
              <a:lnSpc>
                <a:spcPct val="100000"/>
              </a:lnSpc>
              <a:spcBef>
                <a:spcPts val="100"/>
              </a:spcBef>
            </a:pPr>
            <a:r>
              <a:rPr sz="1800" b="1" dirty="0">
                <a:latin typeface="Times New Roman" panose="02020603050405020304" pitchFamily="18" charset="0"/>
                <a:cs typeface="Times New Roman" panose="02020603050405020304" pitchFamily="18" charset="0"/>
              </a:rPr>
              <a:t>Fig.</a:t>
            </a:r>
            <a:r>
              <a:rPr sz="1800" b="1" spc="-70" dirty="0">
                <a:latin typeface="Times New Roman" panose="02020603050405020304" pitchFamily="18" charset="0"/>
                <a:cs typeface="Times New Roman" panose="02020603050405020304" pitchFamily="18" charset="0"/>
              </a:rPr>
              <a:t> </a:t>
            </a:r>
            <a:r>
              <a:rPr sz="1800" b="1" dirty="0">
                <a:latin typeface="Times New Roman" panose="02020603050405020304" pitchFamily="18" charset="0"/>
                <a:cs typeface="Times New Roman" panose="02020603050405020304" pitchFamily="18" charset="0"/>
              </a:rPr>
              <a:t>Driver</a:t>
            </a:r>
            <a:r>
              <a:rPr sz="1800" b="1" spc="-30" dirty="0">
                <a:latin typeface="Times New Roman" panose="02020603050405020304" pitchFamily="18" charset="0"/>
                <a:cs typeface="Times New Roman" panose="02020603050405020304" pitchFamily="18" charset="0"/>
              </a:rPr>
              <a:t> </a:t>
            </a:r>
            <a:r>
              <a:rPr sz="1800" b="1" dirty="0">
                <a:latin typeface="Times New Roman" panose="02020603050405020304" pitchFamily="18" charset="0"/>
                <a:cs typeface="Times New Roman" panose="02020603050405020304" pitchFamily="18" charset="0"/>
              </a:rPr>
              <a:t>Sitting</a:t>
            </a:r>
            <a:r>
              <a:rPr sz="1800" b="1" spc="-70" dirty="0">
                <a:latin typeface="Times New Roman" panose="02020603050405020304" pitchFamily="18" charset="0"/>
                <a:cs typeface="Times New Roman" panose="02020603050405020304" pitchFamily="18" charset="0"/>
              </a:rPr>
              <a:t> </a:t>
            </a:r>
            <a:r>
              <a:rPr sz="1800" b="1" spc="-10" dirty="0">
                <a:latin typeface="Times New Roman" panose="02020603050405020304" pitchFamily="18" charset="0"/>
                <a:cs typeface="Times New Roman" panose="02020603050405020304" pitchFamily="18" charset="0"/>
              </a:rPr>
              <a:t>Layout</a:t>
            </a:r>
            <a:endParaRPr sz="1800" dirty="0">
              <a:latin typeface="Times New Roman" panose="02020603050405020304" pitchFamily="18" charset="0"/>
              <a:cs typeface="Times New Roman" panose="02020603050405020304" pitchFamily="18" charset="0"/>
            </a:endParaRPr>
          </a:p>
        </p:txBody>
      </p:sp>
      <p:sp>
        <p:nvSpPr>
          <p:cNvPr id="6" name="object 6">
            <a:extLst>
              <a:ext uri="{FF2B5EF4-FFF2-40B4-BE49-F238E27FC236}">
                <a16:creationId xmlns:a16="http://schemas.microsoft.com/office/drawing/2014/main" id="{A4D0B2FF-68FE-307F-67A2-6807CA55D8A3}"/>
              </a:ext>
            </a:extLst>
          </p:cNvPr>
          <p:cNvSpPr txBox="1"/>
          <p:nvPr/>
        </p:nvSpPr>
        <p:spPr>
          <a:xfrm>
            <a:off x="2015026" y="3552982"/>
            <a:ext cx="1962474" cy="289823"/>
          </a:xfrm>
          <a:prstGeom prst="rect">
            <a:avLst/>
          </a:prstGeom>
        </p:spPr>
        <p:txBody>
          <a:bodyPr vert="horz" wrap="square" lIns="0" tIns="12700" rIns="0" bIns="0" rtlCol="0">
            <a:spAutoFit/>
          </a:bodyPr>
          <a:lstStyle/>
          <a:p>
            <a:pPr marL="12700">
              <a:lnSpc>
                <a:spcPct val="100000"/>
              </a:lnSpc>
              <a:spcBef>
                <a:spcPts val="100"/>
              </a:spcBef>
            </a:pPr>
            <a:r>
              <a:rPr sz="1800" b="1" dirty="0">
                <a:latin typeface="Times New Roman" panose="02020603050405020304" pitchFamily="18" charset="0"/>
                <a:cs typeface="Times New Roman" panose="02020603050405020304" pitchFamily="18" charset="0"/>
              </a:rPr>
              <a:t>Fig.</a:t>
            </a:r>
            <a:r>
              <a:rPr sz="1800" b="1" spc="-40" dirty="0">
                <a:latin typeface="Times New Roman" panose="02020603050405020304" pitchFamily="18" charset="0"/>
                <a:cs typeface="Times New Roman" panose="02020603050405020304" pitchFamily="18" charset="0"/>
              </a:rPr>
              <a:t> </a:t>
            </a:r>
            <a:r>
              <a:rPr sz="1800" b="1" dirty="0">
                <a:latin typeface="Times New Roman" panose="02020603050405020304" pitchFamily="18" charset="0"/>
                <a:cs typeface="Times New Roman" panose="02020603050405020304" pitchFamily="18" charset="0"/>
              </a:rPr>
              <a:t>Vision</a:t>
            </a:r>
            <a:r>
              <a:rPr sz="1800" b="1" spc="-10" dirty="0">
                <a:latin typeface="Times New Roman" panose="02020603050405020304" pitchFamily="18" charset="0"/>
                <a:cs typeface="Times New Roman" panose="02020603050405020304" pitchFamily="18" charset="0"/>
              </a:rPr>
              <a:t> </a:t>
            </a:r>
            <a:r>
              <a:rPr sz="1800" b="1" spc="-20" dirty="0">
                <a:latin typeface="Times New Roman" panose="02020603050405020304" pitchFamily="18" charset="0"/>
                <a:cs typeface="Times New Roman" panose="02020603050405020304" pitchFamily="18" charset="0"/>
              </a:rPr>
              <a:t>Cone</a:t>
            </a:r>
            <a:endParaRPr sz="1800" dirty="0">
              <a:latin typeface="Times New Roman" panose="02020603050405020304" pitchFamily="18" charset="0"/>
              <a:cs typeface="Times New Roman" panose="02020603050405020304" pitchFamily="18" charset="0"/>
            </a:endParaRPr>
          </a:p>
        </p:txBody>
      </p:sp>
      <p:graphicFrame>
        <p:nvGraphicFramePr>
          <p:cNvPr id="8" name="object 7">
            <a:extLst>
              <a:ext uri="{FF2B5EF4-FFF2-40B4-BE49-F238E27FC236}">
                <a16:creationId xmlns:a16="http://schemas.microsoft.com/office/drawing/2014/main" id="{FF16EA16-489F-FEB7-130F-ADCC2033727E}"/>
              </a:ext>
            </a:extLst>
          </p:cNvPr>
          <p:cNvGraphicFramePr>
            <a:graphicFrameLocks noGrp="1"/>
          </p:cNvGraphicFramePr>
          <p:nvPr>
            <p:extLst>
              <p:ext uri="{D42A27DB-BD31-4B8C-83A1-F6EECF244321}">
                <p14:modId xmlns:p14="http://schemas.microsoft.com/office/powerpoint/2010/main" val="692851679"/>
              </p:ext>
            </p:extLst>
          </p:nvPr>
        </p:nvGraphicFramePr>
        <p:xfrm>
          <a:off x="460959" y="3946978"/>
          <a:ext cx="5517054" cy="2495538"/>
        </p:xfrm>
        <a:graphic>
          <a:graphicData uri="http://schemas.openxmlformats.org/drawingml/2006/table">
            <a:tbl>
              <a:tblPr firstRow="1" bandRow="1">
                <a:tableStyleId>{5DA37D80-6434-44D0-A028-1B22A696006F}</a:tableStyleId>
              </a:tblPr>
              <a:tblGrid>
                <a:gridCol w="5517054">
                  <a:extLst>
                    <a:ext uri="{9D8B030D-6E8A-4147-A177-3AD203B41FA5}">
                      <a16:colId xmlns:a16="http://schemas.microsoft.com/office/drawing/2014/main" val="20000"/>
                    </a:ext>
                  </a:extLst>
                </a:gridCol>
              </a:tblGrid>
              <a:tr h="415923">
                <a:tc>
                  <a:txBody>
                    <a:bodyPr/>
                    <a:lstStyle/>
                    <a:p>
                      <a:pPr algn="ctr">
                        <a:lnSpc>
                          <a:spcPct val="100000"/>
                        </a:lnSpc>
                        <a:spcBef>
                          <a:spcPts val="245"/>
                        </a:spcBef>
                      </a:pPr>
                      <a:r>
                        <a:rPr sz="1800" b="1" spc="-10" dirty="0"/>
                        <a:t>Ergonomic</a:t>
                      </a:r>
                      <a:r>
                        <a:rPr sz="1800" b="1" spc="-35" dirty="0"/>
                        <a:t> </a:t>
                      </a:r>
                      <a:r>
                        <a:rPr sz="1800" b="1" spc="-10" dirty="0"/>
                        <a:t>considerations</a:t>
                      </a:r>
                      <a:endParaRPr sz="1800" dirty="0">
                        <a:latin typeface="Calibri"/>
                        <a:cs typeface="Calibri"/>
                      </a:endParaRPr>
                    </a:p>
                  </a:txBody>
                  <a:tcPr marL="0" marR="0" marT="31115" marB="0"/>
                </a:tc>
                <a:extLst>
                  <a:ext uri="{0D108BD9-81ED-4DB2-BD59-A6C34878D82A}">
                    <a16:rowId xmlns:a16="http://schemas.microsoft.com/office/drawing/2014/main" val="10000"/>
                  </a:ext>
                </a:extLst>
              </a:tr>
              <a:tr h="415923">
                <a:tc>
                  <a:txBody>
                    <a:bodyPr/>
                    <a:lstStyle/>
                    <a:p>
                      <a:pPr marL="635" algn="ctr">
                        <a:lnSpc>
                          <a:spcPct val="100000"/>
                        </a:lnSpc>
                        <a:spcBef>
                          <a:spcPts val="245"/>
                        </a:spcBef>
                      </a:pPr>
                      <a:r>
                        <a:rPr sz="1800" spc="-20" dirty="0"/>
                        <a:t>Comfort</a:t>
                      </a:r>
                      <a:r>
                        <a:rPr sz="1800" spc="-35" dirty="0"/>
                        <a:t> </a:t>
                      </a:r>
                      <a:r>
                        <a:rPr sz="1800" spc="-10" dirty="0"/>
                        <a:t>for</a:t>
                      </a:r>
                      <a:r>
                        <a:rPr sz="1800" spc="-60" dirty="0"/>
                        <a:t> </a:t>
                      </a:r>
                      <a:r>
                        <a:rPr sz="1800" dirty="0"/>
                        <a:t>the</a:t>
                      </a:r>
                      <a:r>
                        <a:rPr sz="1800" spc="-20" dirty="0"/>
                        <a:t> User</a:t>
                      </a:r>
                      <a:endParaRPr sz="1800" dirty="0">
                        <a:latin typeface="Calibri"/>
                        <a:cs typeface="Calibri"/>
                      </a:endParaRPr>
                    </a:p>
                  </a:txBody>
                  <a:tcPr marL="0" marR="0" marT="31115" marB="0"/>
                </a:tc>
                <a:extLst>
                  <a:ext uri="{0D108BD9-81ED-4DB2-BD59-A6C34878D82A}">
                    <a16:rowId xmlns:a16="http://schemas.microsoft.com/office/drawing/2014/main" val="10001"/>
                  </a:ext>
                </a:extLst>
              </a:tr>
              <a:tr h="415923">
                <a:tc>
                  <a:txBody>
                    <a:bodyPr/>
                    <a:lstStyle/>
                    <a:p>
                      <a:pPr algn="ctr">
                        <a:lnSpc>
                          <a:spcPct val="100000"/>
                        </a:lnSpc>
                        <a:spcBef>
                          <a:spcPts val="245"/>
                        </a:spcBef>
                      </a:pPr>
                      <a:r>
                        <a:rPr sz="1800" spc="-10" dirty="0"/>
                        <a:t>Reducing</a:t>
                      </a:r>
                      <a:r>
                        <a:rPr sz="1800" spc="-40" dirty="0"/>
                        <a:t> </a:t>
                      </a:r>
                      <a:r>
                        <a:rPr sz="1800" dirty="0"/>
                        <a:t>the</a:t>
                      </a:r>
                      <a:r>
                        <a:rPr sz="1800" spc="-25" dirty="0"/>
                        <a:t> </a:t>
                      </a:r>
                      <a:r>
                        <a:rPr sz="1800" spc="-20" dirty="0"/>
                        <a:t>physical </a:t>
                      </a:r>
                      <a:r>
                        <a:rPr sz="1800" dirty="0"/>
                        <a:t>work</a:t>
                      </a:r>
                      <a:r>
                        <a:rPr sz="1800" spc="-50" dirty="0"/>
                        <a:t> </a:t>
                      </a:r>
                      <a:r>
                        <a:rPr sz="1800" spc="-20" dirty="0"/>
                        <a:t>load</a:t>
                      </a:r>
                      <a:endParaRPr sz="1800">
                        <a:latin typeface="Calibri"/>
                        <a:cs typeface="Calibri"/>
                      </a:endParaRPr>
                    </a:p>
                  </a:txBody>
                  <a:tcPr marL="0" marR="0" marT="31115" marB="0"/>
                </a:tc>
                <a:extLst>
                  <a:ext uri="{0D108BD9-81ED-4DB2-BD59-A6C34878D82A}">
                    <a16:rowId xmlns:a16="http://schemas.microsoft.com/office/drawing/2014/main" val="10002"/>
                  </a:ext>
                </a:extLst>
              </a:tr>
              <a:tr h="415923">
                <a:tc>
                  <a:txBody>
                    <a:bodyPr/>
                    <a:lstStyle/>
                    <a:p>
                      <a:pPr algn="ctr">
                        <a:lnSpc>
                          <a:spcPct val="100000"/>
                        </a:lnSpc>
                        <a:spcBef>
                          <a:spcPts val="250"/>
                        </a:spcBef>
                      </a:pPr>
                      <a:r>
                        <a:rPr sz="1800" spc="-10" dirty="0"/>
                        <a:t>Improving</a:t>
                      </a:r>
                      <a:r>
                        <a:rPr sz="1800" spc="-45" dirty="0"/>
                        <a:t> </a:t>
                      </a:r>
                      <a:r>
                        <a:rPr sz="1800" dirty="0"/>
                        <a:t>working</a:t>
                      </a:r>
                      <a:r>
                        <a:rPr sz="1800" spc="-100" dirty="0"/>
                        <a:t> </a:t>
                      </a:r>
                      <a:r>
                        <a:rPr sz="1800" spc="-10" dirty="0"/>
                        <a:t>postures</a:t>
                      </a:r>
                      <a:endParaRPr sz="1800">
                        <a:latin typeface="Calibri"/>
                        <a:cs typeface="Calibri"/>
                      </a:endParaRPr>
                    </a:p>
                  </a:txBody>
                  <a:tcPr marL="0" marR="0" marT="31750" marB="0"/>
                </a:tc>
                <a:extLst>
                  <a:ext uri="{0D108BD9-81ED-4DB2-BD59-A6C34878D82A}">
                    <a16:rowId xmlns:a16="http://schemas.microsoft.com/office/drawing/2014/main" val="10003"/>
                  </a:ext>
                </a:extLst>
              </a:tr>
              <a:tr h="415923">
                <a:tc>
                  <a:txBody>
                    <a:bodyPr/>
                    <a:lstStyle/>
                    <a:p>
                      <a:pPr algn="ctr">
                        <a:lnSpc>
                          <a:spcPct val="100000"/>
                        </a:lnSpc>
                        <a:spcBef>
                          <a:spcPts val="250"/>
                        </a:spcBef>
                      </a:pPr>
                      <a:r>
                        <a:rPr sz="1800" dirty="0"/>
                        <a:t>Making</a:t>
                      </a:r>
                      <a:r>
                        <a:rPr sz="1800" spc="-45" dirty="0"/>
                        <a:t> </a:t>
                      </a:r>
                      <a:r>
                        <a:rPr sz="1800" dirty="0"/>
                        <a:t>the</a:t>
                      </a:r>
                      <a:r>
                        <a:rPr sz="1800" spc="-30" dirty="0"/>
                        <a:t> </a:t>
                      </a:r>
                      <a:r>
                        <a:rPr sz="1800" dirty="0"/>
                        <a:t>handling</a:t>
                      </a:r>
                      <a:r>
                        <a:rPr sz="1800" spc="-30" dirty="0"/>
                        <a:t> </a:t>
                      </a:r>
                      <a:r>
                        <a:rPr sz="1800" dirty="0"/>
                        <a:t>of</a:t>
                      </a:r>
                      <a:r>
                        <a:rPr sz="1800" spc="-45" dirty="0"/>
                        <a:t> </a:t>
                      </a:r>
                      <a:r>
                        <a:rPr sz="1800" dirty="0"/>
                        <a:t>machine</a:t>
                      </a:r>
                      <a:r>
                        <a:rPr sz="1800" spc="-25" dirty="0"/>
                        <a:t> </a:t>
                      </a:r>
                      <a:r>
                        <a:rPr sz="1800" spc="-10" dirty="0"/>
                        <a:t>levers</a:t>
                      </a:r>
                      <a:r>
                        <a:rPr sz="1800" spc="-30" dirty="0"/>
                        <a:t> </a:t>
                      </a:r>
                      <a:r>
                        <a:rPr sz="1800" dirty="0"/>
                        <a:t>and</a:t>
                      </a:r>
                      <a:r>
                        <a:rPr sz="1800" spc="-30" dirty="0"/>
                        <a:t> </a:t>
                      </a:r>
                      <a:r>
                        <a:rPr sz="1800" spc="-20" dirty="0"/>
                        <a:t>controls</a:t>
                      </a:r>
                      <a:r>
                        <a:rPr sz="1800" spc="-35" dirty="0"/>
                        <a:t> </a:t>
                      </a:r>
                      <a:r>
                        <a:rPr sz="1800" spc="-20" dirty="0"/>
                        <a:t>easy</a:t>
                      </a:r>
                      <a:endParaRPr sz="1800">
                        <a:latin typeface="Calibri"/>
                        <a:cs typeface="Calibri"/>
                      </a:endParaRPr>
                    </a:p>
                  </a:txBody>
                  <a:tcPr marL="0" marR="0" marT="31750" marB="0"/>
                </a:tc>
                <a:extLst>
                  <a:ext uri="{0D108BD9-81ED-4DB2-BD59-A6C34878D82A}">
                    <a16:rowId xmlns:a16="http://schemas.microsoft.com/office/drawing/2014/main" val="10004"/>
                  </a:ext>
                </a:extLst>
              </a:tr>
              <a:tr h="415923">
                <a:tc>
                  <a:txBody>
                    <a:bodyPr/>
                    <a:lstStyle/>
                    <a:p>
                      <a:pPr marL="1905" algn="ctr">
                        <a:lnSpc>
                          <a:spcPct val="100000"/>
                        </a:lnSpc>
                        <a:spcBef>
                          <a:spcPts val="250"/>
                        </a:spcBef>
                      </a:pPr>
                      <a:r>
                        <a:rPr sz="1800" spc="-10" dirty="0"/>
                        <a:t>Increasing</a:t>
                      </a:r>
                      <a:r>
                        <a:rPr sz="1800" spc="-30" dirty="0"/>
                        <a:t> </a:t>
                      </a:r>
                      <a:r>
                        <a:rPr sz="1800" spc="-10" dirty="0"/>
                        <a:t>safety</a:t>
                      </a:r>
                      <a:endParaRPr sz="1800" dirty="0">
                        <a:latin typeface="Calibri"/>
                        <a:cs typeface="Calibri"/>
                      </a:endParaRPr>
                    </a:p>
                  </a:txBody>
                  <a:tcPr marL="0" marR="0" marT="31750" marB="0"/>
                </a:tc>
                <a:extLst>
                  <a:ext uri="{0D108BD9-81ED-4DB2-BD59-A6C34878D82A}">
                    <a16:rowId xmlns:a16="http://schemas.microsoft.com/office/drawing/2014/main" val="10005"/>
                  </a:ext>
                </a:extLst>
              </a:tr>
            </a:tbl>
          </a:graphicData>
        </a:graphic>
      </p:graphicFrame>
      <p:graphicFrame>
        <p:nvGraphicFramePr>
          <p:cNvPr id="10" name="object 8">
            <a:extLst>
              <a:ext uri="{FF2B5EF4-FFF2-40B4-BE49-F238E27FC236}">
                <a16:creationId xmlns:a16="http://schemas.microsoft.com/office/drawing/2014/main" id="{4973979E-C2EB-9638-F15D-28F6C76A368E}"/>
              </a:ext>
            </a:extLst>
          </p:cNvPr>
          <p:cNvGraphicFramePr>
            <a:graphicFrameLocks noGrp="1"/>
          </p:cNvGraphicFramePr>
          <p:nvPr>
            <p:extLst>
              <p:ext uri="{D42A27DB-BD31-4B8C-83A1-F6EECF244321}">
                <p14:modId xmlns:p14="http://schemas.microsoft.com/office/powerpoint/2010/main" val="3711354125"/>
              </p:ext>
            </p:extLst>
          </p:nvPr>
        </p:nvGraphicFramePr>
        <p:xfrm>
          <a:off x="6466304" y="3954689"/>
          <a:ext cx="5264737" cy="2495539"/>
        </p:xfrm>
        <a:graphic>
          <a:graphicData uri="http://schemas.openxmlformats.org/drawingml/2006/table">
            <a:tbl>
              <a:tblPr firstRow="1" bandRow="1">
                <a:tableStyleId>{5DA37D80-6434-44D0-A028-1B22A696006F}</a:tableStyleId>
              </a:tblPr>
              <a:tblGrid>
                <a:gridCol w="5264737">
                  <a:extLst>
                    <a:ext uri="{9D8B030D-6E8A-4147-A177-3AD203B41FA5}">
                      <a16:colId xmlns:a16="http://schemas.microsoft.com/office/drawing/2014/main" val="20000"/>
                    </a:ext>
                  </a:extLst>
                </a:gridCol>
              </a:tblGrid>
              <a:tr h="361444">
                <a:tc>
                  <a:txBody>
                    <a:bodyPr/>
                    <a:lstStyle/>
                    <a:p>
                      <a:pPr algn="ctr">
                        <a:lnSpc>
                          <a:spcPct val="100000"/>
                        </a:lnSpc>
                        <a:spcBef>
                          <a:spcPts val="245"/>
                        </a:spcBef>
                      </a:pPr>
                      <a:r>
                        <a:rPr sz="1800" b="1" dirty="0"/>
                        <a:t>Safety</a:t>
                      </a:r>
                      <a:r>
                        <a:rPr sz="1800" b="1" spc="-70" dirty="0"/>
                        <a:t> </a:t>
                      </a:r>
                      <a:r>
                        <a:rPr sz="1800" b="1" spc="-10" dirty="0"/>
                        <a:t>considerations</a:t>
                      </a:r>
                      <a:endParaRPr sz="1800" dirty="0">
                        <a:latin typeface="Calibri"/>
                        <a:cs typeface="Calibri"/>
                      </a:endParaRPr>
                    </a:p>
                  </a:txBody>
                  <a:tcPr marL="0" marR="0" marT="31115" marB="0"/>
                </a:tc>
                <a:extLst>
                  <a:ext uri="{0D108BD9-81ED-4DB2-BD59-A6C34878D82A}">
                    <a16:rowId xmlns:a16="http://schemas.microsoft.com/office/drawing/2014/main" val="10000"/>
                  </a:ext>
                </a:extLst>
              </a:tr>
              <a:tr h="686066">
                <a:tc>
                  <a:txBody>
                    <a:bodyPr/>
                    <a:lstStyle/>
                    <a:p>
                      <a:pPr marL="2266315" marR="92075" indent="-2167890">
                        <a:lnSpc>
                          <a:spcPct val="100000"/>
                        </a:lnSpc>
                        <a:spcBef>
                          <a:spcPts val="245"/>
                        </a:spcBef>
                      </a:pPr>
                      <a:r>
                        <a:rPr sz="1800" dirty="0"/>
                        <a:t>Kill</a:t>
                      </a:r>
                      <a:r>
                        <a:rPr sz="1800" spc="-40" dirty="0"/>
                        <a:t> </a:t>
                      </a:r>
                      <a:r>
                        <a:rPr sz="1800" spc="-10" dirty="0"/>
                        <a:t>switches(</a:t>
                      </a:r>
                      <a:r>
                        <a:rPr sz="1800" spc="-45" dirty="0"/>
                        <a:t> </a:t>
                      </a:r>
                      <a:r>
                        <a:rPr sz="1800" spc="-10" dirty="0"/>
                        <a:t>brake</a:t>
                      </a:r>
                      <a:r>
                        <a:rPr sz="1800" spc="-35" dirty="0"/>
                        <a:t> </a:t>
                      </a:r>
                      <a:r>
                        <a:rPr sz="1800" dirty="0"/>
                        <a:t>over</a:t>
                      </a:r>
                      <a:r>
                        <a:rPr sz="1800" spc="-50" dirty="0"/>
                        <a:t> </a:t>
                      </a:r>
                      <a:r>
                        <a:rPr sz="1800" spc="-10" dirty="0"/>
                        <a:t>travel,</a:t>
                      </a:r>
                      <a:r>
                        <a:rPr sz="1800" spc="-60" dirty="0"/>
                        <a:t> </a:t>
                      </a:r>
                      <a:r>
                        <a:rPr sz="1800" dirty="0"/>
                        <a:t>external</a:t>
                      </a:r>
                      <a:r>
                        <a:rPr sz="1800" spc="-50" dirty="0"/>
                        <a:t> </a:t>
                      </a:r>
                      <a:r>
                        <a:rPr sz="1800" dirty="0"/>
                        <a:t>access,</a:t>
                      </a:r>
                      <a:r>
                        <a:rPr sz="1800" spc="-50" dirty="0"/>
                        <a:t> </a:t>
                      </a:r>
                      <a:r>
                        <a:rPr sz="1800" spc="-10" dirty="0"/>
                        <a:t>drivers cockpit)</a:t>
                      </a:r>
                      <a:endParaRPr sz="1800">
                        <a:latin typeface="Calibri"/>
                        <a:cs typeface="Calibri"/>
                      </a:endParaRPr>
                    </a:p>
                  </a:txBody>
                  <a:tcPr marL="0" marR="0" marT="31115" marB="0"/>
                </a:tc>
                <a:extLst>
                  <a:ext uri="{0D108BD9-81ED-4DB2-BD59-A6C34878D82A}">
                    <a16:rowId xmlns:a16="http://schemas.microsoft.com/office/drawing/2014/main" val="10001"/>
                  </a:ext>
                </a:extLst>
              </a:tr>
              <a:tr h="361444">
                <a:tc>
                  <a:txBody>
                    <a:bodyPr/>
                    <a:lstStyle/>
                    <a:p>
                      <a:pPr marL="1905" algn="ctr">
                        <a:lnSpc>
                          <a:spcPct val="100000"/>
                        </a:lnSpc>
                        <a:spcBef>
                          <a:spcPts val="245"/>
                        </a:spcBef>
                      </a:pPr>
                      <a:r>
                        <a:rPr sz="1800" dirty="0"/>
                        <a:t>Fire</a:t>
                      </a:r>
                      <a:r>
                        <a:rPr sz="1800" spc="-30" dirty="0"/>
                        <a:t> </a:t>
                      </a:r>
                      <a:r>
                        <a:rPr sz="1800" spc="-10" dirty="0"/>
                        <a:t>extinguisher</a:t>
                      </a:r>
                      <a:endParaRPr sz="1800" dirty="0">
                        <a:latin typeface="Calibri"/>
                        <a:cs typeface="Calibri"/>
                      </a:endParaRPr>
                    </a:p>
                  </a:txBody>
                  <a:tcPr marL="0" marR="0" marT="31115" marB="0"/>
                </a:tc>
                <a:extLst>
                  <a:ext uri="{0D108BD9-81ED-4DB2-BD59-A6C34878D82A}">
                    <a16:rowId xmlns:a16="http://schemas.microsoft.com/office/drawing/2014/main" val="10002"/>
                  </a:ext>
                </a:extLst>
              </a:tr>
              <a:tr h="362195">
                <a:tc>
                  <a:txBody>
                    <a:bodyPr/>
                    <a:lstStyle/>
                    <a:p>
                      <a:pPr marL="635" algn="ctr">
                        <a:lnSpc>
                          <a:spcPct val="100000"/>
                        </a:lnSpc>
                        <a:spcBef>
                          <a:spcPts val="250"/>
                        </a:spcBef>
                      </a:pPr>
                      <a:r>
                        <a:rPr sz="1800" dirty="0"/>
                        <a:t>Dot</a:t>
                      </a:r>
                      <a:r>
                        <a:rPr sz="1800" spc="-75" dirty="0"/>
                        <a:t> </a:t>
                      </a:r>
                      <a:r>
                        <a:rPr sz="1800" dirty="0"/>
                        <a:t>rated</a:t>
                      </a:r>
                      <a:r>
                        <a:rPr sz="1800" spc="-55" dirty="0"/>
                        <a:t> </a:t>
                      </a:r>
                      <a:r>
                        <a:rPr sz="1800" spc="-10" dirty="0"/>
                        <a:t>helmet</a:t>
                      </a:r>
                      <a:endParaRPr sz="1800">
                        <a:latin typeface="Calibri"/>
                        <a:cs typeface="Calibri"/>
                      </a:endParaRPr>
                    </a:p>
                  </a:txBody>
                  <a:tcPr marL="0" marR="0" marT="31750" marB="0"/>
                </a:tc>
                <a:extLst>
                  <a:ext uri="{0D108BD9-81ED-4DB2-BD59-A6C34878D82A}">
                    <a16:rowId xmlns:a16="http://schemas.microsoft.com/office/drawing/2014/main" val="10003"/>
                  </a:ext>
                </a:extLst>
              </a:tr>
              <a:tr h="362195">
                <a:tc>
                  <a:txBody>
                    <a:bodyPr/>
                    <a:lstStyle/>
                    <a:p>
                      <a:pPr algn="ctr">
                        <a:lnSpc>
                          <a:spcPct val="100000"/>
                        </a:lnSpc>
                        <a:spcBef>
                          <a:spcPts val="250"/>
                        </a:spcBef>
                      </a:pPr>
                      <a:r>
                        <a:rPr sz="1800" dirty="0"/>
                        <a:t>SFI</a:t>
                      </a:r>
                      <a:r>
                        <a:rPr sz="1800" spc="-85" dirty="0"/>
                        <a:t> </a:t>
                      </a:r>
                      <a:r>
                        <a:rPr sz="1800" dirty="0"/>
                        <a:t>rated</a:t>
                      </a:r>
                      <a:r>
                        <a:rPr sz="1800" spc="-60" dirty="0"/>
                        <a:t> </a:t>
                      </a:r>
                      <a:r>
                        <a:rPr sz="1800" dirty="0"/>
                        <a:t>driver’s</a:t>
                      </a:r>
                      <a:r>
                        <a:rPr sz="1800" spc="-75" dirty="0"/>
                        <a:t> </a:t>
                      </a:r>
                      <a:r>
                        <a:rPr sz="1800" spc="-20" dirty="0"/>
                        <a:t>suit</a:t>
                      </a:r>
                      <a:endParaRPr sz="1800">
                        <a:latin typeface="Calibri"/>
                        <a:cs typeface="Calibri"/>
                      </a:endParaRPr>
                    </a:p>
                  </a:txBody>
                  <a:tcPr marL="0" marR="0" marT="31750" marB="0"/>
                </a:tc>
                <a:extLst>
                  <a:ext uri="{0D108BD9-81ED-4DB2-BD59-A6C34878D82A}">
                    <a16:rowId xmlns:a16="http://schemas.microsoft.com/office/drawing/2014/main" val="10004"/>
                  </a:ext>
                </a:extLst>
              </a:tr>
              <a:tr h="362195">
                <a:tc>
                  <a:txBody>
                    <a:bodyPr/>
                    <a:lstStyle/>
                    <a:p>
                      <a:pPr algn="ctr">
                        <a:lnSpc>
                          <a:spcPct val="100000"/>
                        </a:lnSpc>
                        <a:spcBef>
                          <a:spcPts val="250"/>
                        </a:spcBef>
                      </a:pPr>
                      <a:r>
                        <a:rPr sz="1800" dirty="0"/>
                        <a:t>Gloves,</a:t>
                      </a:r>
                      <a:r>
                        <a:rPr sz="1800" spc="-55" dirty="0"/>
                        <a:t> </a:t>
                      </a:r>
                      <a:r>
                        <a:rPr sz="1800" dirty="0"/>
                        <a:t>shoes,</a:t>
                      </a:r>
                      <a:r>
                        <a:rPr sz="1800" spc="-50" dirty="0"/>
                        <a:t> </a:t>
                      </a:r>
                      <a:r>
                        <a:rPr sz="1800" dirty="0"/>
                        <a:t>neck</a:t>
                      </a:r>
                      <a:r>
                        <a:rPr sz="1800" spc="-40" dirty="0"/>
                        <a:t> </a:t>
                      </a:r>
                      <a:r>
                        <a:rPr sz="1800" spc="-10" dirty="0"/>
                        <a:t>support</a:t>
                      </a:r>
                      <a:endParaRPr sz="1800" dirty="0">
                        <a:latin typeface="Calibri"/>
                        <a:cs typeface="Calibri"/>
                      </a:endParaRPr>
                    </a:p>
                  </a:txBody>
                  <a:tcPr marL="0" marR="0" marT="31750" marB="0"/>
                </a:tc>
                <a:extLst>
                  <a:ext uri="{0D108BD9-81ED-4DB2-BD59-A6C34878D82A}">
                    <a16:rowId xmlns:a16="http://schemas.microsoft.com/office/drawing/2014/main" val="10005"/>
                  </a:ext>
                </a:extLst>
              </a:tr>
            </a:tbl>
          </a:graphicData>
        </a:graphic>
      </p:graphicFrame>
      <p:sp>
        <p:nvSpPr>
          <p:cNvPr id="12" name="TextBox 11">
            <a:extLst>
              <a:ext uri="{FF2B5EF4-FFF2-40B4-BE49-F238E27FC236}">
                <a16:creationId xmlns:a16="http://schemas.microsoft.com/office/drawing/2014/main" id="{7F189D29-8833-EB22-0E3E-91B3F0526B2C}"/>
              </a:ext>
            </a:extLst>
          </p:cNvPr>
          <p:cNvSpPr txBox="1"/>
          <p:nvPr/>
        </p:nvSpPr>
        <p:spPr>
          <a:xfrm>
            <a:off x="2254441" y="233772"/>
            <a:ext cx="7447144" cy="400110"/>
          </a:xfrm>
          <a:prstGeom prst="rect">
            <a:avLst/>
          </a:prstGeom>
          <a:noFill/>
        </p:spPr>
        <p:txBody>
          <a:bodyPr wrap="square">
            <a:spAutoFit/>
          </a:bodyPr>
          <a:lstStyle/>
          <a:p>
            <a:pPr algn="ctr"/>
            <a:r>
              <a:rPr lang="en-IN" sz="2000" b="1" dirty="0">
                <a:latin typeface="Times New Roman" panose="02020603050405020304" pitchFamily="18" charset="0"/>
                <a:cs typeface="Times New Roman" panose="02020603050405020304" pitchFamily="18" charset="0"/>
              </a:rPr>
              <a:t>ERGONOMICS</a:t>
            </a:r>
            <a:r>
              <a:rPr lang="en-IN" sz="2000" b="1" spc="-90" dirty="0">
                <a:latin typeface="Times New Roman" panose="02020603050405020304" pitchFamily="18" charset="0"/>
                <a:cs typeface="Times New Roman" panose="02020603050405020304" pitchFamily="18" charset="0"/>
              </a:rPr>
              <a:t> </a:t>
            </a:r>
            <a:r>
              <a:rPr lang="en-IN" sz="2000" b="1" dirty="0">
                <a:latin typeface="Times New Roman" panose="02020603050405020304" pitchFamily="18" charset="0"/>
                <a:cs typeface="Times New Roman" panose="02020603050405020304" pitchFamily="18" charset="0"/>
              </a:rPr>
              <a:t>&amp;</a:t>
            </a:r>
            <a:r>
              <a:rPr lang="en-IN" sz="2000" b="1" spc="-75" dirty="0">
                <a:latin typeface="Times New Roman" panose="02020603050405020304" pitchFamily="18" charset="0"/>
                <a:cs typeface="Times New Roman" panose="02020603050405020304" pitchFamily="18" charset="0"/>
              </a:rPr>
              <a:t> </a:t>
            </a:r>
            <a:r>
              <a:rPr lang="en-IN" sz="2000" b="1" spc="-10" dirty="0">
                <a:latin typeface="Times New Roman" panose="02020603050405020304" pitchFamily="18" charset="0"/>
                <a:cs typeface="Times New Roman" panose="02020603050405020304" pitchFamily="18" charset="0"/>
              </a:rPr>
              <a:t>SAFETY</a:t>
            </a:r>
            <a:endParaRPr lang="en-IN" sz="2000" b="1" dirty="0">
              <a:latin typeface="Times New Roman" panose="02020603050405020304" pitchFamily="18" charset="0"/>
              <a:cs typeface="Times New Roman" panose="02020603050405020304" pitchFamily="18" charset="0"/>
            </a:endParaRPr>
          </a:p>
        </p:txBody>
      </p:sp>
      <p:pic>
        <p:nvPicPr>
          <p:cNvPr id="13" name="Picture 12">
            <a:extLst>
              <a:ext uri="{FF2B5EF4-FFF2-40B4-BE49-F238E27FC236}">
                <a16:creationId xmlns:a16="http://schemas.microsoft.com/office/drawing/2014/main" id="{53A72909-C14A-3365-65FA-5BF2D50415AE}"/>
              </a:ext>
            </a:extLst>
          </p:cNvPr>
          <p:cNvPicPr>
            <a:picLocks noChangeAspect="1"/>
          </p:cNvPicPr>
          <p:nvPr/>
        </p:nvPicPr>
        <p:blipFill>
          <a:blip r:embed="rId3">
            <a:alphaModFix amt="5000"/>
            <a:extLst>
              <a:ext uri="{28A0092B-C50C-407E-A947-70E740481C1C}">
                <a14:useLocalDpi xmlns:a14="http://schemas.microsoft.com/office/drawing/2010/main" val="0"/>
              </a:ext>
            </a:extLst>
          </a:blip>
          <a:srcRect l="13134" t="29924" r="4696" b="19206"/>
          <a:stretch/>
        </p:blipFill>
        <p:spPr>
          <a:xfrm>
            <a:off x="1661653" y="665841"/>
            <a:ext cx="8672050" cy="6032267"/>
          </a:xfrm>
          <a:prstGeom prst="rect">
            <a:avLst/>
          </a:prstGeom>
        </p:spPr>
      </p:pic>
    </p:spTree>
    <p:extLst>
      <p:ext uri="{BB962C8B-B14F-4D97-AF65-F5344CB8AC3E}">
        <p14:creationId xmlns:p14="http://schemas.microsoft.com/office/powerpoint/2010/main" val="27083385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288387-0E6C-8B15-5728-B63AE7E9BBC7}"/>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5D393130-2A11-AFA1-A394-26B8EE06B68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009878" y="0"/>
            <a:ext cx="1037095" cy="1037095"/>
          </a:xfrm>
          <a:prstGeom prst="rect">
            <a:avLst/>
          </a:prstGeom>
        </p:spPr>
      </p:pic>
      <p:pic>
        <p:nvPicPr>
          <p:cNvPr id="9" name="Picture 8">
            <a:extLst>
              <a:ext uri="{FF2B5EF4-FFF2-40B4-BE49-F238E27FC236}">
                <a16:creationId xmlns:a16="http://schemas.microsoft.com/office/drawing/2014/main" id="{58805D70-EAC1-8C65-445E-3469636C1C20}"/>
              </a:ext>
            </a:extLst>
          </p:cNvPr>
          <p:cNvPicPr>
            <a:picLocks noChangeAspect="1"/>
          </p:cNvPicPr>
          <p:nvPr/>
        </p:nvPicPr>
        <p:blipFill>
          <a:blip r:embed="rId3">
            <a:extLst>
              <a:ext uri="{28A0092B-C50C-407E-A947-70E740481C1C}">
                <a14:useLocalDpi xmlns:a14="http://schemas.microsoft.com/office/drawing/2010/main" val="0"/>
              </a:ext>
            </a:extLst>
          </a:blip>
          <a:srcRect l="17306" t="32895" r="7356" b="22368"/>
          <a:stretch/>
        </p:blipFill>
        <p:spPr>
          <a:xfrm>
            <a:off x="145027" y="76201"/>
            <a:ext cx="1172705" cy="752301"/>
          </a:xfrm>
          <a:prstGeom prst="rect">
            <a:avLst/>
          </a:prstGeom>
        </p:spPr>
      </p:pic>
      <p:sp>
        <p:nvSpPr>
          <p:cNvPr id="4" name="Footer Placeholder 9">
            <a:extLst>
              <a:ext uri="{FF2B5EF4-FFF2-40B4-BE49-F238E27FC236}">
                <a16:creationId xmlns:a16="http://schemas.microsoft.com/office/drawing/2014/main" id="{04C73CB5-1A97-8A83-E272-A9F75677F1C0}"/>
              </a:ext>
            </a:extLst>
          </p:cNvPr>
          <p:cNvSpPr>
            <a:spLocks noGrp="1"/>
          </p:cNvSpPr>
          <p:nvPr>
            <p:ph type="ftr" sz="quarter" idx="11"/>
          </p:nvPr>
        </p:nvSpPr>
        <p:spPr>
          <a:xfrm>
            <a:off x="235975" y="6326854"/>
            <a:ext cx="11366090" cy="501650"/>
          </a:xfrm>
        </p:spPr>
        <p:txBody>
          <a:bodyPr/>
          <a:lstStyle/>
          <a:p>
            <a:pPr algn="l"/>
            <a:r>
              <a:rPr lang="en-US" sz="1600" b="1" dirty="0">
                <a:solidFill>
                  <a:srgbClr val="002060"/>
                </a:solidFill>
                <a:latin typeface="Times New Roman" pitchFamily="18" charset="0"/>
                <a:cs typeface="Times New Roman" pitchFamily="18" charset="0"/>
              </a:rPr>
              <a:t>www.aimsacademys.org </a:t>
            </a:r>
            <a:r>
              <a:rPr lang="en-US" sz="1600" b="1" dirty="0">
                <a:solidFill>
                  <a:schemeClr val="accent6">
                    <a:lumMod val="75000"/>
                  </a:schemeClr>
                </a:solidFill>
                <a:latin typeface="Times New Roman" pitchFamily="18" charset="0"/>
                <a:cs typeface="Times New Roman" pitchFamily="18" charset="0"/>
              </a:rPr>
              <a:t>  	 	                                </a:t>
            </a:r>
            <a:r>
              <a:rPr lang="en-US" sz="1600" b="1" dirty="0">
                <a:solidFill>
                  <a:srgbClr val="002060"/>
                </a:solidFill>
                <a:latin typeface="Times New Roman" pitchFamily="18" charset="0"/>
                <a:cs typeface="Times New Roman" pitchFamily="18" charset="0"/>
              </a:rPr>
              <a:t>Season:05 		                                                        AIMS/KEC              </a:t>
            </a:r>
          </a:p>
        </p:txBody>
      </p:sp>
      <p:graphicFrame>
        <p:nvGraphicFramePr>
          <p:cNvPr id="3" name="object 4">
            <a:extLst>
              <a:ext uri="{FF2B5EF4-FFF2-40B4-BE49-F238E27FC236}">
                <a16:creationId xmlns:a16="http://schemas.microsoft.com/office/drawing/2014/main" id="{3D18C995-8CE7-F981-BB55-7906CF798199}"/>
              </a:ext>
            </a:extLst>
          </p:cNvPr>
          <p:cNvGraphicFramePr>
            <a:graphicFrameLocks noGrp="1"/>
          </p:cNvGraphicFramePr>
          <p:nvPr>
            <p:extLst>
              <p:ext uri="{D42A27DB-BD31-4B8C-83A1-F6EECF244321}">
                <p14:modId xmlns:p14="http://schemas.microsoft.com/office/powerpoint/2010/main" val="3235170282"/>
              </p:ext>
            </p:extLst>
          </p:nvPr>
        </p:nvGraphicFramePr>
        <p:xfrm>
          <a:off x="5028543" y="800354"/>
          <a:ext cx="6170295" cy="2833370"/>
        </p:xfrm>
        <a:graphic>
          <a:graphicData uri="http://schemas.openxmlformats.org/drawingml/2006/table">
            <a:tbl>
              <a:tblPr firstRow="1" bandRow="1">
                <a:tableStyleId>{5DA37D80-6434-44D0-A028-1B22A696006F}</a:tableStyleId>
              </a:tblPr>
              <a:tblGrid>
                <a:gridCol w="3430270">
                  <a:extLst>
                    <a:ext uri="{9D8B030D-6E8A-4147-A177-3AD203B41FA5}">
                      <a16:colId xmlns:a16="http://schemas.microsoft.com/office/drawing/2014/main" val="20000"/>
                    </a:ext>
                  </a:extLst>
                </a:gridCol>
                <a:gridCol w="2740025">
                  <a:extLst>
                    <a:ext uri="{9D8B030D-6E8A-4147-A177-3AD203B41FA5}">
                      <a16:colId xmlns:a16="http://schemas.microsoft.com/office/drawing/2014/main" val="20001"/>
                    </a:ext>
                  </a:extLst>
                </a:gridCol>
              </a:tblGrid>
              <a:tr h="365760">
                <a:tc>
                  <a:txBody>
                    <a:bodyPr/>
                    <a:lstStyle/>
                    <a:p>
                      <a:pPr marL="91440">
                        <a:lnSpc>
                          <a:spcPct val="100000"/>
                        </a:lnSpc>
                        <a:spcBef>
                          <a:spcPts val="240"/>
                        </a:spcBef>
                      </a:pPr>
                      <a:r>
                        <a:rPr sz="1800" b="1" dirty="0"/>
                        <a:t>Steering</a:t>
                      </a:r>
                      <a:r>
                        <a:rPr sz="1800" b="1" spc="-80" dirty="0"/>
                        <a:t> </a:t>
                      </a:r>
                      <a:r>
                        <a:rPr sz="1800" b="1" spc="-10" dirty="0"/>
                        <a:t>Parameter</a:t>
                      </a:r>
                      <a:endParaRPr sz="1800">
                        <a:latin typeface="Calibri"/>
                        <a:cs typeface="Calibri"/>
                      </a:endParaRPr>
                    </a:p>
                  </a:txBody>
                  <a:tcPr marL="0" marR="0" marT="30480" marB="0"/>
                </a:tc>
                <a:tc>
                  <a:txBody>
                    <a:bodyPr/>
                    <a:lstStyle/>
                    <a:p>
                      <a:pPr marL="92075">
                        <a:lnSpc>
                          <a:spcPct val="100000"/>
                        </a:lnSpc>
                        <a:spcBef>
                          <a:spcPts val="240"/>
                        </a:spcBef>
                      </a:pPr>
                      <a:r>
                        <a:rPr sz="1800" b="1" dirty="0"/>
                        <a:t>Respective</a:t>
                      </a:r>
                      <a:r>
                        <a:rPr sz="1800" b="1" spc="-95" dirty="0"/>
                        <a:t> </a:t>
                      </a:r>
                      <a:r>
                        <a:rPr sz="1800" b="1" spc="-10" dirty="0"/>
                        <a:t>Values</a:t>
                      </a:r>
                      <a:endParaRPr sz="1800">
                        <a:latin typeface="Calibri"/>
                        <a:cs typeface="Calibri"/>
                      </a:endParaRPr>
                    </a:p>
                  </a:txBody>
                  <a:tcPr marL="0" marR="0" marT="30480" marB="0"/>
                </a:tc>
                <a:extLst>
                  <a:ext uri="{0D108BD9-81ED-4DB2-BD59-A6C34878D82A}">
                    <a16:rowId xmlns:a16="http://schemas.microsoft.com/office/drawing/2014/main" val="10000"/>
                  </a:ext>
                </a:extLst>
              </a:tr>
              <a:tr h="365760">
                <a:tc>
                  <a:txBody>
                    <a:bodyPr/>
                    <a:lstStyle/>
                    <a:p>
                      <a:pPr marL="91440">
                        <a:lnSpc>
                          <a:spcPct val="100000"/>
                        </a:lnSpc>
                        <a:spcBef>
                          <a:spcPts val="240"/>
                        </a:spcBef>
                      </a:pPr>
                      <a:r>
                        <a:rPr sz="1800" dirty="0"/>
                        <a:t>Steering</a:t>
                      </a:r>
                      <a:r>
                        <a:rPr sz="1800" spc="-40" dirty="0"/>
                        <a:t> </a:t>
                      </a:r>
                      <a:r>
                        <a:rPr sz="1800" dirty="0"/>
                        <a:t>Wheel</a:t>
                      </a:r>
                      <a:r>
                        <a:rPr sz="1800" spc="-45" dirty="0"/>
                        <a:t> </a:t>
                      </a:r>
                      <a:r>
                        <a:rPr sz="1800" spc="-10" dirty="0"/>
                        <a:t>Radius</a:t>
                      </a:r>
                      <a:endParaRPr sz="1800">
                        <a:latin typeface="Calibri"/>
                        <a:cs typeface="Calibri"/>
                      </a:endParaRPr>
                    </a:p>
                  </a:txBody>
                  <a:tcPr marL="0" marR="0" marT="30480" marB="0"/>
                </a:tc>
                <a:tc>
                  <a:txBody>
                    <a:bodyPr/>
                    <a:lstStyle/>
                    <a:p>
                      <a:pPr marL="92075">
                        <a:lnSpc>
                          <a:spcPct val="100000"/>
                        </a:lnSpc>
                        <a:spcBef>
                          <a:spcPts val="240"/>
                        </a:spcBef>
                      </a:pPr>
                      <a:r>
                        <a:rPr lang="en-US" sz="1800" dirty="0">
                          <a:latin typeface="Calibri"/>
                          <a:cs typeface="Calibri"/>
                        </a:rPr>
                        <a:t>5 inch</a:t>
                      </a:r>
                      <a:endParaRPr sz="1800" dirty="0">
                        <a:latin typeface="Calibri"/>
                        <a:cs typeface="Calibri"/>
                      </a:endParaRPr>
                    </a:p>
                  </a:txBody>
                  <a:tcPr marL="0" marR="0" marT="30480" marB="0"/>
                </a:tc>
                <a:extLst>
                  <a:ext uri="{0D108BD9-81ED-4DB2-BD59-A6C34878D82A}">
                    <a16:rowId xmlns:a16="http://schemas.microsoft.com/office/drawing/2014/main" val="10001"/>
                  </a:ext>
                </a:extLst>
              </a:tr>
              <a:tr h="365760">
                <a:tc>
                  <a:txBody>
                    <a:bodyPr/>
                    <a:lstStyle/>
                    <a:p>
                      <a:pPr marL="91440">
                        <a:lnSpc>
                          <a:spcPct val="100000"/>
                        </a:lnSpc>
                        <a:spcBef>
                          <a:spcPts val="240"/>
                        </a:spcBef>
                      </a:pPr>
                      <a:r>
                        <a:rPr sz="1800" dirty="0"/>
                        <a:t>Mechanical</a:t>
                      </a:r>
                      <a:r>
                        <a:rPr sz="1800" spc="-75" dirty="0"/>
                        <a:t> </a:t>
                      </a:r>
                      <a:r>
                        <a:rPr sz="1800" dirty="0"/>
                        <a:t>Linkage</a:t>
                      </a:r>
                      <a:r>
                        <a:rPr sz="1800" spc="-70" dirty="0"/>
                        <a:t> </a:t>
                      </a:r>
                      <a:r>
                        <a:rPr sz="1800" spc="-20" dirty="0"/>
                        <a:t>Ratio</a:t>
                      </a:r>
                      <a:endParaRPr sz="1800" dirty="0">
                        <a:latin typeface="Calibri"/>
                        <a:cs typeface="Calibri"/>
                      </a:endParaRPr>
                    </a:p>
                  </a:txBody>
                  <a:tcPr marL="0" marR="0" marT="30480" marB="0"/>
                </a:tc>
                <a:tc>
                  <a:txBody>
                    <a:bodyPr/>
                    <a:lstStyle/>
                    <a:p>
                      <a:pPr marL="92075">
                        <a:lnSpc>
                          <a:spcPct val="100000"/>
                        </a:lnSpc>
                        <a:spcBef>
                          <a:spcPts val="240"/>
                        </a:spcBef>
                      </a:pPr>
                      <a:r>
                        <a:rPr lang="en-US" sz="1800" dirty="0">
                          <a:latin typeface="Calibri"/>
                          <a:cs typeface="Calibri"/>
                        </a:rPr>
                        <a:t>10:1</a:t>
                      </a:r>
                      <a:endParaRPr sz="1800" dirty="0">
                        <a:latin typeface="Calibri"/>
                        <a:cs typeface="Calibri"/>
                      </a:endParaRPr>
                    </a:p>
                  </a:txBody>
                  <a:tcPr marL="0" marR="0" marT="30480" marB="0"/>
                </a:tc>
                <a:extLst>
                  <a:ext uri="{0D108BD9-81ED-4DB2-BD59-A6C34878D82A}">
                    <a16:rowId xmlns:a16="http://schemas.microsoft.com/office/drawing/2014/main" val="10002"/>
                  </a:ext>
                </a:extLst>
              </a:tr>
              <a:tr h="365760">
                <a:tc>
                  <a:txBody>
                    <a:bodyPr/>
                    <a:lstStyle/>
                    <a:p>
                      <a:pPr marL="91440">
                        <a:lnSpc>
                          <a:spcPct val="100000"/>
                        </a:lnSpc>
                        <a:spcBef>
                          <a:spcPts val="240"/>
                        </a:spcBef>
                      </a:pPr>
                      <a:r>
                        <a:rPr sz="1800" spc="-10" dirty="0"/>
                        <a:t>Ackerman</a:t>
                      </a:r>
                      <a:r>
                        <a:rPr sz="1800" spc="-60" dirty="0"/>
                        <a:t> </a:t>
                      </a:r>
                      <a:r>
                        <a:rPr sz="1800" spc="-10" dirty="0"/>
                        <a:t>Percentage</a:t>
                      </a:r>
                      <a:endParaRPr sz="1800">
                        <a:latin typeface="Calibri"/>
                        <a:cs typeface="Calibri"/>
                      </a:endParaRPr>
                    </a:p>
                  </a:txBody>
                  <a:tcPr marL="0" marR="0" marT="30480" marB="0"/>
                </a:tc>
                <a:tc>
                  <a:txBody>
                    <a:bodyPr/>
                    <a:lstStyle/>
                    <a:p>
                      <a:pPr marL="92075">
                        <a:lnSpc>
                          <a:spcPct val="100000"/>
                        </a:lnSpc>
                        <a:spcBef>
                          <a:spcPts val="240"/>
                        </a:spcBef>
                      </a:pPr>
                      <a:r>
                        <a:rPr lang="en-US" sz="1800" dirty="0">
                          <a:latin typeface="Calibri"/>
                          <a:cs typeface="Calibri"/>
                        </a:rPr>
                        <a:t>37.5</a:t>
                      </a:r>
                      <a:endParaRPr sz="1800" dirty="0">
                        <a:latin typeface="Calibri"/>
                        <a:cs typeface="Calibri"/>
                      </a:endParaRPr>
                    </a:p>
                  </a:txBody>
                  <a:tcPr marL="0" marR="0" marT="30480" marB="0"/>
                </a:tc>
                <a:extLst>
                  <a:ext uri="{0D108BD9-81ED-4DB2-BD59-A6C34878D82A}">
                    <a16:rowId xmlns:a16="http://schemas.microsoft.com/office/drawing/2014/main" val="10003"/>
                  </a:ext>
                </a:extLst>
              </a:tr>
              <a:tr h="639445">
                <a:tc>
                  <a:txBody>
                    <a:bodyPr/>
                    <a:lstStyle/>
                    <a:p>
                      <a:pPr marL="91440">
                        <a:lnSpc>
                          <a:spcPct val="100000"/>
                        </a:lnSpc>
                        <a:spcBef>
                          <a:spcPts val="245"/>
                        </a:spcBef>
                      </a:pPr>
                      <a:r>
                        <a:rPr sz="1800" dirty="0"/>
                        <a:t>Ackerman</a:t>
                      </a:r>
                      <a:r>
                        <a:rPr sz="1800" spc="-100" dirty="0"/>
                        <a:t> </a:t>
                      </a:r>
                      <a:r>
                        <a:rPr sz="1800" spc="-20" dirty="0"/>
                        <a:t>Angle</a:t>
                      </a:r>
                      <a:endParaRPr sz="1800" dirty="0">
                        <a:latin typeface="Calibri"/>
                        <a:cs typeface="Calibri"/>
                      </a:endParaRPr>
                    </a:p>
                  </a:txBody>
                  <a:tcPr marL="0" marR="0" marT="31115" marB="0"/>
                </a:tc>
                <a:tc>
                  <a:txBody>
                    <a:bodyPr/>
                    <a:lstStyle/>
                    <a:p>
                      <a:pPr marL="92075">
                        <a:lnSpc>
                          <a:spcPct val="100000"/>
                        </a:lnSpc>
                        <a:spcBef>
                          <a:spcPts val="245"/>
                        </a:spcBef>
                      </a:pPr>
                      <a:r>
                        <a:rPr sz="1800" dirty="0"/>
                        <a:t>Inside</a:t>
                      </a:r>
                      <a:r>
                        <a:rPr sz="1800" spc="-25" dirty="0"/>
                        <a:t> </a:t>
                      </a:r>
                      <a:r>
                        <a:rPr sz="1800" dirty="0"/>
                        <a:t>=</a:t>
                      </a:r>
                      <a:r>
                        <a:rPr sz="1800" spc="-15" dirty="0"/>
                        <a:t> </a:t>
                      </a:r>
                      <a:r>
                        <a:rPr lang="en-US" sz="1800" spc="-15" dirty="0"/>
                        <a:t>21 </a:t>
                      </a:r>
                      <a:r>
                        <a:rPr lang="en-IN" dirty="0"/>
                        <a:t>°</a:t>
                      </a:r>
                      <a:endParaRPr lang="en-US" sz="1800" spc="-15" dirty="0"/>
                    </a:p>
                    <a:p>
                      <a:pPr marL="92075">
                        <a:lnSpc>
                          <a:spcPct val="100000"/>
                        </a:lnSpc>
                        <a:spcBef>
                          <a:spcPts val="245"/>
                        </a:spcBef>
                      </a:pPr>
                      <a:r>
                        <a:rPr sz="1800" dirty="0"/>
                        <a:t>Outside</a:t>
                      </a:r>
                      <a:r>
                        <a:rPr sz="1800" spc="-15" dirty="0"/>
                        <a:t> </a:t>
                      </a:r>
                      <a:r>
                        <a:rPr sz="1800" dirty="0"/>
                        <a:t>=</a:t>
                      </a:r>
                      <a:r>
                        <a:rPr lang="en-US" sz="1800" dirty="0"/>
                        <a:t>59 </a:t>
                      </a:r>
                      <a:r>
                        <a:rPr lang="en-IN" dirty="0"/>
                        <a:t>°</a:t>
                      </a:r>
                      <a:endParaRPr sz="1800" dirty="0">
                        <a:latin typeface="Calibri"/>
                        <a:cs typeface="Calibri"/>
                      </a:endParaRPr>
                    </a:p>
                  </a:txBody>
                  <a:tcPr marL="0" marR="0" marT="31115" marB="0"/>
                </a:tc>
                <a:extLst>
                  <a:ext uri="{0D108BD9-81ED-4DB2-BD59-A6C34878D82A}">
                    <a16:rowId xmlns:a16="http://schemas.microsoft.com/office/drawing/2014/main" val="10004"/>
                  </a:ext>
                </a:extLst>
              </a:tr>
              <a:tr h="365760">
                <a:tc>
                  <a:txBody>
                    <a:bodyPr/>
                    <a:lstStyle/>
                    <a:p>
                      <a:pPr marL="91440">
                        <a:lnSpc>
                          <a:spcPct val="100000"/>
                        </a:lnSpc>
                        <a:spcBef>
                          <a:spcPts val="245"/>
                        </a:spcBef>
                      </a:pPr>
                      <a:r>
                        <a:rPr sz="1800" spc="-10" dirty="0"/>
                        <a:t>Turning</a:t>
                      </a:r>
                      <a:r>
                        <a:rPr sz="1800" spc="-80" dirty="0"/>
                        <a:t> </a:t>
                      </a:r>
                      <a:r>
                        <a:rPr sz="1800" spc="-10" dirty="0"/>
                        <a:t>Radius</a:t>
                      </a:r>
                      <a:endParaRPr sz="1800" dirty="0">
                        <a:latin typeface="Calibri"/>
                        <a:cs typeface="Calibri"/>
                      </a:endParaRPr>
                    </a:p>
                  </a:txBody>
                  <a:tcPr marL="0" marR="0" marT="31115" marB="0"/>
                </a:tc>
                <a:tc>
                  <a:txBody>
                    <a:bodyPr/>
                    <a:lstStyle/>
                    <a:p>
                      <a:pPr marL="92075">
                        <a:lnSpc>
                          <a:spcPct val="100000"/>
                        </a:lnSpc>
                        <a:spcBef>
                          <a:spcPts val="245"/>
                        </a:spcBef>
                      </a:pPr>
                      <a:r>
                        <a:rPr lang="en-US" sz="1800" dirty="0">
                          <a:latin typeface="Calibri"/>
                          <a:cs typeface="Calibri"/>
                        </a:rPr>
                        <a:t>1.7m</a:t>
                      </a:r>
                      <a:endParaRPr sz="1800" dirty="0">
                        <a:latin typeface="Calibri"/>
                        <a:cs typeface="Calibri"/>
                      </a:endParaRPr>
                    </a:p>
                  </a:txBody>
                  <a:tcPr marL="0" marR="0" marT="31115" marB="0"/>
                </a:tc>
                <a:extLst>
                  <a:ext uri="{0D108BD9-81ED-4DB2-BD59-A6C34878D82A}">
                    <a16:rowId xmlns:a16="http://schemas.microsoft.com/office/drawing/2014/main" val="10005"/>
                  </a:ext>
                </a:extLst>
              </a:tr>
              <a:tr h="365125">
                <a:tc>
                  <a:txBody>
                    <a:bodyPr/>
                    <a:lstStyle/>
                    <a:p>
                      <a:pPr marL="91440">
                        <a:lnSpc>
                          <a:spcPct val="100000"/>
                        </a:lnSpc>
                        <a:spcBef>
                          <a:spcPts val="245"/>
                        </a:spcBef>
                      </a:pPr>
                      <a:r>
                        <a:rPr sz="1800" dirty="0"/>
                        <a:t>Lock</a:t>
                      </a:r>
                      <a:r>
                        <a:rPr sz="1800" spc="-30" dirty="0"/>
                        <a:t> </a:t>
                      </a:r>
                      <a:r>
                        <a:rPr sz="1800" spc="-80" dirty="0"/>
                        <a:t>To</a:t>
                      </a:r>
                      <a:r>
                        <a:rPr sz="1800" spc="-25" dirty="0"/>
                        <a:t> </a:t>
                      </a:r>
                      <a:r>
                        <a:rPr sz="1800" dirty="0"/>
                        <a:t>Lock</a:t>
                      </a:r>
                      <a:r>
                        <a:rPr sz="1800" spc="-5" dirty="0"/>
                        <a:t> </a:t>
                      </a:r>
                      <a:r>
                        <a:rPr sz="1800" spc="-10" dirty="0"/>
                        <a:t>Distance</a:t>
                      </a:r>
                      <a:endParaRPr sz="1800">
                        <a:latin typeface="Calibri"/>
                        <a:cs typeface="Calibri"/>
                      </a:endParaRPr>
                    </a:p>
                  </a:txBody>
                  <a:tcPr marL="0" marR="0" marT="31115" marB="0"/>
                </a:tc>
                <a:tc>
                  <a:txBody>
                    <a:bodyPr/>
                    <a:lstStyle/>
                    <a:p>
                      <a:pPr marL="92075">
                        <a:lnSpc>
                          <a:spcPct val="100000"/>
                        </a:lnSpc>
                        <a:spcBef>
                          <a:spcPts val="245"/>
                        </a:spcBef>
                      </a:pPr>
                      <a:r>
                        <a:rPr lang="en-US" sz="1800" dirty="0">
                          <a:latin typeface="Calibri"/>
                          <a:cs typeface="Calibri"/>
                        </a:rPr>
                        <a:t>-230</a:t>
                      </a:r>
                      <a:r>
                        <a:rPr lang="en-IN" dirty="0"/>
                        <a:t>°</a:t>
                      </a:r>
                      <a:r>
                        <a:rPr lang="en-US" sz="1800" dirty="0">
                          <a:latin typeface="Calibri"/>
                          <a:cs typeface="Calibri"/>
                        </a:rPr>
                        <a:t>  to +230</a:t>
                      </a:r>
                      <a:r>
                        <a:rPr lang="en-IN" dirty="0"/>
                        <a:t>°</a:t>
                      </a:r>
                      <a:endParaRPr sz="1800" dirty="0">
                        <a:latin typeface="Calibri"/>
                        <a:cs typeface="Calibri"/>
                      </a:endParaRPr>
                    </a:p>
                  </a:txBody>
                  <a:tcPr marL="0" marR="0" marT="31115" marB="0"/>
                </a:tc>
                <a:extLst>
                  <a:ext uri="{0D108BD9-81ED-4DB2-BD59-A6C34878D82A}">
                    <a16:rowId xmlns:a16="http://schemas.microsoft.com/office/drawing/2014/main" val="10006"/>
                  </a:ext>
                </a:extLst>
              </a:tr>
            </a:tbl>
          </a:graphicData>
        </a:graphic>
      </p:graphicFrame>
      <p:sp>
        <p:nvSpPr>
          <p:cNvPr id="5" name="object 8">
            <a:extLst>
              <a:ext uri="{FF2B5EF4-FFF2-40B4-BE49-F238E27FC236}">
                <a16:creationId xmlns:a16="http://schemas.microsoft.com/office/drawing/2014/main" id="{8F642D98-9BFD-8433-C3E6-0210A339F3E3}"/>
              </a:ext>
            </a:extLst>
          </p:cNvPr>
          <p:cNvSpPr txBox="1"/>
          <p:nvPr/>
        </p:nvSpPr>
        <p:spPr>
          <a:xfrm>
            <a:off x="731379" y="3081425"/>
            <a:ext cx="2747010" cy="628377"/>
          </a:xfrm>
          <a:prstGeom prst="rect">
            <a:avLst/>
          </a:prstGeom>
        </p:spPr>
        <p:txBody>
          <a:bodyPr vert="horz" wrap="square" lIns="0" tIns="12700" rIns="0" bIns="0" rtlCol="0">
            <a:spAutoFit/>
          </a:bodyPr>
          <a:lstStyle/>
          <a:p>
            <a:pPr marL="12700">
              <a:lnSpc>
                <a:spcPct val="100000"/>
              </a:lnSpc>
              <a:spcBef>
                <a:spcPts val="100"/>
              </a:spcBef>
            </a:pPr>
            <a:r>
              <a:rPr sz="2000" b="1" dirty="0">
                <a:latin typeface="Times New Roman" panose="02020603050405020304" pitchFamily="18" charset="0"/>
                <a:cs typeface="Times New Roman" panose="02020603050405020304" pitchFamily="18" charset="0"/>
              </a:rPr>
              <a:t>Fig.</a:t>
            </a:r>
            <a:r>
              <a:rPr sz="2000" b="1" spc="-75" dirty="0">
                <a:latin typeface="Times New Roman" panose="02020603050405020304" pitchFamily="18" charset="0"/>
                <a:cs typeface="Times New Roman" panose="02020603050405020304" pitchFamily="18" charset="0"/>
              </a:rPr>
              <a:t> </a:t>
            </a:r>
            <a:r>
              <a:rPr sz="2000" b="1" spc="-10" dirty="0">
                <a:latin typeface="Times New Roman" panose="02020603050405020304" pitchFamily="18" charset="0"/>
                <a:cs typeface="Times New Roman" panose="02020603050405020304" pitchFamily="18" charset="0"/>
              </a:rPr>
              <a:t>Front</a:t>
            </a:r>
            <a:r>
              <a:rPr sz="2000" b="1" spc="-30" dirty="0">
                <a:latin typeface="Times New Roman" panose="02020603050405020304" pitchFamily="18" charset="0"/>
                <a:cs typeface="Times New Roman" panose="02020603050405020304" pitchFamily="18" charset="0"/>
              </a:rPr>
              <a:t> </a:t>
            </a:r>
            <a:r>
              <a:rPr sz="2000" b="1" dirty="0">
                <a:latin typeface="Times New Roman" panose="02020603050405020304" pitchFamily="18" charset="0"/>
                <a:cs typeface="Times New Roman" panose="02020603050405020304" pitchFamily="18" charset="0"/>
              </a:rPr>
              <a:t>wheel</a:t>
            </a:r>
            <a:r>
              <a:rPr sz="2000" b="1" spc="-30" dirty="0">
                <a:latin typeface="Times New Roman" panose="02020603050405020304" pitchFamily="18" charset="0"/>
                <a:cs typeface="Times New Roman" panose="02020603050405020304" pitchFamily="18" charset="0"/>
              </a:rPr>
              <a:t> </a:t>
            </a:r>
            <a:r>
              <a:rPr sz="2000" b="1" spc="-10" dirty="0">
                <a:latin typeface="Times New Roman" panose="02020603050405020304" pitchFamily="18" charset="0"/>
                <a:cs typeface="Times New Roman" panose="02020603050405020304" pitchFamily="18" charset="0"/>
              </a:rPr>
              <a:t>assembly</a:t>
            </a:r>
            <a:endParaRPr sz="2000" dirty="0">
              <a:latin typeface="Times New Roman" panose="02020603050405020304" pitchFamily="18" charset="0"/>
              <a:cs typeface="Times New Roman" panose="02020603050405020304" pitchFamily="18" charset="0"/>
            </a:endParaRPr>
          </a:p>
        </p:txBody>
      </p:sp>
      <p:sp>
        <p:nvSpPr>
          <p:cNvPr id="6" name="object 12">
            <a:extLst>
              <a:ext uri="{FF2B5EF4-FFF2-40B4-BE49-F238E27FC236}">
                <a16:creationId xmlns:a16="http://schemas.microsoft.com/office/drawing/2014/main" id="{EBDF0DA6-0317-0B38-633C-C7FFABDA61EE}"/>
              </a:ext>
            </a:extLst>
          </p:cNvPr>
          <p:cNvSpPr txBox="1"/>
          <p:nvPr/>
        </p:nvSpPr>
        <p:spPr>
          <a:xfrm>
            <a:off x="711555" y="5801970"/>
            <a:ext cx="3404235" cy="330835"/>
          </a:xfrm>
          <a:prstGeom prst="rect">
            <a:avLst/>
          </a:prstGeom>
        </p:spPr>
        <p:txBody>
          <a:bodyPr vert="horz" wrap="square" lIns="0" tIns="12700" rIns="0" bIns="0" rtlCol="0">
            <a:spAutoFit/>
          </a:bodyPr>
          <a:lstStyle/>
          <a:p>
            <a:pPr marL="12700">
              <a:lnSpc>
                <a:spcPct val="100000"/>
              </a:lnSpc>
              <a:spcBef>
                <a:spcPts val="100"/>
              </a:spcBef>
            </a:pPr>
            <a:r>
              <a:rPr sz="2000" b="1" dirty="0">
                <a:latin typeface="Times New Roman" panose="02020603050405020304" pitchFamily="18" charset="0"/>
                <a:cs typeface="Times New Roman" panose="02020603050405020304" pitchFamily="18" charset="0"/>
              </a:rPr>
              <a:t>Fig.</a:t>
            </a:r>
            <a:r>
              <a:rPr sz="2000" b="1" spc="-40" dirty="0">
                <a:latin typeface="Times New Roman" panose="02020603050405020304" pitchFamily="18" charset="0"/>
                <a:cs typeface="Times New Roman" panose="02020603050405020304" pitchFamily="18" charset="0"/>
              </a:rPr>
              <a:t> </a:t>
            </a:r>
            <a:r>
              <a:rPr sz="2000" b="1" dirty="0">
                <a:latin typeface="Times New Roman" panose="02020603050405020304" pitchFamily="18" charset="0"/>
                <a:cs typeface="Times New Roman" panose="02020603050405020304" pitchFamily="18" charset="0"/>
              </a:rPr>
              <a:t>Steering</a:t>
            </a:r>
            <a:r>
              <a:rPr sz="2000" b="1" spc="-40" dirty="0">
                <a:latin typeface="Times New Roman" panose="02020603050405020304" pitchFamily="18" charset="0"/>
                <a:cs typeface="Times New Roman" panose="02020603050405020304" pitchFamily="18" charset="0"/>
              </a:rPr>
              <a:t> </a:t>
            </a:r>
            <a:r>
              <a:rPr sz="2000" b="1" dirty="0">
                <a:latin typeface="Times New Roman" panose="02020603050405020304" pitchFamily="18" charset="0"/>
                <a:cs typeface="Times New Roman" panose="02020603050405020304" pitchFamily="18" charset="0"/>
              </a:rPr>
              <a:t>System</a:t>
            </a:r>
            <a:endParaRPr sz="2000" dirty="0">
              <a:latin typeface="Times New Roman" panose="02020603050405020304" pitchFamily="18" charset="0"/>
              <a:cs typeface="Times New Roman" panose="02020603050405020304" pitchFamily="18" charset="0"/>
            </a:endParaRPr>
          </a:p>
        </p:txBody>
      </p:sp>
      <p:pic>
        <p:nvPicPr>
          <p:cNvPr id="8" name="Image 42" descr="A close-up of a machine&#10;&#10;Description automatically generated">
            <a:extLst>
              <a:ext uri="{FF2B5EF4-FFF2-40B4-BE49-F238E27FC236}">
                <a16:creationId xmlns:a16="http://schemas.microsoft.com/office/drawing/2014/main" id="{37D7C497-C5DB-1374-DB13-75EDBE599349}"/>
              </a:ext>
            </a:extLst>
          </p:cNvPr>
          <p:cNvPicPr>
            <a:picLocks/>
          </p:cNvPicPr>
          <p:nvPr/>
        </p:nvPicPr>
        <p:blipFill>
          <a:blip r:embed="rId4" cstate="print"/>
          <a:stretch>
            <a:fillRect/>
          </a:stretch>
        </p:blipFill>
        <p:spPr>
          <a:xfrm>
            <a:off x="557417" y="3429000"/>
            <a:ext cx="3622991" cy="2372970"/>
          </a:xfrm>
          <a:prstGeom prst="rect">
            <a:avLst/>
          </a:prstGeom>
        </p:spPr>
      </p:pic>
      <p:sp>
        <p:nvSpPr>
          <p:cNvPr id="11" name="TextBox 10">
            <a:extLst>
              <a:ext uri="{FF2B5EF4-FFF2-40B4-BE49-F238E27FC236}">
                <a16:creationId xmlns:a16="http://schemas.microsoft.com/office/drawing/2014/main" id="{D94C3FB2-2601-5800-0756-08D147689FC5}"/>
              </a:ext>
            </a:extLst>
          </p:cNvPr>
          <p:cNvSpPr txBox="1"/>
          <p:nvPr/>
        </p:nvSpPr>
        <p:spPr>
          <a:xfrm>
            <a:off x="1471532" y="163316"/>
            <a:ext cx="8894976" cy="400110"/>
          </a:xfrm>
          <a:prstGeom prst="rect">
            <a:avLst/>
          </a:prstGeom>
          <a:noFill/>
        </p:spPr>
        <p:txBody>
          <a:bodyPr wrap="square">
            <a:spAutoFit/>
          </a:bodyPr>
          <a:lstStyle/>
          <a:p>
            <a:pPr algn="ctr"/>
            <a:r>
              <a:rPr lang="en-IN" sz="2000" b="1" dirty="0">
                <a:latin typeface="Times New Roman" panose="02020603050405020304" pitchFamily="18" charset="0"/>
                <a:cs typeface="Times New Roman" panose="02020603050405020304" pitchFamily="18" charset="0"/>
              </a:rPr>
              <a:t>STEERING</a:t>
            </a:r>
            <a:r>
              <a:rPr lang="en-IN" sz="2000" b="1" spc="-130" dirty="0">
                <a:latin typeface="Times New Roman" panose="02020603050405020304" pitchFamily="18" charset="0"/>
                <a:cs typeface="Times New Roman" panose="02020603050405020304" pitchFamily="18" charset="0"/>
              </a:rPr>
              <a:t> </a:t>
            </a:r>
            <a:r>
              <a:rPr lang="en-IN" sz="2000" b="1" spc="-10" dirty="0">
                <a:latin typeface="Times New Roman" panose="02020603050405020304" pitchFamily="18" charset="0"/>
                <a:cs typeface="Times New Roman" panose="02020603050405020304" pitchFamily="18" charset="0"/>
              </a:rPr>
              <a:t>SYSTEM</a:t>
            </a:r>
            <a:endParaRPr lang="en-IN" sz="2000" b="1" dirty="0">
              <a:latin typeface="Times New Roman" panose="02020603050405020304" pitchFamily="18" charset="0"/>
              <a:cs typeface="Times New Roman" panose="02020603050405020304" pitchFamily="18" charset="0"/>
            </a:endParaRPr>
          </a:p>
        </p:txBody>
      </p:sp>
      <p:grpSp>
        <p:nvGrpSpPr>
          <p:cNvPr id="12" name="object 5">
            <a:extLst>
              <a:ext uri="{FF2B5EF4-FFF2-40B4-BE49-F238E27FC236}">
                <a16:creationId xmlns:a16="http://schemas.microsoft.com/office/drawing/2014/main" id="{B6A06ECC-51E7-2D68-35B8-174778D719B6}"/>
              </a:ext>
            </a:extLst>
          </p:cNvPr>
          <p:cNvGrpSpPr/>
          <p:nvPr/>
        </p:nvGrpSpPr>
        <p:grpSpPr>
          <a:xfrm>
            <a:off x="557417" y="1022551"/>
            <a:ext cx="3622991" cy="2011600"/>
            <a:chOff x="7072058" y="797242"/>
            <a:chExt cx="4505960" cy="2841625"/>
          </a:xfrm>
        </p:grpSpPr>
        <p:pic>
          <p:nvPicPr>
            <p:cNvPr id="13" name="object 6">
              <a:extLst>
                <a:ext uri="{FF2B5EF4-FFF2-40B4-BE49-F238E27FC236}">
                  <a16:creationId xmlns:a16="http://schemas.microsoft.com/office/drawing/2014/main" id="{4FFADAE7-2783-2BBC-E612-8E4690330A80}"/>
                </a:ext>
              </a:extLst>
            </p:cNvPr>
            <p:cNvPicPr/>
            <p:nvPr/>
          </p:nvPicPr>
          <p:blipFill>
            <a:blip r:embed="rId5" cstate="print"/>
            <a:stretch>
              <a:fillRect/>
            </a:stretch>
          </p:blipFill>
          <p:spPr>
            <a:xfrm>
              <a:off x="7081519" y="806704"/>
              <a:ext cx="4486783" cy="2822067"/>
            </a:xfrm>
            <a:prstGeom prst="rect">
              <a:avLst/>
            </a:prstGeom>
          </p:spPr>
        </p:pic>
        <p:sp>
          <p:nvSpPr>
            <p:cNvPr id="14" name="object 7">
              <a:extLst>
                <a:ext uri="{FF2B5EF4-FFF2-40B4-BE49-F238E27FC236}">
                  <a16:creationId xmlns:a16="http://schemas.microsoft.com/office/drawing/2014/main" id="{504C8704-50C6-9D1F-DD2B-AA572F7FD5F5}"/>
                </a:ext>
              </a:extLst>
            </p:cNvPr>
            <p:cNvSpPr/>
            <p:nvPr/>
          </p:nvSpPr>
          <p:spPr>
            <a:xfrm>
              <a:off x="7076820" y="802005"/>
              <a:ext cx="4496435" cy="2832100"/>
            </a:xfrm>
            <a:custGeom>
              <a:avLst/>
              <a:gdLst/>
              <a:ahLst/>
              <a:cxnLst/>
              <a:rect l="l" t="t" r="r" b="b"/>
              <a:pathLst>
                <a:path w="4496434" h="2832100">
                  <a:moveTo>
                    <a:pt x="0" y="2831592"/>
                  </a:moveTo>
                  <a:lnTo>
                    <a:pt x="4496308" y="2831592"/>
                  </a:lnTo>
                  <a:lnTo>
                    <a:pt x="4496308" y="0"/>
                  </a:lnTo>
                  <a:lnTo>
                    <a:pt x="0" y="0"/>
                  </a:lnTo>
                  <a:lnTo>
                    <a:pt x="0" y="2831592"/>
                  </a:lnTo>
                  <a:close/>
                </a:path>
              </a:pathLst>
            </a:custGeom>
            <a:ln w="9525">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grpSp>
      <p:pic>
        <p:nvPicPr>
          <p:cNvPr id="15" name="Picture 14">
            <a:extLst>
              <a:ext uri="{FF2B5EF4-FFF2-40B4-BE49-F238E27FC236}">
                <a16:creationId xmlns:a16="http://schemas.microsoft.com/office/drawing/2014/main" id="{E30A597B-F0E3-9D6D-FA9A-85C1DC5A9A08}"/>
              </a:ext>
            </a:extLst>
          </p:cNvPr>
          <p:cNvPicPr>
            <a:picLocks noChangeAspect="1"/>
          </p:cNvPicPr>
          <p:nvPr/>
        </p:nvPicPr>
        <p:blipFill>
          <a:blip r:embed="rId3">
            <a:alphaModFix amt="5000"/>
            <a:extLst>
              <a:ext uri="{28A0092B-C50C-407E-A947-70E740481C1C}">
                <a14:useLocalDpi xmlns:a14="http://schemas.microsoft.com/office/drawing/2010/main" val="0"/>
              </a:ext>
            </a:extLst>
          </a:blip>
          <a:srcRect l="13134" t="29924" r="4696" b="19206"/>
          <a:stretch/>
        </p:blipFill>
        <p:spPr>
          <a:xfrm>
            <a:off x="1661653" y="665841"/>
            <a:ext cx="8672050" cy="6032267"/>
          </a:xfrm>
          <a:prstGeom prst="rect">
            <a:avLst/>
          </a:prstGeom>
        </p:spPr>
      </p:pic>
      <p:graphicFrame>
        <p:nvGraphicFramePr>
          <p:cNvPr id="17" name="Table 16">
            <a:extLst>
              <a:ext uri="{FF2B5EF4-FFF2-40B4-BE49-F238E27FC236}">
                <a16:creationId xmlns:a16="http://schemas.microsoft.com/office/drawing/2014/main" id="{4F2E5ECE-1F54-F4DA-C367-D5B79D974E98}"/>
              </a:ext>
            </a:extLst>
          </p:cNvPr>
          <p:cNvGraphicFramePr>
            <a:graphicFrameLocks noGrp="1"/>
          </p:cNvGraphicFramePr>
          <p:nvPr>
            <p:extLst>
              <p:ext uri="{D42A27DB-BD31-4B8C-83A1-F6EECF244321}">
                <p14:modId xmlns:p14="http://schemas.microsoft.com/office/powerpoint/2010/main" val="2148624393"/>
              </p:ext>
            </p:extLst>
          </p:nvPr>
        </p:nvGraphicFramePr>
        <p:xfrm>
          <a:off x="5065888" y="3847179"/>
          <a:ext cx="6152514" cy="2479675"/>
        </p:xfrm>
        <a:graphic>
          <a:graphicData uri="http://schemas.openxmlformats.org/drawingml/2006/table">
            <a:tbl>
              <a:tblPr firstRow="1" bandRow="1">
                <a:tableStyleId>{5DA37D80-6434-44D0-A028-1B22A696006F}</a:tableStyleId>
              </a:tblPr>
              <a:tblGrid>
                <a:gridCol w="2050414">
                  <a:extLst>
                    <a:ext uri="{9D8B030D-6E8A-4147-A177-3AD203B41FA5}">
                      <a16:colId xmlns:a16="http://schemas.microsoft.com/office/drawing/2014/main" val="4241193485"/>
                    </a:ext>
                  </a:extLst>
                </a:gridCol>
                <a:gridCol w="2051050">
                  <a:extLst>
                    <a:ext uri="{9D8B030D-6E8A-4147-A177-3AD203B41FA5}">
                      <a16:colId xmlns:a16="http://schemas.microsoft.com/office/drawing/2014/main" val="1440194129"/>
                    </a:ext>
                  </a:extLst>
                </a:gridCol>
                <a:gridCol w="2051050">
                  <a:extLst>
                    <a:ext uri="{9D8B030D-6E8A-4147-A177-3AD203B41FA5}">
                      <a16:colId xmlns:a16="http://schemas.microsoft.com/office/drawing/2014/main" val="4192351255"/>
                    </a:ext>
                  </a:extLst>
                </a:gridCol>
              </a:tblGrid>
              <a:tr h="506095">
                <a:tc>
                  <a:txBody>
                    <a:bodyPr/>
                    <a:lstStyle/>
                    <a:p>
                      <a:pPr marL="91440">
                        <a:lnSpc>
                          <a:spcPct val="100000"/>
                        </a:lnSpc>
                        <a:spcBef>
                          <a:spcPts val="245"/>
                        </a:spcBef>
                      </a:pPr>
                      <a:r>
                        <a:rPr sz="1800" b="1" dirty="0"/>
                        <a:t>Inside</a:t>
                      </a:r>
                      <a:r>
                        <a:rPr sz="1800" b="1" spc="-35" dirty="0"/>
                        <a:t> </a:t>
                      </a:r>
                      <a:r>
                        <a:rPr sz="1800" b="1" spc="-20" dirty="0"/>
                        <a:t>Angle</a:t>
                      </a:r>
                      <a:endParaRPr sz="1800" dirty="0">
                        <a:latin typeface="Calibri"/>
                        <a:cs typeface="Calibri"/>
                      </a:endParaRPr>
                    </a:p>
                  </a:txBody>
                  <a:tcPr marL="0" marR="0" marT="31115" marB="0"/>
                </a:tc>
                <a:tc>
                  <a:txBody>
                    <a:bodyPr/>
                    <a:lstStyle/>
                    <a:p>
                      <a:pPr marL="91440">
                        <a:lnSpc>
                          <a:spcPct val="100000"/>
                        </a:lnSpc>
                        <a:spcBef>
                          <a:spcPts val="245"/>
                        </a:spcBef>
                      </a:pPr>
                      <a:r>
                        <a:rPr sz="1800" b="1" dirty="0"/>
                        <a:t>Outside</a:t>
                      </a:r>
                      <a:r>
                        <a:rPr sz="1800" b="1" spc="-15" dirty="0"/>
                        <a:t> </a:t>
                      </a:r>
                      <a:r>
                        <a:rPr sz="1800" b="1" spc="-20" dirty="0"/>
                        <a:t>Angle</a:t>
                      </a:r>
                      <a:endParaRPr sz="1800">
                        <a:latin typeface="Calibri"/>
                        <a:cs typeface="Calibri"/>
                      </a:endParaRPr>
                    </a:p>
                  </a:txBody>
                  <a:tcPr marL="0" marR="0" marT="31115" marB="0"/>
                </a:tc>
                <a:tc>
                  <a:txBody>
                    <a:bodyPr/>
                    <a:lstStyle/>
                    <a:p>
                      <a:pPr marL="92075">
                        <a:lnSpc>
                          <a:spcPct val="100000"/>
                        </a:lnSpc>
                        <a:spcBef>
                          <a:spcPts val="245"/>
                        </a:spcBef>
                      </a:pPr>
                      <a:r>
                        <a:rPr sz="1800" b="1" spc="-10" dirty="0"/>
                        <a:t>Turning</a:t>
                      </a:r>
                      <a:r>
                        <a:rPr sz="1800" b="1" spc="-50" dirty="0"/>
                        <a:t> </a:t>
                      </a:r>
                      <a:r>
                        <a:rPr sz="1800" b="1" spc="-10" dirty="0"/>
                        <a:t>Radius</a:t>
                      </a:r>
                      <a:endParaRPr sz="1800">
                        <a:latin typeface="Calibri"/>
                        <a:cs typeface="Calibri"/>
                      </a:endParaRPr>
                    </a:p>
                  </a:txBody>
                  <a:tcPr marL="0" marR="0" marT="31115" marB="0"/>
                </a:tc>
                <a:extLst>
                  <a:ext uri="{0D108BD9-81ED-4DB2-BD59-A6C34878D82A}">
                    <a16:rowId xmlns:a16="http://schemas.microsoft.com/office/drawing/2014/main" val="633931270"/>
                  </a:ext>
                </a:extLst>
              </a:tr>
              <a:tr h="493395">
                <a:tc>
                  <a:txBody>
                    <a:bodyPr/>
                    <a:lstStyle/>
                    <a:p>
                      <a:pPr marL="91440">
                        <a:lnSpc>
                          <a:spcPct val="100000"/>
                        </a:lnSpc>
                        <a:spcBef>
                          <a:spcPts val="245"/>
                        </a:spcBef>
                      </a:pPr>
                      <a:r>
                        <a:rPr sz="1800" spc="-25" dirty="0"/>
                        <a:t>10°</a:t>
                      </a:r>
                      <a:endParaRPr sz="1800" dirty="0">
                        <a:latin typeface="Calibri"/>
                        <a:cs typeface="Calibri"/>
                      </a:endParaRPr>
                    </a:p>
                  </a:txBody>
                  <a:tcPr marL="0" marR="0" marT="31115" marB="0"/>
                </a:tc>
                <a:tc>
                  <a:txBody>
                    <a:bodyPr/>
                    <a:lstStyle/>
                    <a:p>
                      <a:pPr marL="91440">
                        <a:lnSpc>
                          <a:spcPct val="100000"/>
                        </a:lnSpc>
                        <a:spcBef>
                          <a:spcPts val="245"/>
                        </a:spcBef>
                      </a:pPr>
                      <a:r>
                        <a:rPr sz="1800" spc="-10" dirty="0"/>
                        <a:t>9.00°</a:t>
                      </a:r>
                      <a:endParaRPr sz="1800">
                        <a:latin typeface="Calibri"/>
                        <a:cs typeface="Calibri"/>
                      </a:endParaRPr>
                    </a:p>
                  </a:txBody>
                  <a:tcPr marL="0" marR="0" marT="31115" marB="0"/>
                </a:tc>
                <a:tc>
                  <a:txBody>
                    <a:bodyPr/>
                    <a:lstStyle/>
                    <a:p>
                      <a:pPr marL="92075">
                        <a:lnSpc>
                          <a:spcPct val="100000"/>
                        </a:lnSpc>
                        <a:spcBef>
                          <a:spcPts val="245"/>
                        </a:spcBef>
                      </a:pPr>
                      <a:r>
                        <a:rPr sz="1800" dirty="0"/>
                        <a:t>6.47 </a:t>
                      </a:r>
                      <a:r>
                        <a:rPr sz="1800" spc="-50" dirty="0"/>
                        <a:t>m</a:t>
                      </a:r>
                      <a:endParaRPr sz="1800">
                        <a:latin typeface="Calibri"/>
                        <a:cs typeface="Calibri"/>
                      </a:endParaRPr>
                    </a:p>
                  </a:txBody>
                  <a:tcPr marL="0" marR="0" marT="31115" marB="0"/>
                </a:tc>
                <a:extLst>
                  <a:ext uri="{0D108BD9-81ED-4DB2-BD59-A6C34878D82A}">
                    <a16:rowId xmlns:a16="http://schemas.microsoft.com/office/drawing/2014/main" val="88733623"/>
                  </a:ext>
                </a:extLst>
              </a:tr>
              <a:tr h="493395">
                <a:tc>
                  <a:txBody>
                    <a:bodyPr/>
                    <a:lstStyle/>
                    <a:p>
                      <a:pPr marL="91440">
                        <a:lnSpc>
                          <a:spcPct val="100000"/>
                        </a:lnSpc>
                        <a:spcBef>
                          <a:spcPts val="245"/>
                        </a:spcBef>
                      </a:pPr>
                      <a:r>
                        <a:rPr sz="1800" spc="-25" dirty="0"/>
                        <a:t>20°</a:t>
                      </a:r>
                      <a:endParaRPr sz="1800">
                        <a:latin typeface="Calibri"/>
                        <a:cs typeface="Calibri"/>
                      </a:endParaRPr>
                    </a:p>
                  </a:txBody>
                  <a:tcPr marL="0" marR="0" marT="31115" marB="0"/>
                </a:tc>
                <a:tc>
                  <a:txBody>
                    <a:bodyPr/>
                    <a:lstStyle/>
                    <a:p>
                      <a:pPr marL="91440">
                        <a:lnSpc>
                          <a:spcPct val="100000"/>
                        </a:lnSpc>
                        <a:spcBef>
                          <a:spcPts val="245"/>
                        </a:spcBef>
                      </a:pPr>
                      <a:r>
                        <a:rPr sz="1800" spc="-10" dirty="0"/>
                        <a:t>16.44°</a:t>
                      </a:r>
                      <a:endParaRPr sz="1800" dirty="0">
                        <a:latin typeface="Calibri"/>
                        <a:cs typeface="Calibri"/>
                      </a:endParaRPr>
                    </a:p>
                  </a:txBody>
                  <a:tcPr marL="0" marR="0" marT="31115" marB="0"/>
                </a:tc>
                <a:tc>
                  <a:txBody>
                    <a:bodyPr/>
                    <a:lstStyle/>
                    <a:p>
                      <a:pPr marL="92075">
                        <a:lnSpc>
                          <a:spcPct val="100000"/>
                        </a:lnSpc>
                        <a:spcBef>
                          <a:spcPts val="245"/>
                        </a:spcBef>
                      </a:pPr>
                      <a:r>
                        <a:rPr sz="1800" dirty="0"/>
                        <a:t>3.376 </a:t>
                      </a:r>
                      <a:r>
                        <a:rPr sz="1800" spc="-50" dirty="0"/>
                        <a:t>m</a:t>
                      </a:r>
                      <a:endParaRPr sz="1800">
                        <a:latin typeface="Calibri"/>
                        <a:cs typeface="Calibri"/>
                      </a:endParaRPr>
                    </a:p>
                  </a:txBody>
                  <a:tcPr marL="0" marR="0" marT="31115" marB="0"/>
                </a:tc>
                <a:extLst>
                  <a:ext uri="{0D108BD9-81ED-4DB2-BD59-A6C34878D82A}">
                    <a16:rowId xmlns:a16="http://schemas.microsoft.com/office/drawing/2014/main" val="694400570"/>
                  </a:ext>
                </a:extLst>
              </a:tr>
              <a:tr h="493395">
                <a:tc>
                  <a:txBody>
                    <a:bodyPr/>
                    <a:lstStyle/>
                    <a:p>
                      <a:pPr marL="91440">
                        <a:lnSpc>
                          <a:spcPct val="100000"/>
                        </a:lnSpc>
                        <a:spcBef>
                          <a:spcPts val="250"/>
                        </a:spcBef>
                      </a:pPr>
                      <a:r>
                        <a:rPr sz="1800" spc="-25" dirty="0"/>
                        <a:t>30°</a:t>
                      </a:r>
                      <a:endParaRPr sz="1800">
                        <a:latin typeface="Calibri"/>
                        <a:cs typeface="Calibri"/>
                      </a:endParaRPr>
                    </a:p>
                  </a:txBody>
                  <a:tcPr marL="0" marR="0" marT="31750" marB="0"/>
                </a:tc>
                <a:tc>
                  <a:txBody>
                    <a:bodyPr/>
                    <a:lstStyle/>
                    <a:p>
                      <a:pPr marL="91440">
                        <a:lnSpc>
                          <a:spcPct val="100000"/>
                        </a:lnSpc>
                        <a:spcBef>
                          <a:spcPts val="250"/>
                        </a:spcBef>
                      </a:pPr>
                      <a:r>
                        <a:rPr sz="1800" spc="-10" dirty="0"/>
                        <a:t>22.86°</a:t>
                      </a:r>
                      <a:endParaRPr sz="1800" dirty="0">
                        <a:latin typeface="Calibri"/>
                        <a:cs typeface="Calibri"/>
                      </a:endParaRPr>
                    </a:p>
                  </a:txBody>
                  <a:tcPr marL="0" marR="0" marT="31750" marB="0"/>
                </a:tc>
                <a:tc>
                  <a:txBody>
                    <a:bodyPr/>
                    <a:lstStyle/>
                    <a:p>
                      <a:pPr marL="92075">
                        <a:lnSpc>
                          <a:spcPct val="100000"/>
                        </a:lnSpc>
                        <a:spcBef>
                          <a:spcPts val="250"/>
                        </a:spcBef>
                      </a:pPr>
                      <a:r>
                        <a:rPr sz="1800" dirty="0"/>
                        <a:t>2.36 </a:t>
                      </a:r>
                      <a:r>
                        <a:rPr sz="1800" spc="-50" dirty="0"/>
                        <a:t>m</a:t>
                      </a:r>
                      <a:endParaRPr sz="1800">
                        <a:latin typeface="Calibri"/>
                        <a:cs typeface="Calibri"/>
                      </a:endParaRPr>
                    </a:p>
                  </a:txBody>
                  <a:tcPr marL="0" marR="0" marT="31750" marB="0"/>
                </a:tc>
                <a:extLst>
                  <a:ext uri="{0D108BD9-81ED-4DB2-BD59-A6C34878D82A}">
                    <a16:rowId xmlns:a16="http://schemas.microsoft.com/office/drawing/2014/main" val="2970484690"/>
                  </a:ext>
                </a:extLst>
              </a:tr>
              <a:tr h="493395">
                <a:tc>
                  <a:txBody>
                    <a:bodyPr/>
                    <a:lstStyle/>
                    <a:p>
                      <a:pPr marL="91440">
                        <a:lnSpc>
                          <a:spcPct val="100000"/>
                        </a:lnSpc>
                        <a:spcBef>
                          <a:spcPts val="250"/>
                        </a:spcBef>
                      </a:pPr>
                      <a:r>
                        <a:rPr sz="1800" spc="-25" dirty="0"/>
                        <a:t>40°</a:t>
                      </a:r>
                      <a:endParaRPr sz="1800">
                        <a:latin typeface="Calibri"/>
                        <a:cs typeface="Calibri"/>
                      </a:endParaRPr>
                    </a:p>
                  </a:txBody>
                  <a:tcPr marL="0" marR="0" marT="31750" marB="0"/>
                </a:tc>
                <a:tc>
                  <a:txBody>
                    <a:bodyPr/>
                    <a:lstStyle/>
                    <a:p>
                      <a:pPr marL="91440">
                        <a:lnSpc>
                          <a:spcPct val="100000"/>
                        </a:lnSpc>
                        <a:spcBef>
                          <a:spcPts val="250"/>
                        </a:spcBef>
                      </a:pPr>
                      <a:r>
                        <a:rPr sz="1800" spc="-10" dirty="0"/>
                        <a:t>28.63°</a:t>
                      </a:r>
                      <a:endParaRPr sz="1800" dirty="0">
                        <a:latin typeface="Calibri"/>
                        <a:cs typeface="Calibri"/>
                      </a:endParaRPr>
                    </a:p>
                  </a:txBody>
                  <a:tcPr marL="0" marR="0" marT="31750" marB="0"/>
                </a:tc>
                <a:tc>
                  <a:txBody>
                    <a:bodyPr/>
                    <a:lstStyle/>
                    <a:p>
                      <a:pPr marL="92075">
                        <a:lnSpc>
                          <a:spcPct val="100000"/>
                        </a:lnSpc>
                        <a:spcBef>
                          <a:spcPts val="250"/>
                        </a:spcBef>
                      </a:pPr>
                      <a:r>
                        <a:rPr sz="1800" dirty="0"/>
                        <a:t>1.88 </a:t>
                      </a:r>
                      <a:r>
                        <a:rPr sz="1800" spc="-50" dirty="0"/>
                        <a:t>m</a:t>
                      </a:r>
                      <a:endParaRPr sz="1800" dirty="0">
                        <a:latin typeface="Calibri"/>
                        <a:cs typeface="Calibri"/>
                      </a:endParaRPr>
                    </a:p>
                  </a:txBody>
                  <a:tcPr marL="0" marR="0" marT="31750" marB="0"/>
                </a:tc>
                <a:extLst>
                  <a:ext uri="{0D108BD9-81ED-4DB2-BD59-A6C34878D82A}">
                    <a16:rowId xmlns:a16="http://schemas.microsoft.com/office/drawing/2014/main" val="2123181982"/>
                  </a:ext>
                </a:extLst>
              </a:tr>
            </a:tbl>
          </a:graphicData>
        </a:graphic>
      </p:graphicFrame>
    </p:spTree>
    <p:extLst>
      <p:ext uri="{BB962C8B-B14F-4D97-AF65-F5344CB8AC3E}">
        <p14:creationId xmlns:p14="http://schemas.microsoft.com/office/powerpoint/2010/main" val="37975001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8A0595-ACFF-8504-E5F2-B146CB982C1E}"/>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922FA8CF-1F9E-BB30-C36F-8E90D99E839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009878" y="0"/>
            <a:ext cx="1037095" cy="1037095"/>
          </a:xfrm>
          <a:prstGeom prst="rect">
            <a:avLst/>
          </a:prstGeom>
        </p:spPr>
      </p:pic>
      <p:pic>
        <p:nvPicPr>
          <p:cNvPr id="9" name="Picture 8">
            <a:extLst>
              <a:ext uri="{FF2B5EF4-FFF2-40B4-BE49-F238E27FC236}">
                <a16:creationId xmlns:a16="http://schemas.microsoft.com/office/drawing/2014/main" id="{0ABF8782-035A-088B-A919-69678895A943}"/>
              </a:ext>
            </a:extLst>
          </p:cNvPr>
          <p:cNvPicPr>
            <a:picLocks noChangeAspect="1"/>
          </p:cNvPicPr>
          <p:nvPr/>
        </p:nvPicPr>
        <p:blipFill>
          <a:blip r:embed="rId3">
            <a:extLst>
              <a:ext uri="{28A0092B-C50C-407E-A947-70E740481C1C}">
                <a14:useLocalDpi xmlns:a14="http://schemas.microsoft.com/office/drawing/2010/main" val="0"/>
              </a:ext>
            </a:extLst>
          </a:blip>
          <a:srcRect l="17306" t="32895" r="7356" b="22368"/>
          <a:stretch/>
        </p:blipFill>
        <p:spPr>
          <a:xfrm>
            <a:off x="145027" y="76201"/>
            <a:ext cx="1172705" cy="752301"/>
          </a:xfrm>
          <a:prstGeom prst="rect">
            <a:avLst/>
          </a:prstGeom>
        </p:spPr>
      </p:pic>
      <p:sp>
        <p:nvSpPr>
          <p:cNvPr id="4" name="Footer Placeholder 9">
            <a:extLst>
              <a:ext uri="{FF2B5EF4-FFF2-40B4-BE49-F238E27FC236}">
                <a16:creationId xmlns:a16="http://schemas.microsoft.com/office/drawing/2014/main" id="{6E4F2819-C75B-F7F0-BFF6-F4CCB3407EA9}"/>
              </a:ext>
            </a:extLst>
          </p:cNvPr>
          <p:cNvSpPr>
            <a:spLocks noGrp="1"/>
          </p:cNvSpPr>
          <p:nvPr>
            <p:ph type="ftr" sz="quarter" idx="11"/>
          </p:nvPr>
        </p:nvSpPr>
        <p:spPr>
          <a:xfrm>
            <a:off x="235975" y="6326854"/>
            <a:ext cx="11366090" cy="501650"/>
          </a:xfrm>
        </p:spPr>
        <p:txBody>
          <a:bodyPr/>
          <a:lstStyle/>
          <a:p>
            <a:pPr algn="l"/>
            <a:r>
              <a:rPr lang="en-US" sz="1600" b="1" dirty="0">
                <a:solidFill>
                  <a:srgbClr val="002060"/>
                </a:solidFill>
                <a:latin typeface="Times New Roman" pitchFamily="18" charset="0"/>
                <a:cs typeface="Times New Roman" pitchFamily="18" charset="0"/>
              </a:rPr>
              <a:t>www.aimsacademys.org </a:t>
            </a:r>
            <a:r>
              <a:rPr lang="en-US" sz="1600" b="1" dirty="0">
                <a:solidFill>
                  <a:schemeClr val="accent6">
                    <a:lumMod val="75000"/>
                  </a:schemeClr>
                </a:solidFill>
                <a:latin typeface="Times New Roman" pitchFamily="18" charset="0"/>
                <a:cs typeface="Times New Roman" pitchFamily="18" charset="0"/>
              </a:rPr>
              <a:t>  	 	                                </a:t>
            </a:r>
            <a:r>
              <a:rPr lang="en-US" sz="1600" b="1" dirty="0">
                <a:solidFill>
                  <a:srgbClr val="002060"/>
                </a:solidFill>
                <a:latin typeface="Times New Roman" pitchFamily="18" charset="0"/>
                <a:cs typeface="Times New Roman" pitchFamily="18" charset="0"/>
              </a:rPr>
              <a:t>Season:05 		                                                        AIMS/KEC              </a:t>
            </a:r>
          </a:p>
        </p:txBody>
      </p:sp>
      <p:graphicFrame>
        <p:nvGraphicFramePr>
          <p:cNvPr id="2" name="object 3">
            <a:extLst>
              <a:ext uri="{FF2B5EF4-FFF2-40B4-BE49-F238E27FC236}">
                <a16:creationId xmlns:a16="http://schemas.microsoft.com/office/drawing/2014/main" id="{AF8A8D8C-B882-2800-F104-114B5FDA1457}"/>
              </a:ext>
            </a:extLst>
          </p:cNvPr>
          <p:cNvGraphicFramePr>
            <a:graphicFrameLocks noGrp="1"/>
          </p:cNvGraphicFramePr>
          <p:nvPr>
            <p:extLst>
              <p:ext uri="{D42A27DB-BD31-4B8C-83A1-F6EECF244321}">
                <p14:modId xmlns:p14="http://schemas.microsoft.com/office/powerpoint/2010/main" val="3796244556"/>
              </p:ext>
            </p:extLst>
          </p:nvPr>
        </p:nvGraphicFramePr>
        <p:xfrm>
          <a:off x="219785" y="964801"/>
          <a:ext cx="5783887" cy="3947158"/>
        </p:xfrm>
        <a:graphic>
          <a:graphicData uri="http://schemas.openxmlformats.org/drawingml/2006/table">
            <a:tbl>
              <a:tblPr firstRow="1" bandRow="1">
                <a:tableStyleId>{5DA37D80-6434-44D0-A028-1B22A696006F}</a:tableStyleId>
              </a:tblPr>
              <a:tblGrid>
                <a:gridCol w="2734015">
                  <a:extLst>
                    <a:ext uri="{9D8B030D-6E8A-4147-A177-3AD203B41FA5}">
                      <a16:colId xmlns:a16="http://schemas.microsoft.com/office/drawing/2014/main" val="20000"/>
                    </a:ext>
                  </a:extLst>
                </a:gridCol>
                <a:gridCol w="3049872">
                  <a:extLst>
                    <a:ext uri="{9D8B030D-6E8A-4147-A177-3AD203B41FA5}">
                      <a16:colId xmlns:a16="http://schemas.microsoft.com/office/drawing/2014/main" val="20001"/>
                    </a:ext>
                  </a:extLst>
                </a:gridCol>
              </a:tblGrid>
              <a:tr h="235432">
                <a:tc>
                  <a:txBody>
                    <a:bodyPr/>
                    <a:lstStyle/>
                    <a:p>
                      <a:pPr marL="91440">
                        <a:lnSpc>
                          <a:spcPct val="100000"/>
                        </a:lnSpc>
                        <a:spcBef>
                          <a:spcPts val="240"/>
                        </a:spcBef>
                      </a:pPr>
                      <a:r>
                        <a:rPr sz="1800" b="1" spc="-10" dirty="0"/>
                        <a:t>Parameters</a:t>
                      </a:r>
                      <a:endParaRPr sz="1800">
                        <a:latin typeface="Calibri"/>
                        <a:cs typeface="Calibri"/>
                      </a:endParaRPr>
                    </a:p>
                  </a:txBody>
                  <a:tcPr marL="0" marR="0" marT="30480" marB="0"/>
                </a:tc>
                <a:tc>
                  <a:txBody>
                    <a:bodyPr/>
                    <a:lstStyle/>
                    <a:p>
                      <a:pPr marL="91440">
                        <a:lnSpc>
                          <a:spcPct val="100000"/>
                        </a:lnSpc>
                        <a:spcBef>
                          <a:spcPts val="240"/>
                        </a:spcBef>
                      </a:pPr>
                      <a:r>
                        <a:rPr sz="1800" b="1" dirty="0"/>
                        <a:t>Respective</a:t>
                      </a:r>
                      <a:r>
                        <a:rPr sz="1800" b="1" spc="-95" dirty="0"/>
                        <a:t> </a:t>
                      </a:r>
                      <a:r>
                        <a:rPr sz="1800" b="1" spc="-10" dirty="0"/>
                        <a:t>Values</a:t>
                      </a:r>
                      <a:endParaRPr sz="1800">
                        <a:latin typeface="Calibri"/>
                        <a:cs typeface="Calibri"/>
                      </a:endParaRPr>
                    </a:p>
                  </a:txBody>
                  <a:tcPr marL="0" marR="0" marT="30480" marB="0"/>
                </a:tc>
                <a:extLst>
                  <a:ext uri="{0D108BD9-81ED-4DB2-BD59-A6C34878D82A}">
                    <a16:rowId xmlns:a16="http://schemas.microsoft.com/office/drawing/2014/main" val="10000"/>
                  </a:ext>
                </a:extLst>
              </a:tr>
              <a:tr h="235432">
                <a:tc>
                  <a:txBody>
                    <a:bodyPr/>
                    <a:lstStyle/>
                    <a:p>
                      <a:pPr marL="91440">
                        <a:lnSpc>
                          <a:spcPct val="100000"/>
                        </a:lnSpc>
                        <a:spcBef>
                          <a:spcPts val="240"/>
                        </a:spcBef>
                      </a:pPr>
                      <a:r>
                        <a:rPr sz="1800" dirty="0"/>
                        <a:t>Pedal</a:t>
                      </a:r>
                      <a:r>
                        <a:rPr sz="1800" spc="-65" dirty="0"/>
                        <a:t> </a:t>
                      </a:r>
                      <a:r>
                        <a:rPr sz="1800" spc="-10" dirty="0"/>
                        <a:t>Effort</a:t>
                      </a:r>
                      <a:endParaRPr sz="1800" dirty="0">
                        <a:latin typeface="Calibri"/>
                        <a:cs typeface="Calibri"/>
                      </a:endParaRPr>
                    </a:p>
                  </a:txBody>
                  <a:tcPr marL="0" marR="0" marT="30480" marB="0"/>
                </a:tc>
                <a:tc>
                  <a:txBody>
                    <a:bodyPr/>
                    <a:lstStyle/>
                    <a:p>
                      <a:pPr marL="91440">
                        <a:lnSpc>
                          <a:spcPct val="100000"/>
                        </a:lnSpc>
                        <a:spcBef>
                          <a:spcPts val="240"/>
                        </a:spcBef>
                      </a:pPr>
                      <a:r>
                        <a:rPr sz="1800" spc="-20" dirty="0"/>
                        <a:t> </a:t>
                      </a:r>
                      <a:r>
                        <a:rPr lang="en-US" sz="1800" spc="-20" dirty="0"/>
                        <a:t>266.8 </a:t>
                      </a:r>
                      <a:r>
                        <a:rPr sz="1800" spc="-50" dirty="0"/>
                        <a:t>N</a:t>
                      </a:r>
                      <a:endParaRPr sz="1800" dirty="0">
                        <a:latin typeface="Calibri"/>
                        <a:cs typeface="Calibri"/>
                      </a:endParaRPr>
                    </a:p>
                  </a:txBody>
                  <a:tcPr marL="0" marR="0" marT="30480" marB="0"/>
                </a:tc>
                <a:extLst>
                  <a:ext uri="{0D108BD9-81ED-4DB2-BD59-A6C34878D82A}">
                    <a16:rowId xmlns:a16="http://schemas.microsoft.com/office/drawing/2014/main" val="10001"/>
                  </a:ext>
                </a:extLst>
              </a:tr>
              <a:tr h="235432">
                <a:tc>
                  <a:txBody>
                    <a:bodyPr/>
                    <a:lstStyle/>
                    <a:p>
                      <a:pPr marL="91440">
                        <a:lnSpc>
                          <a:spcPct val="100000"/>
                        </a:lnSpc>
                        <a:spcBef>
                          <a:spcPts val="240"/>
                        </a:spcBef>
                      </a:pPr>
                      <a:r>
                        <a:rPr sz="1800" spc="-10" dirty="0"/>
                        <a:t>Leverage</a:t>
                      </a:r>
                      <a:r>
                        <a:rPr sz="1800" spc="-45" dirty="0"/>
                        <a:t> </a:t>
                      </a:r>
                      <a:r>
                        <a:rPr sz="1800" spc="-20" dirty="0"/>
                        <a:t>Ratio</a:t>
                      </a:r>
                      <a:endParaRPr sz="1800" dirty="0">
                        <a:latin typeface="Calibri"/>
                        <a:cs typeface="Calibri"/>
                      </a:endParaRPr>
                    </a:p>
                  </a:txBody>
                  <a:tcPr marL="0" marR="0" marT="30480" marB="0"/>
                </a:tc>
                <a:tc>
                  <a:txBody>
                    <a:bodyPr/>
                    <a:lstStyle/>
                    <a:p>
                      <a:pPr marL="91440">
                        <a:lnSpc>
                          <a:spcPct val="100000"/>
                        </a:lnSpc>
                        <a:spcBef>
                          <a:spcPts val="240"/>
                        </a:spcBef>
                      </a:pPr>
                      <a:r>
                        <a:rPr lang="en-US" sz="1800" dirty="0">
                          <a:latin typeface="Calibri"/>
                          <a:cs typeface="Calibri"/>
                        </a:rPr>
                        <a:t>2:7</a:t>
                      </a:r>
                      <a:endParaRPr sz="1800" dirty="0">
                        <a:latin typeface="Calibri"/>
                        <a:cs typeface="Calibri"/>
                      </a:endParaRPr>
                    </a:p>
                  </a:txBody>
                  <a:tcPr marL="0" marR="0" marT="30480" marB="0"/>
                </a:tc>
                <a:extLst>
                  <a:ext uri="{0D108BD9-81ED-4DB2-BD59-A6C34878D82A}">
                    <a16:rowId xmlns:a16="http://schemas.microsoft.com/office/drawing/2014/main" val="10002"/>
                  </a:ext>
                </a:extLst>
              </a:tr>
              <a:tr h="0">
                <a:tc>
                  <a:txBody>
                    <a:bodyPr/>
                    <a:lstStyle/>
                    <a:p>
                      <a:pPr marL="91440">
                        <a:lnSpc>
                          <a:spcPct val="100000"/>
                        </a:lnSpc>
                        <a:spcBef>
                          <a:spcPts val="240"/>
                        </a:spcBef>
                      </a:pPr>
                      <a:r>
                        <a:rPr sz="1800" dirty="0"/>
                        <a:t>Master</a:t>
                      </a:r>
                      <a:r>
                        <a:rPr sz="1800" spc="-65" dirty="0"/>
                        <a:t> </a:t>
                      </a:r>
                      <a:r>
                        <a:rPr sz="1800" dirty="0"/>
                        <a:t>Cylinder</a:t>
                      </a:r>
                      <a:r>
                        <a:rPr sz="1800" spc="-45" dirty="0"/>
                        <a:t> </a:t>
                      </a:r>
                      <a:r>
                        <a:rPr sz="1800" spc="-10" dirty="0"/>
                        <a:t>Pressure</a:t>
                      </a:r>
                      <a:endParaRPr sz="1800" dirty="0">
                        <a:latin typeface="Calibri"/>
                        <a:cs typeface="Calibri"/>
                      </a:endParaRPr>
                    </a:p>
                  </a:txBody>
                  <a:tcPr marL="0" marR="0" marT="30480" marB="0"/>
                </a:tc>
                <a:tc>
                  <a:txBody>
                    <a:bodyPr/>
                    <a:lstStyle/>
                    <a:p>
                      <a:r>
                        <a:rPr lang="en-US" sz="1800" dirty="0">
                          <a:latin typeface="Calibri"/>
                          <a:cs typeface="Calibri"/>
                        </a:rPr>
                        <a:t> 4</a:t>
                      </a:r>
                      <a:r>
                        <a:rPr lang="en-IN" sz="1800" dirty="0">
                          <a:latin typeface="Calibri"/>
                          <a:cs typeface="Calibri"/>
                        </a:rPr>
                        <a:t>.13</a:t>
                      </a:r>
                      <a:r>
                        <a:rPr lang="en-IN" sz="1800" b="0" i="0" u="none" strike="noStrike" kern="1200" baseline="0" dirty="0">
                          <a:solidFill>
                            <a:schemeClr val="tx1"/>
                          </a:solidFill>
                          <a:latin typeface="+mn-lt"/>
                          <a:ea typeface="+mn-ea"/>
                          <a:cs typeface="+mn-cs"/>
                        </a:rPr>
                        <a:t>×10⁶ to 5.52×10⁶ N/m² 	</a:t>
                      </a:r>
                    </a:p>
                    <a:p>
                      <a:pPr marL="91440">
                        <a:lnSpc>
                          <a:spcPct val="100000"/>
                        </a:lnSpc>
                        <a:spcBef>
                          <a:spcPts val="265"/>
                        </a:spcBef>
                      </a:pPr>
                      <a:endParaRPr sz="1800" dirty="0">
                        <a:latin typeface="Calibri"/>
                        <a:cs typeface="Calibri"/>
                      </a:endParaRPr>
                    </a:p>
                  </a:txBody>
                  <a:tcPr marL="0" marR="0" marT="33655" marB="0"/>
                </a:tc>
                <a:extLst>
                  <a:ext uri="{0D108BD9-81ED-4DB2-BD59-A6C34878D82A}">
                    <a16:rowId xmlns:a16="http://schemas.microsoft.com/office/drawing/2014/main" val="10003"/>
                  </a:ext>
                </a:extLst>
              </a:tr>
              <a:tr h="235922">
                <a:tc>
                  <a:txBody>
                    <a:bodyPr/>
                    <a:lstStyle/>
                    <a:p>
                      <a:pPr marL="91440">
                        <a:lnSpc>
                          <a:spcPct val="100000"/>
                        </a:lnSpc>
                        <a:spcBef>
                          <a:spcPts val="245"/>
                        </a:spcBef>
                      </a:pPr>
                      <a:r>
                        <a:rPr lang="en-IN" sz="1800" dirty="0"/>
                        <a:t>Ca</a:t>
                      </a:r>
                      <a:r>
                        <a:rPr sz="1800" dirty="0" err="1"/>
                        <a:t>liper</a:t>
                      </a:r>
                      <a:r>
                        <a:rPr sz="1800" spc="-35" dirty="0"/>
                        <a:t> </a:t>
                      </a:r>
                      <a:r>
                        <a:rPr sz="1800" spc="-10" dirty="0"/>
                        <a:t>Force</a:t>
                      </a:r>
                      <a:endParaRPr sz="1800" dirty="0">
                        <a:latin typeface="Calibri"/>
                        <a:cs typeface="Calibri"/>
                      </a:endParaRPr>
                    </a:p>
                  </a:txBody>
                  <a:tcPr marL="0" marR="0" marT="31115" marB="0"/>
                </a:tc>
                <a:tc>
                  <a:txBody>
                    <a:bodyPr/>
                    <a:lstStyle/>
                    <a:p>
                      <a:pPr marL="91440">
                        <a:lnSpc>
                          <a:spcPct val="100000"/>
                        </a:lnSpc>
                        <a:spcBef>
                          <a:spcPts val="245"/>
                        </a:spcBef>
                      </a:pPr>
                      <a:r>
                        <a:rPr sz="1800" spc="-10" dirty="0"/>
                        <a:t> </a:t>
                      </a:r>
                      <a:r>
                        <a:rPr lang="en-IN" dirty="0"/>
                        <a:t>88.96 - 222.41 N</a:t>
                      </a:r>
                      <a:endParaRPr sz="1800" dirty="0">
                        <a:latin typeface="Calibri"/>
                        <a:cs typeface="Calibri"/>
                      </a:endParaRPr>
                    </a:p>
                  </a:txBody>
                  <a:tcPr marL="0" marR="0" marT="31115" marB="0"/>
                </a:tc>
                <a:extLst>
                  <a:ext uri="{0D108BD9-81ED-4DB2-BD59-A6C34878D82A}">
                    <a16:rowId xmlns:a16="http://schemas.microsoft.com/office/drawing/2014/main" val="10004"/>
                  </a:ext>
                </a:extLst>
              </a:tr>
              <a:tr h="235921">
                <a:tc>
                  <a:txBody>
                    <a:bodyPr/>
                    <a:lstStyle/>
                    <a:p>
                      <a:pPr marL="91440">
                        <a:lnSpc>
                          <a:spcPct val="100000"/>
                        </a:lnSpc>
                        <a:spcBef>
                          <a:spcPts val="244"/>
                        </a:spcBef>
                      </a:pPr>
                      <a:r>
                        <a:rPr sz="1800" dirty="0"/>
                        <a:t>Clamping</a:t>
                      </a:r>
                      <a:r>
                        <a:rPr sz="1800" spc="-60" dirty="0"/>
                        <a:t> </a:t>
                      </a:r>
                      <a:r>
                        <a:rPr sz="1800" spc="-20" dirty="0"/>
                        <a:t>Force</a:t>
                      </a:r>
                      <a:endParaRPr sz="1800" dirty="0">
                        <a:latin typeface="Calibri"/>
                        <a:cs typeface="Calibri"/>
                      </a:endParaRPr>
                    </a:p>
                  </a:txBody>
                  <a:tcPr marL="0" marR="0" marT="31114" marB="0"/>
                </a:tc>
                <a:tc>
                  <a:txBody>
                    <a:bodyPr/>
                    <a:lstStyle/>
                    <a:p>
                      <a:pPr marL="91440">
                        <a:lnSpc>
                          <a:spcPct val="100000"/>
                        </a:lnSpc>
                        <a:spcBef>
                          <a:spcPts val="244"/>
                        </a:spcBef>
                      </a:pPr>
                      <a:r>
                        <a:rPr sz="1800" dirty="0"/>
                        <a:t> </a:t>
                      </a:r>
                      <a:r>
                        <a:rPr lang="en-US" sz="1800" dirty="0"/>
                        <a:t>950 </a:t>
                      </a:r>
                      <a:r>
                        <a:rPr sz="1800" spc="-50" dirty="0"/>
                        <a:t>N</a:t>
                      </a:r>
                      <a:endParaRPr sz="1800" dirty="0">
                        <a:latin typeface="Calibri"/>
                        <a:cs typeface="Calibri"/>
                      </a:endParaRPr>
                    </a:p>
                  </a:txBody>
                  <a:tcPr marL="0" marR="0" marT="31114" marB="0"/>
                </a:tc>
                <a:extLst>
                  <a:ext uri="{0D108BD9-81ED-4DB2-BD59-A6C34878D82A}">
                    <a16:rowId xmlns:a16="http://schemas.microsoft.com/office/drawing/2014/main" val="10005"/>
                  </a:ext>
                </a:extLst>
              </a:tr>
              <a:tr h="235922">
                <a:tc>
                  <a:txBody>
                    <a:bodyPr/>
                    <a:lstStyle/>
                    <a:p>
                      <a:pPr marL="91440">
                        <a:lnSpc>
                          <a:spcPct val="100000"/>
                        </a:lnSpc>
                        <a:spcBef>
                          <a:spcPts val="245"/>
                        </a:spcBef>
                      </a:pPr>
                      <a:r>
                        <a:rPr sz="1800" dirty="0"/>
                        <a:t>Disc</a:t>
                      </a:r>
                      <a:r>
                        <a:rPr sz="1800" spc="-20" dirty="0"/>
                        <a:t> </a:t>
                      </a:r>
                      <a:r>
                        <a:rPr sz="1800" spc="-10" dirty="0"/>
                        <a:t>Diameter</a:t>
                      </a:r>
                      <a:endParaRPr sz="1800" dirty="0">
                        <a:latin typeface="Calibri"/>
                        <a:cs typeface="Calibri"/>
                      </a:endParaRPr>
                    </a:p>
                  </a:txBody>
                  <a:tcPr marL="0" marR="0" marT="31115" marB="0"/>
                </a:tc>
                <a:tc>
                  <a:txBody>
                    <a:bodyPr/>
                    <a:lstStyle/>
                    <a:p>
                      <a:pPr marL="91440">
                        <a:lnSpc>
                          <a:spcPct val="100000"/>
                        </a:lnSpc>
                        <a:spcBef>
                          <a:spcPts val="245"/>
                        </a:spcBef>
                      </a:pPr>
                      <a:r>
                        <a:rPr sz="1800" spc="-30" dirty="0"/>
                        <a:t> </a:t>
                      </a:r>
                      <a:r>
                        <a:rPr lang="en-US" sz="1800" spc="-30" dirty="0"/>
                        <a:t>200 </a:t>
                      </a:r>
                      <a:r>
                        <a:rPr sz="1800" spc="-25" dirty="0"/>
                        <a:t>mm</a:t>
                      </a:r>
                      <a:endParaRPr sz="1800" dirty="0">
                        <a:latin typeface="Calibri"/>
                        <a:cs typeface="Calibri"/>
                      </a:endParaRPr>
                    </a:p>
                  </a:txBody>
                  <a:tcPr marL="0" marR="0" marT="31115" marB="0"/>
                </a:tc>
                <a:extLst>
                  <a:ext uri="{0D108BD9-81ED-4DB2-BD59-A6C34878D82A}">
                    <a16:rowId xmlns:a16="http://schemas.microsoft.com/office/drawing/2014/main" val="10006"/>
                  </a:ext>
                </a:extLst>
              </a:tr>
              <a:tr h="235921">
                <a:tc>
                  <a:txBody>
                    <a:bodyPr/>
                    <a:lstStyle/>
                    <a:p>
                      <a:pPr marL="91440">
                        <a:lnSpc>
                          <a:spcPct val="100000"/>
                        </a:lnSpc>
                        <a:spcBef>
                          <a:spcPts val="244"/>
                        </a:spcBef>
                      </a:pPr>
                      <a:r>
                        <a:rPr sz="1800" dirty="0"/>
                        <a:t>Disc</a:t>
                      </a:r>
                      <a:r>
                        <a:rPr sz="1800" spc="-20" dirty="0"/>
                        <a:t> </a:t>
                      </a:r>
                      <a:r>
                        <a:rPr sz="1800" spc="-10" dirty="0"/>
                        <a:t>Thickness</a:t>
                      </a:r>
                      <a:endParaRPr sz="1800">
                        <a:latin typeface="Calibri"/>
                        <a:cs typeface="Calibri"/>
                      </a:endParaRPr>
                    </a:p>
                  </a:txBody>
                  <a:tcPr marL="0" marR="0" marT="31114" marB="0"/>
                </a:tc>
                <a:tc>
                  <a:txBody>
                    <a:bodyPr/>
                    <a:lstStyle/>
                    <a:p>
                      <a:pPr marL="91440">
                        <a:lnSpc>
                          <a:spcPct val="100000"/>
                        </a:lnSpc>
                        <a:spcBef>
                          <a:spcPts val="244"/>
                        </a:spcBef>
                      </a:pPr>
                      <a:r>
                        <a:rPr sz="1800" spc="-10" dirty="0"/>
                        <a:t> </a:t>
                      </a:r>
                      <a:r>
                        <a:rPr lang="en-US" sz="1800" spc="-10" dirty="0"/>
                        <a:t>4 </a:t>
                      </a:r>
                      <a:r>
                        <a:rPr sz="1800" spc="-25" dirty="0"/>
                        <a:t>mm</a:t>
                      </a:r>
                      <a:endParaRPr sz="1800" dirty="0">
                        <a:latin typeface="Calibri"/>
                        <a:cs typeface="Calibri"/>
                      </a:endParaRPr>
                    </a:p>
                  </a:txBody>
                  <a:tcPr marL="0" marR="0" marT="31114" marB="0"/>
                </a:tc>
                <a:extLst>
                  <a:ext uri="{0D108BD9-81ED-4DB2-BD59-A6C34878D82A}">
                    <a16:rowId xmlns:a16="http://schemas.microsoft.com/office/drawing/2014/main" val="10007"/>
                  </a:ext>
                </a:extLst>
              </a:tr>
              <a:tr h="235922">
                <a:tc>
                  <a:txBody>
                    <a:bodyPr/>
                    <a:lstStyle/>
                    <a:p>
                      <a:pPr marL="91440">
                        <a:lnSpc>
                          <a:spcPct val="100000"/>
                        </a:lnSpc>
                        <a:spcBef>
                          <a:spcPts val="245"/>
                        </a:spcBef>
                      </a:pPr>
                      <a:r>
                        <a:rPr sz="1800" spc="-10" dirty="0"/>
                        <a:t>Brake</a:t>
                      </a:r>
                      <a:r>
                        <a:rPr sz="1800" spc="-65" dirty="0"/>
                        <a:t> </a:t>
                      </a:r>
                      <a:r>
                        <a:rPr sz="1800" dirty="0"/>
                        <a:t>Fluid</a:t>
                      </a:r>
                      <a:r>
                        <a:rPr sz="1800" spc="-30" dirty="0"/>
                        <a:t> </a:t>
                      </a:r>
                      <a:r>
                        <a:rPr sz="1800" spc="-20" dirty="0"/>
                        <a:t>Used</a:t>
                      </a:r>
                      <a:endParaRPr sz="1800">
                        <a:latin typeface="Calibri"/>
                        <a:cs typeface="Calibri"/>
                      </a:endParaRPr>
                    </a:p>
                  </a:txBody>
                  <a:tcPr marL="0" marR="0" marT="31115" marB="0"/>
                </a:tc>
                <a:tc>
                  <a:txBody>
                    <a:bodyPr/>
                    <a:lstStyle/>
                    <a:p>
                      <a:pPr marL="91440">
                        <a:lnSpc>
                          <a:spcPct val="100000"/>
                        </a:lnSpc>
                        <a:spcBef>
                          <a:spcPts val="245"/>
                        </a:spcBef>
                      </a:pPr>
                      <a:r>
                        <a:rPr sz="1800" dirty="0"/>
                        <a:t>DOT</a:t>
                      </a:r>
                      <a:r>
                        <a:rPr sz="1800" spc="-75" dirty="0"/>
                        <a:t> </a:t>
                      </a:r>
                      <a:r>
                        <a:rPr lang="en-US" sz="1800" spc="-50" dirty="0"/>
                        <a:t>4</a:t>
                      </a:r>
                      <a:endParaRPr sz="1800" dirty="0">
                        <a:latin typeface="Calibri"/>
                        <a:cs typeface="Calibri"/>
                      </a:endParaRPr>
                    </a:p>
                  </a:txBody>
                  <a:tcPr marL="0" marR="0" marT="31115" marB="0"/>
                </a:tc>
                <a:extLst>
                  <a:ext uri="{0D108BD9-81ED-4DB2-BD59-A6C34878D82A}">
                    <a16:rowId xmlns:a16="http://schemas.microsoft.com/office/drawing/2014/main" val="10008"/>
                  </a:ext>
                </a:extLst>
              </a:tr>
              <a:tr h="235922">
                <a:tc>
                  <a:txBody>
                    <a:bodyPr/>
                    <a:lstStyle/>
                    <a:p>
                      <a:pPr marL="91440">
                        <a:lnSpc>
                          <a:spcPct val="100000"/>
                        </a:lnSpc>
                        <a:spcBef>
                          <a:spcPts val="245"/>
                        </a:spcBef>
                      </a:pPr>
                      <a:r>
                        <a:rPr sz="1800" dirty="0"/>
                        <a:t>Height</a:t>
                      </a:r>
                      <a:r>
                        <a:rPr sz="1800" spc="-40" dirty="0"/>
                        <a:t> </a:t>
                      </a:r>
                      <a:r>
                        <a:rPr sz="1800" dirty="0"/>
                        <a:t>Of</a:t>
                      </a:r>
                      <a:r>
                        <a:rPr sz="1800" spc="-45" dirty="0"/>
                        <a:t> </a:t>
                      </a:r>
                      <a:r>
                        <a:rPr sz="1800" spc="-20" dirty="0"/>
                        <a:t>C.G.</a:t>
                      </a:r>
                      <a:endParaRPr sz="1800">
                        <a:latin typeface="Calibri"/>
                        <a:cs typeface="Calibri"/>
                      </a:endParaRPr>
                    </a:p>
                  </a:txBody>
                  <a:tcPr marL="0" marR="0" marT="31115" marB="0"/>
                </a:tc>
                <a:tc>
                  <a:txBody>
                    <a:bodyPr/>
                    <a:lstStyle/>
                    <a:p>
                      <a:pPr marL="91440">
                        <a:lnSpc>
                          <a:spcPct val="100000"/>
                        </a:lnSpc>
                        <a:spcBef>
                          <a:spcPts val="245"/>
                        </a:spcBef>
                      </a:pPr>
                      <a:r>
                        <a:rPr lang="en-US" sz="1800" dirty="0"/>
                        <a:t>2</a:t>
                      </a:r>
                      <a:r>
                        <a:rPr sz="1800" dirty="0"/>
                        <a:t> </a:t>
                      </a:r>
                      <a:r>
                        <a:rPr sz="1800" spc="-10" dirty="0"/>
                        <a:t>inches</a:t>
                      </a:r>
                      <a:endParaRPr sz="1800" dirty="0">
                        <a:latin typeface="Calibri"/>
                        <a:cs typeface="Calibri"/>
                      </a:endParaRPr>
                    </a:p>
                  </a:txBody>
                  <a:tcPr marL="0" marR="0" marT="31115" marB="0"/>
                </a:tc>
                <a:extLst>
                  <a:ext uri="{0D108BD9-81ED-4DB2-BD59-A6C34878D82A}">
                    <a16:rowId xmlns:a16="http://schemas.microsoft.com/office/drawing/2014/main" val="10009"/>
                  </a:ext>
                </a:extLst>
              </a:tr>
              <a:tr h="447811">
                <a:tc>
                  <a:txBody>
                    <a:bodyPr/>
                    <a:lstStyle/>
                    <a:p>
                      <a:pPr marL="91440">
                        <a:lnSpc>
                          <a:spcPct val="100000"/>
                        </a:lnSpc>
                        <a:spcBef>
                          <a:spcPts val="245"/>
                        </a:spcBef>
                      </a:pPr>
                      <a:r>
                        <a:rPr sz="1800" dirty="0"/>
                        <a:t>Load</a:t>
                      </a:r>
                      <a:r>
                        <a:rPr sz="1800" spc="-40" dirty="0"/>
                        <a:t> </a:t>
                      </a:r>
                      <a:r>
                        <a:rPr sz="1800" spc="-10" dirty="0"/>
                        <a:t>Distribution</a:t>
                      </a:r>
                      <a:endParaRPr sz="1800" dirty="0">
                        <a:latin typeface="Calibri"/>
                        <a:cs typeface="Calibri"/>
                      </a:endParaRPr>
                    </a:p>
                  </a:txBody>
                  <a:tcPr marL="0" marR="0" marT="31115" marB="0"/>
                </a:tc>
                <a:tc>
                  <a:txBody>
                    <a:bodyPr/>
                    <a:lstStyle/>
                    <a:p>
                      <a:pPr marL="91440" marR="1819910">
                        <a:lnSpc>
                          <a:spcPct val="100000"/>
                        </a:lnSpc>
                        <a:spcBef>
                          <a:spcPts val="245"/>
                        </a:spcBef>
                      </a:pPr>
                      <a:r>
                        <a:rPr sz="1800" dirty="0"/>
                        <a:t>Front</a:t>
                      </a:r>
                      <a:r>
                        <a:rPr sz="1800" spc="-40" dirty="0"/>
                        <a:t> </a:t>
                      </a:r>
                      <a:r>
                        <a:rPr sz="1800" dirty="0"/>
                        <a:t>:</a:t>
                      </a:r>
                      <a:r>
                        <a:rPr sz="1800" spc="-25" dirty="0"/>
                        <a:t> </a:t>
                      </a:r>
                      <a:r>
                        <a:rPr sz="1800" spc="-30" dirty="0"/>
                        <a:t> </a:t>
                      </a:r>
                      <a:r>
                        <a:rPr lang="en-US" sz="1800" spc="-30" dirty="0"/>
                        <a:t>35</a:t>
                      </a:r>
                      <a:r>
                        <a:rPr sz="1800" spc="-50" dirty="0"/>
                        <a:t>% </a:t>
                      </a:r>
                      <a:r>
                        <a:rPr sz="1800" dirty="0"/>
                        <a:t>Rear</a:t>
                      </a:r>
                      <a:r>
                        <a:rPr sz="1800" spc="-30" dirty="0"/>
                        <a:t> </a:t>
                      </a:r>
                      <a:r>
                        <a:rPr sz="1800" dirty="0"/>
                        <a:t>:</a:t>
                      </a:r>
                      <a:r>
                        <a:rPr lang="en-US" sz="1800" spc="-25" dirty="0"/>
                        <a:t> </a:t>
                      </a:r>
                      <a:r>
                        <a:rPr sz="1800" spc="-30" dirty="0"/>
                        <a:t> </a:t>
                      </a:r>
                      <a:r>
                        <a:rPr lang="en-US" sz="1800" spc="-30" dirty="0"/>
                        <a:t>75</a:t>
                      </a:r>
                      <a:r>
                        <a:rPr sz="1800" spc="-50" dirty="0"/>
                        <a:t>%</a:t>
                      </a:r>
                      <a:endParaRPr sz="1800" dirty="0">
                        <a:latin typeface="Calibri"/>
                        <a:cs typeface="Calibri"/>
                      </a:endParaRPr>
                    </a:p>
                  </a:txBody>
                  <a:tcPr marL="0" marR="0" marT="31115" marB="0"/>
                </a:tc>
                <a:extLst>
                  <a:ext uri="{0D108BD9-81ED-4DB2-BD59-A6C34878D82A}">
                    <a16:rowId xmlns:a16="http://schemas.microsoft.com/office/drawing/2014/main" val="10010"/>
                  </a:ext>
                </a:extLst>
              </a:tr>
            </a:tbl>
          </a:graphicData>
        </a:graphic>
      </p:graphicFrame>
      <p:grpSp>
        <p:nvGrpSpPr>
          <p:cNvPr id="3" name="object 4">
            <a:extLst>
              <a:ext uri="{FF2B5EF4-FFF2-40B4-BE49-F238E27FC236}">
                <a16:creationId xmlns:a16="http://schemas.microsoft.com/office/drawing/2014/main" id="{2D30FE30-4A9F-FE4B-192A-74E5367CA209}"/>
              </a:ext>
            </a:extLst>
          </p:cNvPr>
          <p:cNvGrpSpPr/>
          <p:nvPr/>
        </p:nvGrpSpPr>
        <p:grpSpPr>
          <a:xfrm>
            <a:off x="6196458" y="955339"/>
            <a:ext cx="5868670" cy="2847975"/>
            <a:chOff x="6191694" y="582866"/>
            <a:chExt cx="5868670" cy="2847975"/>
          </a:xfrm>
        </p:grpSpPr>
        <p:pic>
          <p:nvPicPr>
            <p:cNvPr id="5" name="object 5">
              <a:extLst>
                <a:ext uri="{FF2B5EF4-FFF2-40B4-BE49-F238E27FC236}">
                  <a16:creationId xmlns:a16="http://schemas.microsoft.com/office/drawing/2014/main" id="{4656D580-FABF-E26A-BDC6-BE0149671B69}"/>
                </a:ext>
              </a:extLst>
            </p:cNvPr>
            <p:cNvPicPr/>
            <p:nvPr/>
          </p:nvPicPr>
          <p:blipFill>
            <a:blip r:embed="rId4" cstate="print"/>
            <a:stretch>
              <a:fillRect/>
            </a:stretch>
          </p:blipFill>
          <p:spPr>
            <a:xfrm>
              <a:off x="6201283" y="592328"/>
              <a:ext cx="5828841" cy="2792560"/>
            </a:xfrm>
            <a:prstGeom prst="rect">
              <a:avLst/>
            </a:prstGeom>
          </p:spPr>
        </p:pic>
        <p:sp>
          <p:nvSpPr>
            <p:cNvPr id="6" name="object 6">
              <a:extLst>
                <a:ext uri="{FF2B5EF4-FFF2-40B4-BE49-F238E27FC236}">
                  <a16:creationId xmlns:a16="http://schemas.microsoft.com/office/drawing/2014/main" id="{9C7CBA51-98D1-526B-93F9-F584C61DF1B3}"/>
                </a:ext>
              </a:extLst>
            </p:cNvPr>
            <p:cNvSpPr/>
            <p:nvPr/>
          </p:nvSpPr>
          <p:spPr>
            <a:xfrm>
              <a:off x="6196457" y="587629"/>
              <a:ext cx="5859145" cy="2838450"/>
            </a:xfrm>
            <a:custGeom>
              <a:avLst/>
              <a:gdLst/>
              <a:ahLst/>
              <a:cxnLst/>
              <a:rect l="l" t="t" r="r" b="b"/>
              <a:pathLst>
                <a:path w="5859145" h="2838450">
                  <a:moveTo>
                    <a:pt x="0" y="2838196"/>
                  </a:moveTo>
                  <a:lnTo>
                    <a:pt x="5858891" y="2838196"/>
                  </a:lnTo>
                  <a:lnTo>
                    <a:pt x="5858891" y="0"/>
                  </a:lnTo>
                  <a:lnTo>
                    <a:pt x="0" y="0"/>
                  </a:lnTo>
                  <a:lnTo>
                    <a:pt x="0" y="2838196"/>
                  </a:lnTo>
                  <a:close/>
                </a:path>
              </a:pathLst>
            </a:custGeom>
            <a:ln w="9525">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grpSp>
      <p:sp>
        <p:nvSpPr>
          <p:cNvPr id="8" name="object 7">
            <a:extLst>
              <a:ext uri="{FF2B5EF4-FFF2-40B4-BE49-F238E27FC236}">
                <a16:creationId xmlns:a16="http://schemas.microsoft.com/office/drawing/2014/main" id="{BC8F46A3-CE81-CC5C-B4DB-E6DD71F77596}"/>
              </a:ext>
            </a:extLst>
          </p:cNvPr>
          <p:cNvSpPr txBox="1"/>
          <p:nvPr/>
        </p:nvSpPr>
        <p:spPr>
          <a:xfrm>
            <a:off x="7966354" y="3840491"/>
            <a:ext cx="2308225" cy="566822"/>
          </a:xfrm>
          <a:prstGeom prst="rect">
            <a:avLst/>
          </a:prstGeom>
        </p:spPr>
        <p:txBody>
          <a:bodyPr vert="horz" wrap="square" lIns="0" tIns="12700" rIns="0" bIns="0" rtlCol="0">
            <a:spAutoFit/>
          </a:bodyPr>
          <a:lstStyle/>
          <a:p>
            <a:pPr marL="12700">
              <a:lnSpc>
                <a:spcPct val="100000"/>
              </a:lnSpc>
              <a:spcBef>
                <a:spcPts val="100"/>
              </a:spcBef>
            </a:pPr>
            <a:r>
              <a:rPr sz="1800" b="1" dirty="0">
                <a:latin typeface="Times New Roman" panose="02020603050405020304" pitchFamily="18" charset="0"/>
                <a:cs typeface="Times New Roman" panose="02020603050405020304" pitchFamily="18" charset="0"/>
              </a:rPr>
              <a:t>Fig.</a:t>
            </a:r>
            <a:r>
              <a:rPr sz="1800" b="1" spc="-50" dirty="0">
                <a:latin typeface="Times New Roman" panose="02020603050405020304" pitchFamily="18" charset="0"/>
                <a:cs typeface="Times New Roman" panose="02020603050405020304" pitchFamily="18" charset="0"/>
              </a:rPr>
              <a:t> </a:t>
            </a:r>
            <a:r>
              <a:rPr sz="1800" b="1" dirty="0">
                <a:latin typeface="Times New Roman" panose="02020603050405020304" pitchFamily="18" charset="0"/>
                <a:cs typeface="Times New Roman" panose="02020603050405020304" pitchFamily="18" charset="0"/>
              </a:rPr>
              <a:t>Disk</a:t>
            </a:r>
            <a:r>
              <a:rPr sz="1800" b="1" spc="5" dirty="0">
                <a:latin typeface="Times New Roman" panose="02020603050405020304" pitchFamily="18" charset="0"/>
                <a:cs typeface="Times New Roman" panose="02020603050405020304" pitchFamily="18" charset="0"/>
              </a:rPr>
              <a:t> </a:t>
            </a:r>
            <a:r>
              <a:rPr sz="1800" b="1" dirty="0">
                <a:latin typeface="Times New Roman" panose="02020603050405020304" pitchFamily="18" charset="0"/>
                <a:cs typeface="Times New Roman" panose="02020603050405020304" pitchFamily="18" charset="0"/>
              </a:rPr>
              <a:t>vs.</a:t>
            </a:r>
            <a:r>
              <a:rPr sz="1800" b="1" spc="-15" dirty="0">
                <a:latin typeface="Times New Roman" panose="02020603050405020304" pitchFamily="18" charset="0"/>
                <a:cs typeface="Times New Roman" panose="02020603050405020304" pitchFamily="18" charset="0"/>
              </a:rPr>
              <a:t> </a:t>
            </a:r>
            <a:r>
              <a:rPr sz="1800" b="1" dirty="0">
                <a:latin typeface="Times New Roman" panose="02020603050405020304" pitchFamily="18" charset="0"/>
                <a:cs typeface="Times New Roman" panose="02020603050405020304" pitchFamily="18" charset="0"/>
              </a:rPr>
              <a:t>drum</a:t>
            </a:r>
            <a:r>
              <a:rPr sz="1800" b="1" spc="-10" dirty="0">
                <a:latin typeface="Times New Roman" panose="02020603050405020304" pitchFamily="18" charset="0"/>
                <a:cs typeface="Times New Roman" panose="02020603050405020304" pitchFamily="18" charset="0"/>
              </a:rPr>
              <a:t> </a:t>
            </a:r>
            <a:r>
              <a:rPr sz="1800" b="1" spc="-20" dirty="0">
                <a:latin typeface="Times New Roman" panose="02020603050405020304" pitchFamily="18" charset="0"/>
                <a:cs typeface="Times New Roman" panose="02020603050405020304" pitchFamily="18" charset="0"/>
              </a:rPr>
              <a:t>Graph</a:t>
            </a:r>
            <a:endParaRPr sz="1800" dirty="0">
              <a:latin typeface="Times New Roman" panose="02020603050405020304" pitchFamily="18" charset="0"/>
              <a:cs typeface="Times New Roman" panose="02020603050405020304" pitchFamily="18" charset="0"/>
            </a:endParaRPr>
          </a:p>
        </p:txBody>
      </p:sp>
      <p:grpSp>
        <p:nvGrpSpPr>
          <p:cNvPr id="10" name="object 8">
            <a:extLst>
              <a:ext uri="{FF2B5EF4-FFF2-40B4-BE49-F238E27FC236}">
                <a16:creationId xmlns:a16="http://schemas.microsoft.com/office/drawing/2014/main" id="{296645C3-3F43-1B48-32D9-74BE5A19D12A}"/>
              </a:ext>
            </a:extLst>
          </p:cNvPr>
          <p:cNvGrpSpPr/>
          <p:nvPr/>
        </p:nvGrpSpPr>
        <p:grpSpPr>
          <a:xfrm>
            <a:off x="8924480" y="4156798"/>
            <a:ext cx="3135630" cy="1896110"/>
            <a:chOff x="8924480" y="4156798"/>
            <a:chExt cx="3135630" cy="1896110"/>
          </a:xfrm>
        </p:grpSpPr>
        <p:pic>
          <p:nvPicPr>
            <p:cNvPr id="11" name="object 9">
              <a:extLst>
                <a:ext uri="{FF2B5EF4-FFF2-40B4-BE49-F238E27FC236}">
                  <a16:creationId xmlns:a16="http://schemas.microsoft.com/office/drawing/2014/main" id="{BCA4D9E4-58D9-D271-B1E4-C929906C3B0F}"/>
                </a:ext>
              </a:extLst>
            </p:cNvPr>
            <p:cNvPicPr/>
            <p:nvPr/>
          </p:nvPicPr>
          <p:blipFill>
            <a:blip r:embed="rId5" cstate="print"/>
            <a:stretch>
              <a:fillRect/>
            </a:stretch>
          </p:blipFill>
          <p:spPr>
            <a:xfrm>
              <a:off x="8933942" y="4166323"/>
              <a:ext cx="3116579" cy="1876552"/>
            </a:xfrm>
            <a:prstGeom prst="rect">
              <a:avLst/>
            </a:prstGeom>
          </p:spPr>
        </p:pic>
        <p:sp>
          <p:nvSpPr>
            <p:cNvPr id="12" name="object 10">
              <a:extLst>
                <a:ext uri="{FF2B5EF4-FFF2-40B4-BE49-F238E27FC236}">
                  <a16:creationId xmlns:a16="http://schemas.microsoft.com/office/drawing/2014/main" id="{86ABD206-5D38-76D8-518D-45DC5EA989C8}"/>
                </a:ext>
              </a:extLst>
            </p:cNvPr>
            <p:cNvSpPr/>
            <p:nvPr/>
          </p:nvSpPr>
          <p:spPr>
            <a:xfrm>
              <a:off x="8929243" y="4161561"/>
              <a:ext cx="3126105" cy="1886585"/>
            </a:xfrm>
            <a:custGeom>
              <a:avLst/>
              <a:gdLst/>
              <a:ahLst/>
              <a:cxnLst/>
              <a:rect l="l" t="t" r="r" b="b"/>
              <a:pathLst>
                <a:path w="3126104" h="1886585">
                  <a:moveTo>
                    <a:pt x="0" y="1886077"/>
                  </a:moveTo>
                  <a:lnTo>
                    <a:pt x="3126104" y="1886077"/>
                  </a:lnTo>
                  <a:lnTo>
                    <a:pt x="3126104" y="0"/>
                  </a:lnTo>
                  <a:lnTo>
                    <a:pt x="0" y="0"/>
                  </a:lnTo>
                  <a:lnTo>
                    <a:pt x="0" y="1886077"/>
                  </a:lnTo>
                  <a:close/>
                </a:path>
              </a:pathLst>
            </a:custGeom>
            <a:ln w="9525">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grpSp>
      <p:grpSp>
        <p:nvGrpSpPr>
          <p:cNvPr id="13" name="object 11">
            <a:extLst>
              <a:ext uri="{FF2B5EF4-FFF2-40B4-BE49-F238E27FC236}">
                <a16:creationId xmlns:a16="http://schemas.microsoft.com/office/drawing/2014/main" id="{C1842C58-52C2-D5FB-EB87-175D76B2FB0F}"/>
              </a:ext>
            </a:extLst>
          </p:cNvPr>
          <p:cNvGrpSpPr/>
          <p:nvPr/>
        </p:nvGrpSpPr>
        <p:grpSpPr>
          <a:xfrm>
            <a:off x="6178867" y="4166933"/>
            <a:ext cx="2609850" cy="1896110"/>
            <a:chOff x="6178867" y="4166933"/>
            <a:chExt cx="2609850" cy="1896110"/>
          </a:xfrm>
        </p:grpSpPr>
        <p:pic>
          <p:nvPicPr>
            <p:cNvPr id="14" name="object 12">
              <a:extLst>
                <a:ext uri="{FF2B5EF4-FFF2-40B4-BE49-F238E27FC236}">
                  <a16:creationId xmlns:a16="http://schemas.microsoft.com/office/drawing/2014/main" id="{46BEDA46-891F-637D-C809-F4812B4694C2}"/>
                </a:ext>
              </a:extLst>
            </p:cNvPr>
            <p:cNvPicPr/>
            <p:nvPr/>
          </p:nvPicPr>
          <p:blipFill>
            <a:blip r:embed="rId6" cstate="print"/>
            <a:stretch>
              <a:fillRect/>
            </a:stretch>
          </p:blipFill>
          <p:spPr>
            <a:xfrm>
              <a:off x="6188328" y="4176458"/>
              <a:ext cx="2590546" cy="1876552"/>
            </a:xfrm>
            <a:prstGeom prst="rect">
              <a:avLst/>
            </a:prstGeom>
          </p:spPr>
        </p:pic>
        <p:sp>
          <p:nvSpPr>
            <p:cNvPr id="15" name="object 13">
              <a:extLst>
                <a:ext uri="{FF2B5EF4-FFF2-40B4-BE49-F238E27FC236}">
                  <a16:creationId xmlns:a16="http://schemas.microsoft.com/office/drawing/2014/main" id="{C2538453-34EF-65B9-96D1-EEB52EB3EE6A}"/>
                </a:ext>
              </a:extLst>
            </p:cNvPr>
            <p:cNvSpPr/>
            <p:nvPr/>
          </p:nvSpPr>
          <p:spPr>
            <a:xfrm>
              <a:off x="6183629" y="4171696"/>
              <a:ext cx="2600325" cy="1886585"/>
            </a:xfrm>
            <a:custGeom>
              <a:avLst/>
              <a:gdLst/>
              <a:ahLst/>
              <a:cxnLst/>
              <a:rect l="l" t="t" r="r" b="b"/>
              <a:pathLst>
                <a:path w="2600325" h="1886585">
                  <a:moveTo>
                    <a:pt x="0" y="1886077"/>
                  </a:moveTo>
                  <a:lnTo>
                    <a:pt x="2600071" y="1886077"/>
                  </a:lnTo>
                  <a:lnTo>
                    <a:pt x="2600071" y="0"/>
                  </a:lnTo>
                  <a:lnTo>
                    <a:pt x="0" y="0"/>
                  </a:lnTo>
                  <a:lnTo>
                    <a:pt x="0" y="1886077"/>
                  </a:lnTo>
                  <a:close/>
                </a:path>
              </a:pathLst>
            </a:custGeom>
            <a:ln w="9525">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grpSp>
      <p:sp>
        <p:nvSpPr>
          <p:cNvPr id="16" name="object 14">
            <a:extLst>
              <a:ext uri="{FF2B5EF4-FFF2-40B4-BE49-F238E27FC236}">
                <a16:creationId xmlns:a16="http://schemas.microsoft.com/office/drawing/2014/main" id="{0D64CC08-DE0D-EFC0-5E7C-29F17B62A80D}"/>
              </a:ext>
            </a:extLst>
          </p:cNvPr>
          <p:cNvSpPr txBox="1"/>
          <p:nvPr/>
        </p:nvSpPr>
        <p:spPr>
          <a:xfrm>
            <a:off x="6523481" y="6154623"/>
            <a:ext cx="1872614" cy="566822"/>
          </a:xfrm>
          <a:prstGeom prst="rect">
            <a:avLst/>
          </a:prstGeom>
        </p:spPr>
        <p:txBody>
          <a:bodyPr vert="horz" wrap="square" lIns="0" tIns="12700" rIns="0" bIns="0" rtlCol="0">
            <a:spAutoFit/>
          </a:bodyPr>
          <a:lstStyle/>
          <a:p>
            <a:pPr marL="12700">
              <a:lnSpc>
                <a:spcPct val="100000"/>
              </a:lnSpc>
              <a:spcBef>
                <a:spcPts val="100"/>
              </a:spcBef>
            </a:pPr>
            <a:r>
              <a:rPr sz="1800" b="1" dirty="0">
                <a:latin typeface="Times New Roman" panose="02020603050405020304" pitchFamily="18" charset="0"/>
                <a:cs typeface="Times New Roman" panose="02020603050405020304" pitchFamily="18" charset="0"/>
              </a:rPr>
              <a:t>Fig</a:t>
            </a:r>
            <a:r>
              <a:rPr sz="1800" b="1" spc="-50" dirty="0">
                <a:latin typeface="Times New Roman" panose="02020603050405020304" pitchFamily="18" charset="0"/>
                <a:cs typeface="Times New Roman" panose="02020603050405020304" pitchFamily="18" charset="0"/>
              </a:rPr>
              <a:t> </a:t>
            </a:r>
            <a:r>
              <a:rPr sz="1800" b="1" dirty="0">
                <a:latin typeface="Times New Roman" panose="02020603050405020304" pitchFamily="18" charset="0"/>
                <a:cs typeface="Times New Roman" panose="02020603050405020304" pitchFamily="18" charset="0"/>
              </a:rPr>
              <a:t>:</a:t>
            </a:r>
            <a:r>
              <a:rPr sz="1800" b="1" spc="-15" dirty="0">
                <a:latin typeface="Times New Roman" panose="02020603050405020304" pitchFamily="18" charset="0"/>
                <a:cs typeface="Times New Roman" panose="02020603050405020304" pitchFamily="18" charset="0"/>
              </a:rPr>
              <a:t> </a:t>
            </a:r>
            <a:r>
              <a:rPr sz="1800" b="1" spc="-10" dirty="0">
                <a:latin typeface="Times New Roman" panose="02020603050405020304" pitchFamily="18" charset="0"/>
                <a:cs typeface="Times New Roman" panose="02020603050405020304" pitchFamily="18" charset="0"/>
              </a:rPr>
              <a:t>Braking</a:t>
            </a:r>
            <a:r>
              <a:rPr sz="1800" b="1" spc="-15" dirty="0">
                <a:latin typeface="Times New Roman" panose="02020603050405020304" pitchFamily="18" charset="0"/>
                <a:cs typeface="Times New Roman" panose="02020603050405020304" pitchFamily="18" charset="0"/>
              </a:rPr>
              <a:t> </a:t>
            </a:r>
            <a:r>
              <a:rPr sz="1800" b="1" spc="-10" dirty="0">
                <a:latin typeface="Times New Roman" panose="02020603050405020304" pitchFamily="18" charset="0"/>
                <a:cs typeface="Times New Roman" panose="02020603050405020304" pitchFamily="18" charset="0"/>
              </a:rPr>
              <a:t>system</a:t>
            </a:r>
            <a:endParaRPr sz="1800">
              <a:latin typeface="Times New Roman" panose="02020603050405020304" pitchFamily="18" charset="0"/>
              <a:cs typeface="Times New Roman" panose="02020603050405020304" pitchFamily="18" charset="0"/>
            </a:endParaRPr>
          </a:p>
        </p:txBody>
      </p:sp>
      <p:sp>
        <p:nvSpPr>
          <p:cNvPr id="17" name="object 15">
            <a:extLst>
              <a:ext uri="{FF2B5EF4-FFF2-40B4-BE49-F238E27FC236}">
                <a16:creationId xmlns:a16="http://schemas.microsoft.com/office/drawing/2014/main" id="{DE94189F-F989-41C9-A2CD-9C1A579F51A3}"/>
              </a:ext>
            </a:extLst>
          </p:cNvPr>
          <p:cNvSpPr txBox="1"/>
          <p:nvPr/>
        </p:nvSpPr>
        <p:spPr>
          <a:xfrm>
            <a:off x="9392792" y="6154623"/>
            <a:ext cx="2543361" cy="289823"/>
          </a:xfrm>
          <a:prstGeom prst="rect">
            <a:avLst/>
          </a:prstGeom>
        </p:spPr>
        <p:txBody>
          <a:bodyPr vert="horz" wrap="square" lIns="0" tIns="12700" rIns="0" bIns="0" rtlCol="0">
            <a:spAutoFit/>
          </a:bodyPr>
          <a:lstStyle/>
          <a:p>
            <a:pPr marL="12700">
              <a:lnSpc>
                <a:spcPct val="100000"/>
              </a:lnSpc>
              <a:spcBef>
                <a:spcPts val="100"/>
              </a:spcBef>
            </a:pPr>
            <a:r>
              <a:rPr sz="1800" b="1" dirty="0">
                <a:latin typeface="Times New Roman" panose="02020603050405020304" pitchFamily="18" charset="0"/>
                <a:cs typeface="Times New Roman" panose="02020603050405020304" pitchFamily="18" charset="0"/>
              </a:rPr>
              <a:t>Fig.</a:t>
            </a:r>
            <a:r>
              <a:rPr sz="1800" b="1" spc="-25" dirty="0">
                <a:latin typeface="Times New Roman" panose="02020603050405020304" pitchFamily="18" charset="0"/>
                <a:cs typeface="Times New Roman" panose="02020603050405020304" pitchFamily="18" charset="0"/>
              </a:rPr>
              <a:t> </a:t>
            </a:r>
            <a:r>
              <a:rPr sz="1800" b="1" dirty="0">
                <a:latin typeface="Times New Roman" panose="02020603050405020304" pitchFamily="18" charset="0"/>
                <a:cs typeface="Times New Roman" panose="02020603050405020304" pitchFamily="18" charset="0"/>
              </a:rPr>
              <a:t>Cad</a:t>
            </a:r>
            <a:r>
              <a:rPr sz="1800" b="1" spc="-20" dirty="0">
                <a:latin typeface="Times New Roman" panose="02020603050405020304" pitchFamily="18" charset="0"/>
                <a:cs typeface="Times New Roman" panose="02020603050405020304" pitchFamily="18" charset="0"/>
              </a:rPr>
              <a:t> </a:t>
            </a:r>
            <a:r>
              <a:rPr sz="1800" b="1" dirty="0">
                <a:latin typeface="Times New Roman" panose="02020603050405020304" pitchFamily="18" charset="0"/>
                <a:cs typeface="Times New Roman" panose="02020603050405020304" pitchFamily="18" charset="0"/>
              </a:rPr>
              <a:t>Model of</a:t>
            </a:r>
            <a:r>
              <a:rPr sz="1800" b="1" spc="-30" dirty="0">
                <a:latin typeface="Times New Roman" panose="02020603050405020304" pitchFamily="18" charset="0"/>
                <a:cs typeface="Times New Roman" panose="02020603050405020304" pitchFamily="18" charset="0"/>
              </a:rPr>
              <a:t> </a:t>
            </a:r>
            <a:r>
              <a:rPr sz="1800" b="1" spc="-20" dirty="0">
                <a:latin typeface="Times New Roman" panose="02020603050405020304" pitchFamily="18" charset="0"/>
                <a:cs typeface="Times New Roman" panose="02020603050405020304" pitchFamily="18" charset="0"/>
              </a:rPr>
              <a:t>Disc</a:t>
            </a:r>
            <a:endParaRPr sz="1800" dirty="0">
              <a:latin typeface="Times New Roman" panose="02020603050405020304" pitchFamily="18" charset="0"/>
              <a:cs typeface="Times New Roman" panose="02020603050405020304" pitchFamily="18" charset="0"/>
            </a:endParaRPr>
          </a:p>
        </p:txBody>
      </p:sp>
      <p:graphicFrame>
        <p:nvGraphicFramePr>
          <p:cNvPr id="18" name="object 16">
            <a:extLst>
              <a:ext uri="{FF2B5EF4-FFF2-40B4-BE49-F238E27FC236}">
                <a16:creationId xmlns:a16="http://schemas.microsoft.com/office/drawing/2014/main" id="{02751499-A3EF-0CCE-5A0B-3539BA81C925}"/>
              </a:ext>
            </a:extLst>
          </p:cNvPr>
          <p:cNvGraphicFramePr>
            <a:graphicFrameLocks noGrp="1"/>
          </p:cNvGraphicFramePr>
          <p:nvPr>
            <p:extLst>
              <p:ext uri="{D42A27DB-BD31-4B8C-83A1-F6EECF244321}">
                <p14:modId xmlns:p14="http://schemas.microsoft.com/office/powerpoint/2010/main" val="3962221315"/>
              </p:ext>
            </p:extLst>
          </p:nvPr>
        </p:nvGraphicFramePr>
        <p:xfrm>
          <a:off x="219786" y="4984622"/>
          <a:ext cx="5750559" cy="1462405"/>
        </p:xfrm>
        <a:graphic>
          <a:graphicData uri="http://schemas.openxmlformats.org/drawingml/2006/table">
            <a:tbl>
              <a:tblPr firstRow="1" bandRow="1">
                <a:tableStyleId>{5DA37D80-6434-44D0-A028-1B22A696006F}</a:tableStyleId>
              </a:tblPr>
              <a:tblGrid>
                <a:gridCol w="1967230">
                  <a:extLst>
                    <a:ext uri="{9D8B030D-6E8A-4147-A177-3AD203B41FA5}">
                      <a16:colId xmlns:a16="http://schemas.microsoft.com/office/drawing/2014/main" val="20000"/>
                    </a:ext>
                  </a:extLst>
                </a:gridCol>
                <a:gridCol w="1891665">
                  <a:extLst>
                    <a:ext uri="{9D8B030D-6E8A-4147-A177-3AD203B41FA5}">
                      <a16:colId xmlns:a16="http://schemas.microsoft.com/office/drawing/2014/main" val="20001"/>
                    </a:ext>
                  </a:extLst>
                </a:gridCol>
                <a:gridCol w="1891664">
                  <a:extLst>
                    <a:ext uri="{9D8B030D-6E8A-4147-A177-3AD203B41FA5}">
                      <a16:colId xmlns:a16="http://schemas.microsoft.com/office/drawing/2014/main" val="20002"/>
                    </a:ext>
                  </a:extLst>
                </a:gridCol>
              </a:tblGrid>
              <a:tr h="365760">
                <a:tc>
                  <a:txBody>
                    <a:bodyPr/>
                    <a:lstStyle/>
                    <a:p>
                      <a:pPr marL="91440">
                        <a:lnSpc>
                          <a:spcPct val="100000"/>
                        </a:lnSpc>
                        <a:spcBef>
                          <a:spcPts val="245"/>
                        </a:spcBef>
                      </a:pPr>
                      <a:r>
                        <a:rPr sz="1800" b="1" spc="-10" dirty="0"/>
                        <a:t>Speed</a:t>
                      </a:r>
                      <a:endParaRPr sz="1800">
                        <a:latin typeface="Calibri"/>
                        <a:cs typeface="Calibri"/>
                      </a:endParaRPr>
                    </a:p>
                  </a:txBody>
                  <a:tcPr marL="0" marR="0" marT="31115" marB="0"/>
                </a:tc>
                <a:tc>
                  <a:txBody>
                    <a:bodyPr/>
                    <a:lstStyle/>
                    <a:p>
                      <a:pPr marL="91440">
                        <a:lnSpc>
                          <a:spcPct val="100000"/>
                        </a:lnSpc>
                        <a:spcBef>
                          <a:spcPts val="245"/>
                        </a:spcBef>
                      </a:pPr>
                      <a:r>
                        <a:rPr sz="1800" b="1" dirty="0"/>
                        <a:t>Stopping</a:t>
                      </a:r>
                      <a:r>
                        <a:rPr sz="1800" b="1" spc="-80" dirty="0"/>
                        <a:t> </a:t>
                      </a:r>
                      <a:r>
                        <a:rPr sz="1800" b="1" spc="-10" dirty="0"/>
                        <a:t>Distance</a:t>
                      </a:r>
                      <a:endParaRPr sz="1800">
                        <a:latin typeface="Calibri"/>
                        <a:cs typeface="Calibri"/>
                      </a:endParaRPr>
                    </a:p>
                  </a:txBody>
                  <a:tcPr marL="0" marR="0" marT="31115" marB="0"/>
                </a:tc>
                <a:tc>
                  <a:txBody>
                    <a:bodyPr/>
                    <a:lstStyle/>
                    <a:p>
                      <a:pPr marL="91440">
                        <a:lnSpc>
                          <a:spcPct val="100000"/>
                        </a:lnSpc>
                        <a:spcBef>
                          <a:spcPts val="245"/>
                        </a:spcBef>
                      </a:pPr>
                      <a:r>
                        <a:rPr sz="1800" b="1" dirty="0"/>
                        <a:t>Stopping</a:t>
                      </a:r>
                      <a:r>
                        <a:rPr sz="1800" b="1" spc="-80" dirty="0"/>
                        <a:t> </a:t>
                      </a:r>
                      <a:r>
                        <a:rPr sz="1800" b="1" spc="-20" dirty="0"/>
                        <a:t>Time</a:t>
                      </a:r>
                      <a:endParaRPr sz="1800">
                        <a:latin typeface="Calibri"/>
                        <a:cs typeface="Calibri"/>
                      </a:endParaRPr>
                    </a:p>
                  </a:txBody>
                  <a:tcPr marL="0" marR="0" marT="31115" marB="0"/>
                </a:tc>
                <a:extLst>
                  <a:ext uri="{0D108BD9-81ED-4DB2-BD59-A6C34878D82A}">
                    <a16:rowId xmlns:a16="http://schemas.microsoft.com/office/drawing/2014/main" val="10000"/>
                  </a:ext>
                </a:extLst>
              </a:tr>
              <a:tr h="365125">
                <a:tc>
                  <a:txBody>
                    <a:bodyPr/>
                    <a:lstStyle/>
                    <a:p>
                      <a:pPr marL="91440">
                        <a:lnSpc>
                          <a:spcPct val="100000"/>
                        </a:lnSpc>
                        <a:spcBef>
                          <a:spcPts val="245"/>
                        </a:spcBef>
                      </a:pPr>
                      <a:r>
                        <a:rPr sz="1800" dirty="0"/>
                        <a:t>30</a:t>
                      </a:r>
                      <a:r>
                        <a:rPr sz="1800" spc="-20" dirty="0"/>
                        <a:t> </a:t>
                      </a:r>
                      <a:r>
                        <a:rPr sz="1800" spc="-10" dirty="0"/>
                        <a:t>Km/hr</a:t>
                      </a:r>
                      <a:endParaRPr sz="1800" dirty="0">
                        <a:latin typeface="Calibri"/>
                        <a:cs typeface="Calibri"/>
                      </a:endParaRPr>
                    </a:p>
                  </a:txBody>
                  <a:tcPr marL="0" marR="0" marT="31115" marB="0"/>
                </a:tc>
                <a:tc>
                  <a:txBody>
                    <a:bodyPr/>
                    <a:lstStyle/>
                    <a:p>
                      <a:pPr marL="91440">
                        <a:lnSpc>
                          <a:spcPct val="100000"/>
                        </a:lnSpc>
                        <a:spcBef>
                          <a:spcPts val="245"/>
                        </a:spcBef>
                      </a:pPr>
                      <a:r>
                        <a:rPr sz="1800" dirty="0"/>
                        <a:t>5.89 </a:t>
                      </a:r>
                      <a:r>
                        <a:rPr sz="1800" spc="-50" dirty="0"/>
                        <a:t>m</a:t>
                      </a:r>
                      <a:endParaRPr sz="1800">
                        <a:latin typeface="Calibri"/>
                        <a:cs typeface="Calibri"/>
                      </a:endParaRPr>
                    </a:p>
                  </a:txBody>
                  <a:tcPr marL="0" marR="0" marT="31115" marB="0"/>
                </a:tc>
                <a:tc>
                  <a:txBody>
                    <a:bodyPr/>
                    <a:lstStyle/>
                    <a:p>
                      <a:pPr marL="91440">
                        <a:lnSpc>
                          <a:spcPct val="100000"/>
                        </a:lnSpc>
                        <a:spcBef>
                          <a:spcPts val="245"/>
                        </a:spcBef>
                      </a:pPr>
                      <a:r>
                        <a:rPr sz="1800" dirty="0"/>
                        <a:t>1.41 </a:t>
                      </a:r>
                      <a:r>
                        <a:rPr sz="1800" spc="-25" dirty="0"/>
                        <a:t>sec</a:t>
                      </a:r>
                      <a:endParaRPr sz="1800">
                        <a:latin typeface="Calibri"/>
                        <a:cs typeface="Calibri"/>
                      </a:endParaRPr>
                    </a:p>
                  </a:txBody>
                  <a:tcPr marL="0" marR="0" marT="31115" marB="0"/>
                </a:tc>
                <a:extLst>
                  <a:ext uri="{0D108BD9-81ED-4DB2-BD59-A6C34878D82A}">
                    <a16:rowId xmlns:a16="http://schemas.microsoft.com/office/drawing/2014/main" val="10001"/>
                  </a:ext>
                </a:extLst>
              </a:tr>
              <a:tr h="365760">
                <a:tc>
                  <a:txBody>
                    <a:bodyPr/>
                    <a:lstStyle/>
                    <a:p>
                      <a:pPr marL="91440">
                        <a:lnSpc>
                          <a:spcPct val="100000"/>
                        </a:lnSpc>
                        <a:spcBef>
                          <a:spcPts val="250"/>
                        </a:spcBef>
                      </a:pPr>
                      <a:r>
                        <a:rPr sz="1800" dirty="0"/>
                        <a:t>60 </a:t>
                      </a:r>
                      <a:r>
                        <a:rPr sz="1800" spc="-10" dirty="0"/>
                        <a:t>Km/hr</a:t>
                      </a:r>
                      <a:endParaRPr sz="1800" dirty="0">
                        <a:latin typeface="Calibri"/>
                        <a:cs typeface="Calibri"/>
                      </a:endParaRPr>
                    </a:p>
                  </a:txBody>
                  <a:tcPr marL="0" marR="0" marT="31750" marB="0"/>
                </a:tc>
                <a:tc>
                  <a:txBody>
                    <a:bodyPr/>
                    <a:lstStyle/>
                    <a:p>
                      <a:pPr marL="91440">
                        <a:lnSpc>
                          <a:spcPct val="100000"/>
                        </a:lnSpc>
                        <a:spcBef>
                          <a:spcPts val="250"/>
                        </a:spcBef>
                      </a:pPr>
                      <a:r>
                        <a:rPr sz="1800" dirty="0"/>
                        <a:t>23.57</a:t>
                      </a:r>
                      <a:r>
                        <a:rPr sz="1800" spc="-5" dirty="0"/>
                        <a:t> </a:t>
                      </a:r>
                      <a:r>
                        <a:rPr sz="1800" spc="-50" dirty="0"/>
                        <a:t>m</a:t>
                      </a:r>
                      <a:endParaRPr sz="1800">
                        <a:latin typeface="Calibri"/>
                        <a:cs typeface="Calibri"/>
                      </a:endParaRPr>
                    </a:p>
                  </a:txBody>
                  <a:tcPr marL="0" marR="0" marT="31750" marB="0"/>
                </a:tc>
                <a:tc>
                  <a:txBody>
                    <a:bodyPr/>
                    <a:lstStyle/>
                    <a:p>
                      <a:pPr marL="91440">
                        <a:lnSpc>
                          <a:spcPct val="100000"/>
                        </a:lnSpc>
                        <a:spcBef>
                          <a:spcPts val="250"/>
                        </a:spcBef>
                      </a:pPr>
                      <a:r>
                        <a:rPr sz="1800" dirty="0"/>
                        <a:t>2.83 </a:t>
                      </a:r>
                      <a:r>
                        <a:rPr sz="1800" spc="-25" dirty="0"/>
                        <a:t>sec</a:t>
                      </a:r>
                      <a:endParaRPr sz="1800">
                        <a:latin typeface="Calibri"/>
                        <a:cs typeface="Calibri"/>
                      </a:endParaRPr>
                    </a:p>
                  </a:txBody>
                  <a:tcPr marL="0" marR="0" marT="31750" marB="0"/>
                </a:tc>
                <a:extLst>
                  <a:ext uri="{0D108BD9-81ED-4DB2-BD59-A6C34878D82A}">
                    <a16:rowId xmlns:a16="http://schemas.microsoft.com/office/drawing/2014/main" val="10002"/>
                  </a:ext>
                </a:extLst>
              </a:tr>
              <a:tr h="365760">
                <a:tc>
                  <a:txBody>
                    <a:bodyPr/>
                    <a:lstStyle/>
                    <a:p>
                      <a:pPr marL="91440">
                        <a:lnSpc>
                          <a:spcPct val="100000"/>
                        </a:lnSpc>
                        <a:spcBef>
                          <a:spcPts val="250"/>
                        </a:spcBef>
                      </a:pPr>
                      <a:r>
                        <a:rPr sz="1800" dirty="0"/>
                        <a:t>70</a:t>
                      </a:r>
                      <a:r>
                        <a:rPr sz="1800" spc="-25" dirty="0"/>
                        <a:t> </a:t>
                      </a:r>
                      <a:r>
                        <a:rPr sz="1800" spc="-10" dirty="0"/>
                        <a:t>Km/hr</a:t>
                      </a:r>
                      <a:endParaRPr sz="1800">
                        <a:latin typeface="Calibri"/>
                        <a:cs typeface="Calibri"/>
                      </a:endParaRPr>
                    </a:p>
                  </a:txBody>
                  <a:tcPr marL="0" marR="0" marT="31750" marB="0"/>
                </a:tc>
                <a:tc>
                  <a:txBody>
                    <a:bodyPr/>
                    <a:lstStyle/>
                    <a:p>
                      <a:pPr marL="91440">
                        <a:lnSpc>
                          <a:spcPct val="100000"/>
                        </a:lnSpc>
                        <a:spcBef>
                          <a:spcPts val="250"/>
                        </a:spcBef>
                      </a:pPr>
                      <a:r>
                        <a:rPr sz="1800" dirty="0"/>
                        <a:t>31.41 </a:t>
                      </a:r>
                      <a:r>
                        <a:rPr sz="1800" spc="-50" dirty="0"/>
                        <a:t>m</a:t>
                      </a:r>
                      <a:endParaRPr sz="1800">
                        <a:latin typeface="Calibri"/>
                        <a:cs typeface="Calibri"/>
                      </a:endParaRPr>
                    </a:p>
                  </a:txBody>
                  <a:tcPr marL="0" marR="0" marT="31750" marB="0"/>
                </a:tc>
                <a:tc>
                  <a:txBody>
                    <a:bodyPr/>
                    <a:lstStyle/>
                    <a:p>
                      <a:pPr marL="91440">
                        <a:lnSpc>
                          <a:spcPct val="100000"/>
                        </a:lnSpc>
                        <a:spcBef>
                          <a:spcPts val="250"/>
                        </a:spcBef>
                      </a:pPr>
                      <a:r>
                        <a:rPr sz="1800" dirty="0"/>
                        <a:t>3.26 </a:t>
                      </a:r>
                      <a:r>
                        <a:rPr sz="1800" spc="-25" dirty="0"/>
                        <a:t>sec</a:t>
                      </a:r>
                      <a:endParaRPr sz="1800" dirty="0">
                        <a:latin typeface="Calibri"/>
                        <a:cs typeface="Calibri"/>
                      </a:endParaRPr>
                    </a:p>
                  </a:txBody>
                  <a:tcPr marL="0" marR="0" marT="31750" marB="0"/>
                </a:tc>
                <a:extLst>
                  <a:ext uri="{0D108BD9-81ED-4DB2-BD59-A6C34878D82A}">
                    <a16:rowId xmlns:a16="http://schemas.microsoft.com/office/drawing/2014/main" val="10003"/>
                  </a:ext>
                </a:extLst>
              </a:tr>
            </a:tbl>
          </a:graphicData>
        </a:graphic>
      </p:graphicFrame>
      <p:sp>
        <p:nvSpPr>
          <p:cNvPr id="20" name="TextBox 19">
            <a:extLst>
              <a:ext uri="{FF2B5EF4-FFF2-40B4-BE49-F238E27FC236}">
                <a16:creationId xmlns:a16="http://schemas.microsoft.com/office/drawing/2014/main" id="{69F9CC21-94CB-A381-7BE7-B05FEA6F343D}"/>
              </a:ext>
            </a:extLst>
          </p:cNvPr>
          <p:cNvSpPr txBox="1"/>
          <p:nvPr/>
        </p:nvSpPr>
        <p:spPr>
          <a:xfrm>
            <a:off x="657533" y="127465"/>
            <a:ext cx="10522974" cy="400110"/>
          </a:xfrm>
          <a:prstGeom prst="rect">
            <a:avLst/>
          </a:prstGeom>
          <a:noFill/>
        </p:spPr>
        <p:txBody>
          <a:bodyPr wrap="square">
            <a:spAutoFit/>
          </a:bodyPr>
          <a:lstStyle/>
          <a:p>
            <a:pPr algn="ctr"/>
            <a:r>
              <a:rPr lang="en-IN" sz="2000" b="1" dirty="0">
                <a:latin typeface="Times New Roman" panose="02020603050405020304" pitchFamily="18" charset="0"/>
                <a:cs typeface="Times New Roman" panose="02020603050405020304" pitchFamily="18" charset="0"/>
              </a:rPr>
              <a:t>BRAKING</a:t>
            </a:r>
            <a:r>
              <a:rPr lang="en-IN" sz="2000" b="1" spc="-150" dirty="0">
                <a:latin typeface="Times New Roman" panose="02020603050405020304" pitchFamily="18" charset="0"/>
                <a:cs typeface="Times New Roman" panose="02020603050405020304" pitchFamily="18" charset="0"/>
              </a:rPr>
              <a:t> </a:t>
            </a:r>
            <a:r>
              <a:rPr lang="en-IN" sz="2000" b="1" spc="-10" dirty="0">
                <a:latin typeface="Times New Roman" panose="02020603050405020304" pitchFamily="18" charset="0"/>
                <a:cs typeface="Times New Roman" panose="02020603050405020304" pitchFamily="18" charset="0"/>
              </a:rPr>
              <a:t>SYSTEM</a:t>
            </a:r>
            <a:endParaRPr lang="en-IN" sz="2000" b="1" dirty="0">
              <a:latin typeface="Times New Roman" panose="02020603050405020304" pitchFamily="18" charset="0"/>
              <a:cs typeface="Times New Roman" panose="02020603050405020304" pitchFamily="18" charset="0"/>
            </a:endParaRPr>
          </a:p>
        </p:txBody>
      </p:sp>
      <p:pic>
        <p:nvPicPr>
          <p:cNvPr id="21" name="Picture 20">
            <a:extLst>
              <a:ext uri="{FF2B5EF4-FFF2-40B4-BE49-F238E27FC236}">
                <a16:creationId xmlns:a16="http://schemas.microsoft.com/office/drawing/2014/main" id="{C9A789B9-2802-E03B-D77E-2ADCE0B08AE5}"/>
              </a:ext>
            </a:extLst>
          </p:cNvPr>
          <p:cNvPicPr>
            <a:picLocks noChangeAspect="1"/>
          </p:cNvPicPr>
          <p:nvPr/>
        </p:nvPicPr>
        <p:blipFill>
          <a:blip r:embed="rId3">
            <a:alphaModFix amt="5000"/>
            <a:extLst>
              <a:ext uri="{28A0092B-C50C-407E-A947-70E740481C1C}">
                <a14:useLocalDpi xmlns:a14="http://schemas.microsoft.com/office/drawing/2010/main" val="0"/>
              </a:ext>
            </a:extLst>
          </a:blip>
          <a:srcRect l="13134" t="29924" r="4696" b="19206"/>
          <a:stretch/>
        </p:blipFill>
        <p:spPr>
          <a:xfrm>
            <a:off x="1651821" y="675673"/>
            <a:ext cx="8672050" cy="6032267"/>
          </a:xfrm>
          <a:prstGeom prst="rect">
            <a:avLst/>
          </a:prstGeom>
        </p:spPr>
      </p:pic>
    </p:spTree>
    <p:extLst>
      <p:ext uri="{BB962C8B-B14F-4D97-AF65-F5344CB8AC3E}">
        <p14:creationId xmlns:p14="http://schemas.microsoft.com/office/powerpoint/2010/main" val="26868815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499DBE-9A72-CEB8-D965-7F6557BB55C9}"/>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EA5C7277-EAD0-D405-ADC4-1022A0713CA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009878" y="0"/>
            <a:ext cx="1037095" cy="1037095"/>
          </a:xfrm>
          <a:prstGeom prst="rect">
            <a:avLst/>
          </a:prstGeom>
        </p:spPr>
      </p:pic>
      <p:pic>
        <p:nvPicPr>
          <p:cNvPr id="9" name="Picture 8">
            <a:extLst>
              <a:ext uri="{FF2B5EF4-FFF2-40B4-BE49-F238E27FC236}">
                <a16:creationId xmlns:a16="http://schemas.microsoft.com/office/drawing/2014/main" id="{E005B963-3C29-356B-59AA-174BD7684EA0}"/>
              </a:ext>
            </a:extLst>
          </p:cNvPr>
          <p:cNvPicPr>
            <a:picLocks noChangeAspect="1"/>
          </p:cNvPicPr>
          <p:nvPr/>
        </p:nvPicPr>
        <p:blipFill>
          <a:blip r:embed="rId3">
            <a:extLst>
              <a:ext uri="{28A0092B-C50C-407E-A947-70E740481C1C}">
                <a14:useLocalDpi xmlns:a14="http://schemas.microsoft.com/office/drawing/2010/main" val="0"/>
              </a:ext>
            </a:extLst>
          </a:blip>
          <a:srcRect l="17306" t="32895" r="7356" b="22368"/>
          <a:stretch/>
        </p:blipFill>
        <p:spPr>
          <a:xfrm>
            <a:off x="145027" y="76201"/>
            <a:ext cx="1172705" cy="752301"/>
          </a:xfrm>
          <a:prstGeom prst="rect">
            <a:avLst/>
          </a:prstGeom>
        </p:spPr>
      </p:pic>
      <p:sp>
        <p:nvSpPr>
          <p:cNvPr id="4" name="Footer Placeholder 9">
            <a:extLst>
              <a:ext uri="{FF2B5EF4-FFF2-40B4-BE49-F238E27FC236}">
                <a16:creationId xmlns:a16="http://schemas.microsoft.com/office/drawing/2014/main" id="{9DDD660E-942B-26FF-88DF-DFCC481B9F8F}"/>
              </a:ext>
            </a:extLst>
          </p:cNvPr>
          <p:cNvSpPr>
            <a:spLocks noGrp="1"/>
          </p:cNvSpPr>
          <p:nvPr>
            <p:ph type="ftr" sz="quarter" idx="11"/>
          </p:nvPr>
        </p:nvSpPr>
        <p:spPr>
          <a:xfrm>
            <a:off x="235975" y="6326854"/>
            <a:ext cx="11366090" cy="501650"/>
          </a:xfrm>
        </p:spPr>
        <p:txBody>
          <a:bodyPr/>
          <a:lstStyle/>
          <a:p>
            <a:pPr algn="l"/>
            <a:r>
              <a:rPr lang="en-US" sz="1600" b="1" dirty="0">
                <a:solidFill>
                  <a:srgbClr val="002060"/>
                </a:solidFill>
                <a:latin typeface="Times New Roman" panose="02020603050405020304" pitchFamily="18" charset="0"/>
                <a:cs typeface="Times New Roman" pitchFamily="18" charset="0"/>
              </a:rPr>
              <a:t>www.aimsacademys.org </a:t>
            </a:r>
            <a:r>
              <a:rPr lang="en-US" sz="1600" b="1" dirty="0">
                <a:solidFill>
                  <a:schemeClr val="accent6">
                    <a:lumMod val="75000"/>
                  </a:schemeClr>
                </a:solidFill>
                <a:latin typeface="Times New Roman" panose="02020603050405020304" pitchFamily="18" charset="0"/>
                <a:cs typeface="Times New Roman" pitchFamily="18" charset="0"/>
              </a:rPr>
              <a:t>  	 	                                </a:t>
            </a:r>
            <a:r>
              <a:rPr lang="en-US" sz="1600" b="1" dirty="0">
                <a:solidFill>
                  <a:srgbClr val="002060"/>
                </a:solidFill>
                <a:latin typeface="Times New Roman" panose="02020603050405020304" pitchFamily="18" charset="0"/>
                <a:cs typeface="Times New Roman" pitchFamily="18" charset="0"/>
              </a:rPr>
              <a:t>Season:05 		                                                        AIMS/KEC              </a:t>
            </a:r>
          </a:p>
        </p:txBody>
      </p:sp>
      <p:graphicFrame>
        <p:nvGraphicFramePr>
          <p:cNvPr id="2" name="object 3">
            <a:extLst>
              <a:ext uri="{FF2B5EF4-FFF2-40B4-BE49-F238E27FC236}">
                <a16:creationId xmlns:a16="http://schemas.microsoft.com/office/drawing/2014/main" id="{4DC2C567-3BA5-A28F-408E-ED16F0D053FF}"/>
              </a:ext>
            </a:extLst>
          </p:cNvPr>
          <p:cNvGraphicFramePr>
            <a:graphicFrameLocks noGrp="1"/>
          </p:cNvGraphicFramePr>
          <p:nvPr>
            <p:extLst>
              <p:ext uri="{D42A27DB-BD31-4B8C-83A1-F6EECF244321}">
                <p14:modId xmlns:p14="http://schemas.microsoft.com/office/powerpoint/2010/main" val="540348117"/>
              </p:ext>
            </p:extLst>
          </p:nvPr>
        </p:nvGraphicFramePr>
        <p:xfrm>
          <a:off x="363006" y="1001515"/>
          <a:ext cx="5105400" cy="1860550"/>
        </p:xfrm>
        <a:graphic>
          <a:graphicData uri="http://schemas.openxmlformats.org/drawingml/2006/table">
            <a:tbl>
              <a:tblPr firstRow="1" bandRow="1">
                <a:tableStyleId>{5DA37D80-6434-44D0-A028-1B22A696006F}</a:tableStyleId>
              </a:tblPr>
              <a:tblGrid>
                <a:gridCol w="506095">
                  <a:extLst>
                    <a:ext uri="{9D8B030D-6E8A-4147-A177-3AD203B41FA5}">
                      <a16:colId xmlns:a16="http://schemas.microsoft.com/office/drawing/2014/main" val="20000"/>
                    </a:ext>
                  </a:extLst>
                </a:gridCol>
                <a:gridCol w="2230755">
                  <a:extLst>
                    <a:ext uri="{9D8B030D-6E8A-4147-A177-3AD203B41FA5}">
                      <a16:colId xmlns:a16="http://schemas.microsoft.com/office/drawing/2014/main" val="20001"/>
                    </a:ext>
                  </a:extLst>
                </a:gridCol>
                <a:gridCol w="2368550">
                  <a:extLst>
                    <a:ext uri="{9D8B030D-6E8A-4147-A177-3AD203B41FA5}">
                      <a16:colId xmlns:a16="http://schemas.microsoft.com/office/drawing/2014/main" val="20002"/>
                    </a:ext>
                  </a:extLst>
                </a:gridCol>
              </a:tblGrid>
              <a:tr h="372110">
                <a:tc>
                  <a:txBody>
                    <a:bodyPr/>
                    <a:lstStyle/>
                    <a:p>
                      <a:pPr marL="92075">
                        <a:lnSpc>
                          <a:spcPct val="100000"/>
                        </a:lnSpc>
                        <a:spcBef>
                          <a:spcPts val="240"/>
                        </a:spcBef>
                      </a:pPr>
                      <a:r>
                        <a:rPr sz="1800" b="1" spc="-25" dirty="0"/>
                        <a:t>SR.</a:t>
                      </a:r>
                      <a:endParaRPr sz="1800">
                        <a:latin typeface="Calibri"/>
                        <a:cs typeface="Calibri"/>
                      </a:endParaRPr>
                    </a:p>
                  </a:txBody>
                  <a:tcPr marL="0" marR="0" marT="30480" marB="0"/>
                </a:tc>
                <a:tc>
                  <a:txBody>
                    <a:bodyPr/>
                    <a:lstStyle/>
                    <a:p>
                      <a:pPr marL="92075">
                        <a:lnSpc>
                          <a:spcPct val="100000"/>
                        </a:lnSpc>
                        <a:spcBef>
                          <a:spcPts val="240"/>
                        </a:spcBef>
                      </a:pPr>
                      <a:r>
                        <a:rPr sz="1800" b="1" spc="-10" dirty="0"/>
                        <a:t>Parameters</a:t>
                      </a:r>
                      <a:endParaRPr sz="1800">
                        <a:latin typeface="Calibri"/>
                        <a:cs typeface="Calibri"/>
                      </a:endParaRPr>
                    </a:p>
                  </a:txBody>
                  <a:tcPr marL="0" marR="0" marT="30480" marB="0"/>
                </a:tc>
                <a:tc>
                  <a:txBody>
                    <a:bodyPr/>
                    <a:lstStyle/>
                    <a:p>
                      <a:pPr marL="92075">
                        <a:lnSpc>
                          <a:spcPct val="100000"/>
                        </a:lnSpc>
                        <a:spcBef>
                          <a:spcPts val="240"/>
                        </a:spcBef>
                      </a:pPr>
                      <a:r>
                        <a:rPr sz="1800" b="1" dirty="0"/>
                        <a:t>Respective</a:t>
                      </a:r>
                      <a:r>
                        <a:rPr sz="1800" b="1" spc="-95" dirty="0"/>
                        <a:t> </a:t>
                      </a:r>
                      <a:r>
                        <a:rPr sz="1800" b="1" spc="-10" dirty="0"/>
                        <a:t>Values</a:t>
                      </a:r>
                      <a:endParaRPr sz="1800">
                        <a:latin typeface="Calibri"/>
                        <a:cs typeface="Calibri"/>
                      </a:endParaRPr>
                    </a:p>
                  </a:txBody>
                  <a:tcPr marL="0" marR="0" marT="30480" marB="0"/>
                </a:tc>
                <a:extLst>
                  <a:ext uri="{0D108BD9-81ED-4DB2-BD59-A6C34878D82A}">
                    <a16:rowId xmlns:a16="http://schemas.microsoft.com/office/drawing/2014/main" val="10000"/>
                  </a:ext>
                </a:extLst>
              </a:tr>
              <a:tr h="372110">
                <a:tc>
                  <a:txBody>
                    <a:bodyPr/>
                    <a:lstStyle/>
                    <a:p>
                      <a:pPr marL="92075">
                        <a:lnSpc>
                          <a:spcPct val="100000"/>
                        </a:lnSpc>
                        <a:spcBef>
                          <a:spcPts val="240"/>
                        </a:spcBef>
                      </a:pPr>
                      <a:r>
                        <a:rPr sz="1800" spc="-25" dirty="0"/>
                        <a:t>1.</a:t>
                      </a:r>
                      <a:endParaRPr sz="1800">
                        <a:latin typeface="Calibri"/>
                        <a:cs typeface="Calibri"/>
                      </a:endParaRPr>
                    </a:p>
                  </a:txBody>
                  <a:tcPr marL="0" marR="0" marT="30480" marB="0"/>
                </a:tc>
                <a:tc>
                  <a:txBody>
                    <a:bodyPr/>
                    <a:lstStyle/>
                    <a:p>
                      <a:pPr marL="92075">
                        <a:lnSpc>
                          <a:spcPct val="100000"/>
                        </a:lnSpc>
                        <a:spcBef>
                          <a:spcPts val="240"/>
                        </a:spcBef>
                      </a:pPr>
                      <a:r>
                        <a:rPr sz="1800" spc="-20" dirty="0"/>
                        <a:t>Transmission</a:t>
                      </a:r>
                      <a:r>
                        <a:rPr sz="1800" spc="10" dirty="0"/>
                        <a:t> </a:t>
                      </a:r>
                      <a:r>
                        <a:rPr sz="1800" spc="-20" dirty="0"/>
                        <a:t>Type</a:t>
                      </a:r>
                      <a:endParaRPr sz="1800">
                        <a:latin typeface="Calibri"/>
                        <a:cs typeface="Calibri"/>
                      </a:endParaRPr>
                    </a:p>
                  </a:txBody>
                  <a:tcPr marL="0" marR="0" marT="30480" marB="0"/>
                </a:tc>
                <a:tc>
                  <a:txBody>
                    <a:bodyPr/>
                    <a:lstStyle/>
                    <a:p>
                      <a:pPr marL="92075">
                        <a:lnSpc>
                          <a:spcPct val="100000"/>
                        </a:lnSpc>
                        <a:spcBef>
                          <a:spcPts val="240"/>
                        </a:spcBef>
                      </a:pPr>
                      <a:r>
                        <a:rPr sz="1800" dirty="0"/>
                        <a:t>Manual</a:t>
                      </a:r>
                      <a:r>
                        <a:rPr sz="1800" spc="-30" dirty="0"/>
                        <a:t> </a:t>
                      </a:r>
                      <a:r>
                        <a:rPr sz="1800" dirty="0"/>
                        <a:t>Gear</a:t>
                      </a:r>
                      <a:r>
                        <a:rPr sz="1800" spc="-30" dirty="0"/>
                        <a:t> </a:t>
                      </a:r>
                      <a:r>
                        <a:rPr sz="1800" spc="-25" dirty="0"/>
                        <a:t>Box</a:t>
                      </a:r>
                      <a:endParaRPr sz="1800">
                        <a:latin typeface="Calibri"/>
                        <a:cs typeface="Calibri"/>
                      </a:endParaRPr>
                    </a:p>
                  </a:txBody>
                  <a:tcPr marL="0" marR="0" marT="30480" marB="0"/>
                </a:tc>
                <a:extLst>
                  <a:ext uri="{0D108BD9-81ED-4DB2-BD59-A6C34878D82A}">
                    <a16:rowId xmlns:a16="http://schemas.microsoft.com/office/drawing/2014/main" val="10001"/>
                  </a:ext>
                </a:extLst>
              </a:tr>
              <a:tr h="372110">
                <a:tc>
                  <a:txBody>
                    <a:bodyPr/>
                    <a:lstStyle/>
                    <a:p>
                      <a:pPr marL="92075">
                        <a:lnSpc>
                          <a:spcPct val="100000"/>
                        </a:lnSpc>
                        <a:spcBef>
                          <a:spcPts val="240"/>
                        </a:spcBef>
                      </a:pPr>
                      <a:r>
                        <a:rPr sz="1800" spc="-25" dirty="0"/>
                        <a:t>2.</a:t>
                      </a:r>
                      <a:endParaRPr sz="1800">
                        <a:latin typeface="Calibri"/>
                        <a:cs typeface="Calibri"/>
                      </a:endParaRPr>
                    </a:p>
                  </a:txBody>
                  <a:tcPr marL="0" marR="0" marT="30480" marB="0"/>
                </a:tc>
                <a:tc>
                  <a:txBody>
                    <a:bodyPr/>
                    <a:lstStyle/>
                    <a:p>
                      <a:pPr marL="92075">
                        <a:lnSpc>
                          <a:spcPct val="100000"/>
                        </a:lnSpc>
                        <a:spcBef>
                          <a:spcPts val="240"/>
                        </a:spcBef>
                      </a:pPr>
                      <a:r>
                        <a:rPr sz="1800" dirty="0"/>
                        <a:t>Final</a:t>
                      </a:r>
                      <a:r>
                        <a:rPr sz="1800" spc="-40" dirty="0"/>
                        <a:t> </a:t>
                      </a:r>
                      <a:r>
                        <a:rPr sz="1800" dirty="0"/>
                        <a:t>Drive</a:t>
                      </a:r>
                      <a:r>
                        <a:rPr sz="1800" spc="-30" dirty="0"/>
                        <a:t> </a:t>
                      </a:r>
                      <a:r>
                        <a:rPr sz="1800" spc="-20" dirty="0"/>
                        <a:t>Ratio</a:t>
                      </a:r>
                      <a:endParaRPr sz="1800">
                        <a:latin typeface="Calibri"/>
                        <a:cs typeface="Calibri"/>
                      </a:endParaRPr>
                    </a:p>
                  </a:txBody>
                  <a:tcPr marL="0" marR="0" marT="30480" marB="0"/>
                </a:tc>
                <a:tc>
                  <a:txBody>
                    <a:bodyPr/>
                    <a:lstStyle/>
                    <a:p>
                      <a:pPr marL="92075">
                        <a:lnSpc>
                          <a:spcPct val="100000"/>
                        </a:lnSpc>
                        <a:spcBef>
                          <a:spcPts val="240"/>
                        </a:spcBef>
                      </a:pPr>
                      <a:r>
                        <a:rPr sz="1800" spc="-25" dirty="0"/>
                        <a:t>1:2</a:t>
                      </a:r>
                      <a:endParaRPr sz="1800">
                        <a:latin typeface="Calibri"/>
                        <a:cs typeface="Calibri"/>
                      </a:endParaRPr>
                    </a:p>
                  </a:txBody>
                  <a:tcPr marL="0" marR="0" marT="30480" marB="0"/>
                </a:tc>
                <a:extLst>
                  <a:ext uri="{0D108BD9-81ED-4DB2-BD59-A6C34878D82A}">
                    <a16:rowId xmlns:a16="http://schemas.microsoft.com/office/drawing/2014/main" val="10002"/>
                  </a:ext>
                </a:extLst>
              </a:tr>
              <a:tr h="372110">
                <a:tc>
                  <a:txBody>
                    <a:bodyPr/>
                    <a:lstStyle/>
                    <a:p>
                      <a:pPr marL="92075">
                        <a:lnSpc>
                          <a:spcPct val="100000"/>
                        </a:lnSpc>
                        <a:spcBef>
                          <a:spcPts val="244"/>
                        </a:spcBef>
                      </a:pPr>
                      <a:r>
                        <a:rPr sz="1800" spc="-25" dirty="0"/>
                        <a:t>3.</a:t>
                      </a:r>
                      <a:endParaRPr sz="1800">
                        <a:latin typeface="Calibri"/>
                        <a:cs typeface="Calibri"/>
                      </a:endParaRPr>
                    </a:p>
                  </a:txBody>
                  <a:tcPr marL="0" marR="0" marT="31114" marB="0"/>
                </a:tc>
                <a:tc>
                  <a:txBody>
                    <a:bodyPr/>
                    <a:lstStyle/>
                    <a:p>
                      <a:pPr marL="92075">
                        <a:lnSpc>
                          <a:spcPct val="100000"/>
                        </a:lnSpc>
                        <a:spcBef>
                          <a:spcPts val="244"/>
                        </a:spcBef>
                      </a:pPr>
                      <a:r>
                        <a:rPr sz="1800" dirty="0"/>
                        <a:t>Driving</a:t>
                      </a:r>
                      <a:r>
                        <a:rPr sz="1800" spc="-40" dirty="0"/>
                        <a:t> </a:t>
                      </a:r>
                      <a:r>
                        <a:rPr sz="1800" spc="-10" dirty="0"/>
                        <a:t>Sprocket</a:t>
                      </a:r>
                      <a:endParaRPr sz="1800" dirty="0">
                        <a:latin typeface="Calibri"/>
                        <a:cs typeface="Calibri"/>
                      </a:endParaRPr>
                    </a:p>
                  </a:txBody>
                  <a:tcPr marL="0" marR="0" marT="31114" marB="0"/>
                </a:tc>
                <a:tc>
                  <a:txBody>
                    <a:bodyPr/>
                    <a:lstStyle/>
                    <a:p>
                      <a:pPr marL="92075">
                        <a:lnSpc>
                          <a:spcPct val="100000"/>
                        </a:lnSpc>
                        <a:spcBef>
                          <a:spcPts val="244"/>
                        </a:spcBef>
                      </a:pPr>
                      <a:r>
                        <a:rPr sz="1800" dirty="0"/>
                        <a:t>1</a:t>
                      </a:r>
                      <a:r>
                        <a:rPr lang="en-US" sz="1800" dirty="0"/>
                        <a:t>6</a:t>
                      </a:r>
                      <a:r>
                        <a:rPr sz="1800" spc="-20" dirty="0"/>
                        <a:t> </a:t>
                      </a:r>
                      <a:r>
                        <a:rPr sz="1800" spc="-10" dirty="0"/>
                        <a:t>teeth</a:t>
                      </a:r>
                      <a:endParaRPr sz="1800" dirty="0">
                        <a:latin typeface="Calibri"/>
                        <a:cs typeface="Calibri"/>
                      </a:endParaRPr>
                    </a:p>
                  </a:txBody>
                  <a:tcPr marL="0" marR="0" marT="31114" marB="0"/>
                </a:tc>
                <a:extLst>
                  <a:ext uri="{0D108BD9-81ED-4DB2-BD59-A6C34878D82A}">
                    <a16:rowId xmlns:a16="http://schemas.microsoft.com/office/drawing/2014/main" val="10003"/>
                  </a:ext>
                </a:extLst>
              </a:tr>
              <a:tr h="372110">
                <a:tc>
                  <a:txBody>
                    <a:bodyPr/>
                    <a:lstStyle/>
                    <a:p>
                      <a:pPr marL="92075">
                        <a:lnSpc>
                          <a:spcPct val="100000"/>
                        </a:lnSpc>
                        <a:spcBef>
                          <a:spcPts val="245"/>
                        </a:spcBef>
                      </a:pPr>
                      <a:r>
                        <a:rPr sz="1800" spc="-25" dirty="0"/>
                        <a:t>4.</a:t>
                      </a:r>
                      <a:endParaRPr sz="1800">
                        <a:latin typeface="Calibri"/>
                        <a:cs typeface="Calibri"/>
                      </a:endParaRPr>
                    </a:p>
                  </a:txBody>
                  <a:tcPr marL="0" marR="0" marT="31115" marB="0"/>
                </a:tc>
                <a:tc>
                  <a:txBody>
                    <a:bodyPr/>
                    <a:lstStyle/>
                    <a:p>
                      <a:pPr marL="92075">
                        <a:lnSpc>
                          <a:spcPct val="100000"/>
                        </a:lnSpc>
                        <a:spcBef>
                          <a:spcPts val="245"/>
                        </a:spcBef>
                      </a:pPr>
                      <a:r>
                        <a:rPr sz="1800" dirty="0"/>
                        <a:t>Driven</a:t>
                      </a:r>
                      <a:r>
                        <a:rPr sz="1800" spc="-70" dirty="0"/>
                        <a:t> </a:t>
                      </a:r>
                      <a:r>
                        <a:rPr sz="1800" spc="-10" dirty="0"/>
                        <a:t>Sprocket</a:t>
                      </a:r>
                      <a:endParaRPr sz="1800">
                        <a:latin typeface="Calibri"/>
                        <a:cs typeface="Calibri"/>
                      </a:endParaRPr>
                    </a:p>
                  </a:txBody>
                  <a:tcPr marL="0" marR="0" marT="31115" marB="0"/>
                </a:tc>
                <a:tc>
                  <a:txBody>
                    <a:bodyPr/>
                    <a:lstStyle/>
                    <a:p>
                      <a:pPr marL="92075">
                        <a:lnSpc>
                          <a:spcPct val="100000"/>
                        </a:lnSpc>
                        <a:spcBef>
                          <a:spcPts val="245"/>
                        </a:spcBef>
                      </a:pPr>
                      <a:r>
                        <a:rPr lang="en-US" sz="1800" dirty="0"/>
                        <a:t>32</a:t>
                      </a:r>
                      <a:r>
                        <a:rPr sz="1800" dirty="0"/>
                        <a:t> </a:t>
                      </a:r>
                      <a:r>
                        <a:rPr sz="1800" spc="-10" dirty="0"/>
                        <a:t>teeth</a:t>
                      </a:r>
                      <a:endParaRPr sz="1800" dirty="0">
                        <a:latin typeface="Calibri"/>
                        <a:cs typeface="Calibri"/>
                      </a:endParaRPr>
                    </a:p>
                  </a:txBody>
                  <a:tcPr marL="0" marR="0" marT="31115" marB="0"/>
                </a:tc>
                <a:extLst>
                  <a:ext uri="{0D108BD9-81ED-4DB2-BD59-A6C34878D82A}">
                    <a16:rowId xmlns:a16="http://schemas.microsoft.com/office/drawing/2014/main" val="10004"/>
                  </a:ext>
                </a:extLst>
              </a:tr>
            </a:tbl>
          </a:graphicData>
        </a:graphic>
      </p:graphicFrame>
      <p:grpSp>
        <p:nvGrpSpPr>
          <p:cNvPr id="3" name="object 6">
            <a:extLst>
              <a:ext uri="{FF2B5EF4-FFF2-40B4-BE49-F238E27FC236}">
                <a16:creationId xmlns:a16="http://schemas.microsoft.com/office/drawing/2014/main" id="{163C46A7-B55A-C5BD-BDDE-D4813FADE3AB}"/>
              </a:ext>
            </a:extLst>
          </p:cNvPr>
          <p:cNvGrpSpPr/>
          <p:nvPr/>
        </p:nvGrpSpPr>
        <p:grpSpPr>
          <a:xfrm>
            <a:off x="359768" y="3267081"/>
            <a:ext cx="5123815" cy="2698115"/>
            <a:chOff x="6495097" y="3241560"/>
            <a:chExt cx="5123815" cy="2698115"/>
          </a:xfrm>
        </p:grpSpPr>
        <p:pic>
          <p:nvPicPr>
            <p:cNvPr id="5" name="object 7">
              <a:extLst>
                <a:ext uri="{FF2B5EF4-FFF2-40B4-BE49-F238E27FC236}">
                  <a16:creationId xmlns:a16="http://schemas.microsoft.com/office/drawing/2014/main" id="{AA435C69-B027-A6AE-04AC-D4CA7AED8325}"/>
                </a:ext>
              </a:extLst>
            </p:cNvPr>
            <p:cNvPicPr/>
            <p:nvPr/>
          </p:nvPicPr>
          <p:blipFill>
            <a:blip r:embed="rId4" cstate="print"/>
            <a:stretch>
              <a:fillRect/>
            </a:stretch>
          </p:blipFill>
          <p:spPr>
            <a:xfrm>
              <a:off x="6504685" y="3251085"/>
              <a:ext cx="5104637" cy="2679065"/>
            </a:xfrm>
            <a:prstGeom prst="rect">
              <a:avLst/>
            </a:prstGeom>
          </p:spPr>
        </p:pic>
        <p:sp>
          <p:nvSpPr>
            <p:cNvPr id="6" name="object 8">
              <a:extLst>
                <a:ext uri="{FF2B5EF4-FFF2-40B4-BE49-F238E27FC236}">
                  <a16:creationId xmlns:a16="http://schemas.microsoft.com/office/drawing/2014/main" id="{06ADCFC8-B4A3-E0C2-5F3D-FC32ABACBF1C}"/>
                </a:ext>
              </a:extLst>
            </p:cNvPr>
            <p:cNvSpPr/>
            <p:nvPr/>
          </p:nvSpPr>
          <p:spPr>
            <a:xfrm>
              <a:off x="6499859" y="3246323"/>
              <a:ext cx="5114290" cy="2688590"/>
            </a:xfrm>
            <a:custGeom>
              <a:avLst/>
              <a:gdLst/>
              <a:ahLst/>
              <a:cxnLst/>
              <a:rect l="l" t="t" r="r" b="b"/>
              <a:pathLst>
                <a:path w="5114290" h="2688590">
                  <a:moveTo>
                    <a:pt x="0" y="2688590"/>
                  </a:moveTo>
                  <a:lnTo>
                    <a:pt x="5114163" y="2688590"/>
                  </a:lnTo>
                  <a:lnTo>
                    <a:pt x="5114163" y="0"/>
                  </a:lnTo>
                  <a:lnTo>
                    <a:pt x="0" y="0"/>
                  </a:lnTo>
                  <a:lnTo>
                    <a:pt x="0" y="2688590"/>
                  </a:lnTo>
                  <a:close/>
                </a:path>
              </a:pathLst>
            </a:custGeom>
            <a:ln w="9524">
              <a:solidFill>
                <a:srgbClr val="000000"/>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grpSp>
      <p:sp>
        <p:nvSpPr>
          <p:cNvPr id="8" name="object 9">
            <a:extLst>
              <a:ext uri="{FF2B5EF4-FFF2-40B4-BE49-F238E27FC236}">
                <a16:creationId xmlns:a16="http://schemas.microsoft.com/office/drawing/2014/main" id="{89290377-D835-5F3C-6161-EC96C7782D60}"/>
              </a:ext>
            </a:extLst>
          </p:cNvPr>
          <p:cNvSpPr txBox="1"/>
          <p:nvPr/>
        </p:nvSpPr>
        <p:spPr>
          <a:xfrm>
            <a:off x="1199535" y="6027134"/>
            <a:ext cx="2854599" cy="289823"/>
          </a:xfrm>
          <a:prstGeom prst="rect">
            <a:avLst/>
          </a:prstGeom>
        </p:spPr>
        <p:txBody>
          <a:bodyPr vert="horz" wrap="square" lIns="0" tIns="12700" rIns="0" bIns="0" rtlCol="0">
            <a:spAutoFit/>
          </a:bodyPr>
          <a:lstStyle/>
          <a:p>
            <a:pPr marL="12700">
              <a:lnSpc>
                <a:spcPct val="100000"/>
              </a:lnSpc>
              <a:spcBef>
                <a:spcPts val="100"/>
              </a:spcBef>
            </a:pPr>
            <a:r>
              <a:rPr sz="1800" b="1" dirty="0">
                <a:latin typeface="Times New Roman" panose="02020603050405020304" pitchFamily="18" charset="0"/>
                <a:cs typeface="Times New Roman" panose="02020603050405020304" pitchFamily="18" charset="0"/>
              </a:rPr>
              <a:t>Fig. </a:t>
            </a:r>
            <a:r>
              <a:rPr sz="1800" b="1" spc="-30" dirty="0">
                <a:latin typeface="Times New Roman" panose="02020603050405020304" pitchFamily="18" charset="0"/>
                <a:cs typeface="Times New Roman" panose="02020603050405020304" pitchFamily="18" charset="0"/>
              </a:rPr>
              <a:t>Transmission</a:t>
            </a:r>
            <a:r>
              <a:rPr sz="1800" b="1" spc="-70" dirty="0">
                <a:latin typeface="Times New Roman" panose="02020603050405020304" pitchFamily="18" charset="0"/>
                <a:cs typeface="Times New Roman" panose="02020603050405020304" pitchFamily="18" charset="0"/>
              </a:rPr>
              <a:t> </a:t>
            </a:r>
            <a:r>
              <a:rPr sz="1800" b="1" spc="-10" dirty="0">
                <a:latin typeface="Times New Roman" panose="02020603050405020304" pitchFamily="18" charset="0"/>
                <a:cs typeface="Times New Roman" panose="02020603050405020304" pitchFamily="18" charset="0"/>
              </a:rPr>
              <a:t>System</a:t>
            </a:r>
            <a:endParaRPr sz="1800" dirty="0">
              <a:latin typeface="Times New Roman" panose="02020603050405020304" pitchFamily="18" charset="0"/>
              <a:cs typeface="Times New Roman" panose="02020603050405020304" pitchFamily="18" charset="0"/>
            </a:endParaRPr>
          </a:p>
        </p:txBody>
      </p:sp>
      <p:graphicFrame>
        <p:nvGraphicFramePr>
          <p:cNvPr id="10" name="object 4">
            <a:extLst>
              <a:ext uri="{FF2B5EF4-FFF2-40B4-BE49-F238E27FC236}">
                <a16:creationId xmlns:a16="http://schemas.microsoft.com/office/drawing/2014/main" id="{5F2D16AA-6057-C60C-491E-403955B2D7CB}"/>
              </a:ext>
            </a:extLst>
          </p:cNvPr>
          <p:cNvGraphicFramePr>
            <a:graphicFrameLocks noGrp="1"/>
          </p:cNvGraphicFramePr>
          <p:nvPr>
            <p:extLst>
              <p:ext uri="{D42A27DB-BD31-4B8C-83A1-F6EECF244321}">
                <p14:modId xmlns:p14="http://schemas.microsoft.com/office/powerpoint/2010/main" val="2662201445"/>
              </p:ext>
            </p:extLst>
          </p:nvPr>
        </p:nvGraphicFramePr>
        <p:xfrm>
          <a:off x="5769041" y="950651"/>
          <a:ext cx="5570854" cy="1861185"/>
        </p:xfrm>
        <a:graphic>
          <a:graphicData uri="http://schemas.openxmlformats.org/drawingml/2006/table">
            <a:tbl>
              <a:tblPr firstRow="1" bandRow="1">
                <a:tableStyleId>{5DA37D80-6434-44D0-A028-1B22A696006F}</a:tableStyleId>
              </a:tblPr>
              <a:tblGrid>
                <a:gridCol w="552450">
                  <a:extLst>
                    <a:ext uri="{9D8B030D-6E8A-4147-A177-3AD203B41FA5}">
                      <a16:colId xmlns:a16="http://schemas.microsoft.com/office/drawing/2014/main" val="20000"/>
                    </a:ext>
                  </a:extLst>
                </a:gridCol>
                <a:gridCol w="1986280">
                  <a:extLst>
                    <a:ext uri="{9D8B030D-6E8A-4147-A177-3AD203B41FA5}">
                      <a16:colId xmlns:a16="http://schemas.microsoft.com/office/drawing/2014/main" val="20001"/>
                    </a:ext>
                  </a:extLst>
                </a:gridCol>
                <a:gridCol w="3032124">
                  <a:extLst>
                    <a:ext uri="{9D8B030D-6E8A-4147-A177-3AD203B41FA5}">
                      <a16:colId xmlns:a16="http://schemas.microsoft.com/office/drawing/2014/main" val="20002"/>
                    </a:ext>
                  </a:extLst>
                </a:gridCol>
              </a:tblGrid>
              <a:tr h="680085">
                <a:tc>
                  <a:txBody>
                    <a:bodyPr/>
                    <a:lstStyle/>
                    <a:p>
                      <a:pPr marL="91440">
                        <a:lnSpc>
                          <a:spcPct val="100000"/>
                        </a:lnSpc>
                        <a:spcBef>
                          <a:spcPts val="240"/>
                        </a:spcBef>
                      </a:pPr>
                      <a:r>
                        <a:rPr sz="1800" b="1" spc="-25" dirty="0"/>
                        <a:t>SR.</a:t>
                      </a:r>
                      <a:endParaRPr sz="1800">
                        <a:latin typeface="Calibri"/>
                        <a:cs typeface="Calibri"/>
                      </a:endParaRPr>
                    </a:p>
                  </a:txBody>
                  <a:tcPr marL="0" marR="0" marT="30480" marB="0"/>
                </a:tc>
                <a:tc>
                  <a:txBody>
                    <a:bodyPr/>
                    <a:lstStyle/>
                    <a:p>
                      <a:pPr marL="91440">
                        <a:lnSpc>
                          <a:spcPct val="100000"/>
                        </a:lnSpc>
                        <a:spcBef>
                          <a:spcPts val="240"/>
                        </a:spcBef>
                      </a:pPr>
                      <a:r>
                        <a:rPr sz="1800" b="1" spc="-10" dirty="0"/>
                        <a:t>Parameters</a:t>
                      </a:r>
                      <a:endParaRPr sz="1800">
                        <a:latin typeface="Calibri"/>
                        <a:cs typeface="Calibri"/>
                      </a:endParaRPr>
                    </a:p>
                  </a:txBody>
                  <a:tcPr marL="0" marR="0" marT="30480" marB="0"/>
                </a:tc>
                <a:tc>
                  <a:txBody>
                    <a:bodyPr/>
                    <a:lstStyle/>
                    <a:p>
                      <a:pPr marL="91440">
                        <a:lnSpc>
                          <a:spcPct val="100000"/>
                        </a:lnSpc>
                        <a:spcBef>
                          <a:spcPts val="240"/>
                        </a:spcBef>
                      </a:pPr>
                      <a:r>
                        <a:rPr sz="1800" b="1" dirty="0"/>
                        <a:t>Respective</a:t>
                      </a:r>
                      <a:r>
                        <a:rPr sz="1800" b="1" spc="-95" dirty="0"/>
                        <a:t> </a:t>
                      </a:r>
                      <a:r>
                        <a:rPr sz="1800" b="1" spc="-10" dirty="0"/>
                        <a:t>Values</a:t>
                      </a:r>
                      <a:endParaRPr sz="1800">
                        <a:latin typeface="Calibri"/>
                        <a:cs typeface="Calibri"/>
                      </a:endParaRPr>
                    </a:p>
                  </a:txBody>
                  <a:tcPr marL="0" marR="0" marT="30480" marB="0"/>
                </a:tc>
                <a:extLst>
                  <a:ext uri="{0D108BD9-81ED-4DB2-BD59-A6C34878D82A}">
                    <a16:rowId xmlns:a16="http://schemas.microsoft.com/office/drawing/2014/main" val="10000"/>
                  </a:ext>
                </a:extLst>
              </a:tr>
              <a:tr h="393700">
                <a:tc>
                  <a:txBody>
                    <a:bodyPr/>
                    <a:lstStyle/>
                    <a:p>
                      <a:pPr marL="91440">
                        <a:lnSpc>
                          <a:spcPct val="100000"/>
                        </a:lnSpc>
                        <a:spcBef>
                          <a:spcPts val="240"/>
                        </a:spcBef>
                      </a:pPr>
                      <a:r>
                        <a:rPr sz="1800" spc="-25" dirty="0"/>
                        <a:t>1.</a:t>
                      </a:r>
                      <a:endParaRPr sz="1800">
                        <a:latin typeface="Calibri"/>
                        <a:cs typeface="Calibri"/>
                      </a:endParaRPr>
                    </a:p>
                  </a:txBody>
                  <a:tcPr marL="0" marR="0" marT="30480" marB="0"/>
                </a:tc>
                <a:tc>
                  <a:txBody>
                    <a:bodyPr/>
                    <a:lstStyle/>
                    <a:p>
                      <a:pPr marL="91440">
                        <a:lnSpc>
                          <a:spcPct val="100000"/>
                        </a:lnSpc>
                        <a:spcBef>
                          <a:spcPts val="240"/>
                        </a:spcBef>
                      </a:pPr>
                      <a:r>
                        <a:rPr sz="1800" spc="-10" dirty="0"/>
                        <a:t>Engine</a:t>
                      </a:r>
                      <a:endParaRPr sz="1800">
                        <a:latin typeface="Calibri"/>
                        <a:cs typeface="Calibri"/>
                      </a:endParaRPr>
                    </a:p>
                  </a:txBody>
                  <a:tcPr marL="0" marR="0" marT="30480" marB="0"/>
                </a:tc>
                <a:tc>
                  <a:txBody>
                    <a:bodyPr/>
                    <a:lstStyle/>
                    <a:p>
                      <a:pPr marL="91440">
                        <a:lnSpc>
                          <a:spcPct val="100000"/>
                        </a:lnSpc>
                        <a:spcBef>
                          <a:spcPts val="240"/>
                        </a:spcBef>
                      </a:pPr>
                      <a:r>
                        <a:rPr lang="en-US" sz="1800" dirty="0"/>
                        <a:t>Honda Unicorn 149.5cc</a:t>
                      </a:r>
                      <a:endParaRPr sz="1800" dirty="0">
                        <a:latin typeface="Calibri"/>
                        <a:cs typeface="Calibri"/>
                      </a:endParaRPr>
                    </a:p>
                  </a:txBody>
                  <a:tcPr marL="0" marR="0" marT="30480" marB="0"/>
                </a:tc>
                <a:extLst>
                  <a:ext uri="{0D108BD9-81ED-4DB2-BD59-A6C34878D82A}">
                    <a16:rowId xmlns:a16="http://schemas.microsoft.com/office/drawing/2014/main" val="10001"/>
                  </a:ext>
                </a:extLst>
              </a:tr>
              <a:tr h="393700">
                <a:tc>
                  <a:txBody>
                    <a:bodyPr/>
                    <a:lstStyle/>
                    <a:p>
                      <a:pPr marL="91440">
                        <a:lnSpc>
                          <a:spcPct val="100000"/>
                        </a:lnSpc>
                        <a:spcBef>
                          <a:spcPts val="240"/>
                        </a:spcBef>
                      </a:pPr>
                      <a:r>
                        <a:rPr sz="1800" spc="-25" dirty="0"/>
                        <a:t>2.</a:t>
                      </a:r>
                      <a:endParaRPr sz="1800">
                        <a:latin typeface="Calibri"/>
                        <a:cs typeface="Calibri"/>
                      </a:endParaRPr>
                    </a:p>
                  </a:txBody>
                  <a:tcPr marL="0" marR="0" marT="30480" marB="0"/>
                </a:tc>
                <a:tc>
                  <a:txBody>
                    <a:bodyPr/>
                    <a:lstStyle/>
                    <a:p>
                      <a:pPr marL="91440">
                        <a:lnSpc>
                          <a:spcPct val="100000"/>
                        </a:lnSpc>
                        <a:spcBef>
                          <a:spcPts val="240"/>
                        </a:spcBef>
                      </a:pPr>
                      <a:r>
                        <a:rPr sz="1800" dirty="0"/>
                        <a:t>Maximum</a:t>
                      </a:r>
                      <a:r>
                        <a:rPr sz="1800" spc="-15" dirty="0"/>
                        <a:t> </a:t>
                      </a:r>
                      <a:r>
                        <a:rPr sz="1800" spc="-20" dirty="0"/>
                        <a:t>Power</a:t>
                      </a:r>
                      <a:endParaRPr sz="1800" dirty="0">
                        <a:latin typeface="Calibri"/>
                        <a:cs typeface="Calibri"/>
                      </a:endParaRPr>
                    </a:p>
                  </a:txBody>
                  <a:tcPr marL="0" marR="0" marT="30480" marB="0"/>
                </a:tc>
                <a:tc>
                  <a:txBody>
                    <a:bodyPr/>
                    <a:lstStyle/>
                    <a:p>
                      <a:pPr marL="91440">
                        <a:lnSpc>
                          <a:spcPct val="100000"/>
                        </a:lnSpc>
                        <a:spcBef>
                          <a:spcPts val="240"/>
                        </a:spcBef>
                      </a:pPr>
                      <a:r>
                        <a:rPr sz="1800" spc="-30" dirty="0"/>
                        <a:t> </a:t>
                      </a:r>
                      <a:r>
                        <a:rPr lang="en-US" sz="1800" spc="-30" dirty="0"/>
                        <a:t>14.5bhp</a:t>
                      </a:r>
                      <a:r>
                        <a:rPr sz="1800" spc="-35" dirty="0"/>
                        <a:t> </a:t>
                      </a:r>
                      <a:r>
                        <a:rPr sz="1800" dirty="0"/>
                        <a:t>@</a:t>
                      </a:r>
                      <a:r>
                        <a:rPr lang="en-US" sz="1800" dirty="0"/>
                        <a:t> </a:t>
                      </a:r>
                      <a:r>
                        <a:rPr sz="1800" spc="-25" dirty="0"/>
                        <a:t> </a:t>
                      </a:r>
                      <a:r>
                        <a:rPr lang="en-US" sz="1800" spc="-25" dirty="0"/>
                        <a:t>8000 </a:t>
                      </a:r>
                      <a:r>
                        <a:rPr sz="1800" spc="-25" dirty="0"/>
                        <a:t>rpm</a:t>
                      </a:r>
                      <a:endParaRPr sz="1800" dirty="0">
                        <a:latin typeface="Calibri"/>
                        <a:cs typeface="Calibri"/>
                      </a:endParaRPr>
                    </a:p>
                  </a:txBody>
                  <a:tcPr marL="0" marR="0" marT="30480" marB="0"/>
                </a:tc>
                <a:extLst>
                  <a:ext uri="{0D108BD9-81ED-4DB2-BD59-A6C34878D82A}">
                    <a16:rowId xmlns:a16="http://schemas.microsoft.com/office/drawing/2014/main" val="10002"/>
                  </a:ext>
                </a:extLst>
              </a:tr>
              <a:tr h="393700">
                <a:tc>
                  <a:txBody>
                    <a:bodyPr/>
                    <a:lstStyle/>
                    <a:p>
                      <a:pPr marL="91440">
                        <a:lnSpc>
                          <a:spcPct val="100000"/>
                        </a:lnSpc>
                        <a:spcBef>
                          <a:spcPts val="245"/>
                        </a:spcBef>
                      </a:pPr>
                      <a:r>
                        <a:rPr sz="1800" spc="-25" dirty="0"/>
                        <a:t>3.</a:t>
                      </a:r>
                      <a:endParaRPr sz="1800">
                        <a:latin typeface="Calibri"/>
                        <a:cs typeface="Calibri"/>
                      </a:endParaRPr>
                    </a:p>
                  </a:txBody>
                  <a:tcPr marL="0" marR="0" marT="31115" marB="0"/>
                </a:tc>
                <a:tc>
                  <a:txBody>
                    <a:bodyPr/>
                    <a:lstStyle/>
                    <a:p>
                      <a:pPr marL="91440">
                        <a:lnSpc>
                          <a:spcPct val="100000"/>
                        </a:lnSpc>
                        <a:spcBef>
                          <a:spcPts val="245"/>
                        </a:spcBef>
                      </a:pPr>
                      <a:r>
                        <a:rPr sz="1800" dirty="0"/>
                        <a:t>Maximum</a:t>
                      </a:r>
                      <a:r>
                        <a:rPr sz="1800" spc="-15" dirty="0"/>
                        <a:t> </a:t>
                      </a:r>
                      <a:r>
                        <a:rPr sz="1800" spc="-10" dirty="0"/>
                        <a:t>Torque</a:t>
                      </a:r>
                      <a:endParaRPr sz="1800">
                        <a:latin typeface="Calibri"/>
                        <a:cs typeface="Calibri"/>
                      </a:endParaRPr>
                    </a:p>
                  </a:txBody>
                  <a:tcPr marL="0" marR="0" marT="31115" marB="0"/>
                </a:tc>
                <a:tc>
                  <a:txBody>
                    <a:bodyPr/>
                    <a:lstStyle/>
                    <a:p>
                      <a:pPr marL="91440">
                        <a:lnSpc>
                          <a:spcPct val="100000"/>
                        </a:lnSpc>
                        <a:spcBef>
                          <a:spcPts val="245"/>
                        </a:spcBef>
                      </a:pPr>
                      <a:r>
                        <a:rPr sz="1800" spc="-15" dirty="0"/>
                        <a:t> </a:t>
                      </a:r>
                      <a:r>
                        <a:rPr lang="en-IN" sz="1800" dirty="0">
                          <a:effectLst/>
                        </a:rPr>
                        <a:t>14.6 Nm @ 6000 rpm</a:t>
                      </a:r>
                      <a:endParaRPr sz="1800" dirty="0">
                        <a:latin typeface="Calibri"/>
                        <a:cs typeface="Calibri"/>
                      </a:endParaRPr>
                    </a:p>
                  </a:txBody>
                  <a:tcPr marL="0" marR="0" marT="31115" marB="0"/>
                </a:tc>
                <a:extLst>
                  <a:ext uri="{0D108BD9-81ED-4DB2-BD59-A6C34878D82A}">
                    <a16:rowId xmlns:a16="http://schemas.microsoft.com/office/drawing/2014/main" val="10003"/>
                  </a:ext>
                </a:extLst>
              </a:tr>
            </a:tbl>
          </a:graphicData>
        </a:graphic>
      </p:graphicFrame>
      <p:graphicFrame>
        <p:nvGraphicFramePr>
          <p:cNvPr id="11" name="object 5">
            <a:extLst>
              <a:ext uri="{FF2B5EF4-FFF2-40B4-BE49-F238E27FC236}">
                <a16:creationId xmlns:a16="http://schemas.microsoft.com/office/drawing/2014/main" id="{01B6477B-939B-3FB7-6E08-C87E81C0F6BF}"/>
              </a:ext>
            </a:extLst>
          </p:cNvPr>
          <p:cNvGraphicFramePr>
            <a:graphicFrameLocks noGrp="1"/>
          </p:cNvGraphicFramePr>
          <p:nvPr>
            <p:extLst>
              <p:ext uri="{D42A27DB-BD31-4B8C-83A1-F6EECF244321}">
                <p14:modId xmlns:p14="http://schemas.microsoft.com/office/powerpoint/2010/main" val="4228517300"/>
              </p:ext>
            </p:extLst>
          </p:nvPr>
        </p:nvGraphicFramePr>
        <p:xfrm>
          <a:off x="5769041" y="3219380"/>
          <a:ext cx="5570853" cy="3020060"/>
        </p:xfrm>
        <a:graphic>
          <a:graphicData uri="http://schemas.openxmlformats.org/drawingml/2006/table">
            <a:tbl>
              <a:tblPr firstRow="1" bandRow="1">
                <a:tableStyleId>{5DA37D80-6434-44D0-A028-1B22A696006F}</a:tableStyleId>
              </a:tblPr>
              <a:tblGrid>
                <a:gridCol w="648335">
                  <a:extLst>
                    <a:ext uri="{9D8B030D-6E8A-4147-A177-3AD203B41FA5}">
                      <a16:colId xmlns:a16="http://schemas.microsoft.com/office/drawing/2014/main" val="20000"/>
                    </a:ext>
                  </a:extLst>
                </a:gridCol>
                <a:gridCol w="1059815">
                  <a:extLst>
                    <a:ext uri="{9D8B030D-6E8A-4147-A177-3AD203B41FA5}">
                      <a16:colId xmlns:a16="http://schemas.microsoft.com/office/drawing/2014/main" val="20001"/>
                    </a:ext>
                  </a:extLst>
                </a:gridCol>
                <a:gridCol w="1254125">
                  <a:extLst>
                    <a:ext uri="{9D8B030D-6E8A-4147-A177-3AD203B41FA5}">
                      <a16:colId xmlns:a16="http://schemas.microsoft.com/office/drawing/2014/main" val="20002"/>
                    </a:ext>
                  </a:extLst>
                </a:gridCol>
                <a:gridCol w="1339214">
                  <a:extLst>
                    <a:ext uri="{9D8B030D-6E8A-4147-A177-3AD203B41FA5}">
                      <a16:colId xmlns:a16="http://schemas.microsoft.com/office/drawing/2014/main" val="20003"/>
                    </a:ext>
                  </a:extLst>
                </a:gridCol>
                <a:gridCol w="1269364">
                  <a:extLst>
                    <a:ext uri="{9D8B030D-6E8A-4147-A177-3AD203B41FA5}">
                      <a16:colId xmlns:a16="http://schemas.microsoft.com/office/drawing/2014/main" val="20004"/>
                    </a:ext>
                  </a:extLst>
                </a:gridCol>
              </a:tblGrid>
              <a:tr h="775335">
                <a:tc>
                  <a:txBody>
                    <a:bodyPr/>
                    <a:lstStyle/>
                    <a:p>
                      <a:pPr marL="91440">
                        <a:lnSpc>
                          <a:spcPct val="100000"/>
                        </a:lnSpc>
                        <a:spcBef>
                          <a:spcPts val="245"/>
                        </a:spcBef>
                      </a:pPr>
                      <a:r>
                        <a:rPr sz="1800" b="1" spc="-20" dirty="0"/>
                        <a:t>Gear</a:t>
                      </a:r>
                      <a:endParaRPr sz="1800">
                        <a:latin typeface="Calibri"/>
                        <a:cs typeface="Calibri"/>
                      </a:endParaRPr>
                    </a:p>
                  </a:txBody>
                  <a:tcPr marL="0" marR="0" marT="31115" marB="0"/>
                </a:tc>
                <a:tc>
                  <a:txBody>
                    <a:bodyPr/>
                    <a:lstStyle/>
                    <a:p>
                      <a:pPr marL="91440" marR="462280">
                        <a:lnSpc>
                          <a:spcPct val="100000"/>
                        </a:lnSpc>
                        <a:spcBef>
                          <a:spcPts val="245"/>
                        </a:spcBef>
                      </a:pPr>
                      <a:r>
                        <a:rPr sz="1800" b="1" spc="-20" dirty="0"/>
                        <a:t>Gear </a:t>
                      </a:r>
                      <a:r>
                        <a:rPr sz="1800" b="1" spc="-10" dirty="0"/>
                        <a:t>Ratio</a:t>
                      </a:r>
                      <a:endParaRPr sz="1800" dirty="0">
                        <a:latin typeface="Calibri"/>
                        <a:cs typeface="Calibri"/>
                      </a:endParaRPr>
                    </a:p>
                  </a:txBody>
                  <a:tcPr marL="0" marR="0" marT="31115" marB="0"/>
                </a:tc>
                <a:tc>
                  <a:txBody>
                    <a:bodyPr/>
                    <a:lstStyle/>
                    <a:p>
                      <a:pPr marL="91440">
                        <a:lnSpc>
                          <a:spcPct val="100000"/>
                        </a:lnSpc>
                        <a:spcBef>
                          <a:spcPts val="245"/>
                        </a:spcBef>
                      </a:pPr>
                      <a:r>
                        <a:rPr sz="1800" b="1" dirty="0"/>
                        <a:t>RPM</a:t>
                      </a:r>
                      <a:r>
                        <a:rPr sz="1800" b="1" spc="-30" dirty="0"/>
                        <a:t> </a:t>
                      </a:r>
                      <a:r>
                        <a:rPr sz="1800" b="1" spc="-25" dirty="0"/>
                        <a:t>At</a:t>
                      </a:r>
                      <a:endParaRPr sz="1800"/>
                    </a:p>
                    <a:p>
                      <a:pPr marL="91440">
                        <a:lnSpc>
                          <a:spcPct val="100000"/>
                        </a:lnSpc>
                      </a:pPr>
                      <a:r>
                        <a:rPr sz="1800" b="1" spc="-20" dirty="0"/>
                        <a:t>Axel</a:t>
                      </a:r>
                      <a:endParaRPr sz="1800">
                        <a:latin typeface="Calibri"/>
                        <a:cs typeface="Calibri"/>
                      </a:endParaRPr>
                    </a:p>
                  </a:txBody>
                  <a:tcPr marL="0" marR="0" marT="31115" marB="0"/>
                </a:tc>
                <a:tc>
                  <a:txBody>
                    <a:bodyPr/>
                    <a:lstStyle/>
                    <a:p>
                      <a:pPr marL="91440" marR="352425">
                        <a:lnSpc>
                          <a:spcPct val="100000"/>
                        </a:lnSpc>
                        <a:spcBef>
                          <a:spcPts val="245"/>
                        </a:spcBef>
                      </a:pPr>
                      <a:r>
                        <a:rPr sz="1800" b="1" spc="-25" dirty="0"/>
                        <a:t>Torque</a:t>
                      </a:r>
                      <a:r>
                        <a:rPr sz="1800" b="1" spc="-70" dirty="0"/>
                        <a:t> </a:t>
                      </a:r>
                      <a:r>
                        <a:rPr sz="1800" b="1" spc="-25" dirty="0"/>
                        <a:t>In </a:t>
                      </a:r>
                      <a:r>
                        <a:rPr sz="1800" b="1" spc="-10" dirty="0"/>
                        <a:t>N-</a:t>
                      </a:r>
                      <a:r>
                        <a:rPr sz="1800" b="1" spc="-50" dirty="0"/>
                        <a:t>m</a:t>
                      </a:r>
                      <a:endParaRPr sz="1800">
                        <a:latin typeface="Calibri"/>
                        <a:cs typeface="Calibri"/>
                      </a:endParaRPr>
                    </a:p>
                  </a:txBody>
                  <a:tcPr marL="0" marR="0" marT="31115" marB="0"/>
                </a:tc>
                <a:tc>
                  <a:txBody>
                    <a:bodyPr/>
                    <a:lstStyle/>
                    <a:p>
                      <a:pPr marL="91440" marR="330835">
                        <a:lnSpc>
                          <a:spcPct val="100000"/>
                        </a:lnSpc>
                        <a:spcBef>
                          <a:spcPts val="245"/>
                        </a:spcBef>
                      </a:pPr>
                      <a:r>
                        <a:rPr sz="1800" b="1" dirty="0"/>
                        <a:t>Power</a:t>
                      </a:r>
                      <a:r>
                        <a:rPr sz="1800" b="1" spc="-90" dirty="0"/>
                        <a:t> </a:t>
                      </a:r>
                      <a:r>
                        <a:rPr sz="1800" b="1" spc="-25" dirty="0"/>
                        <a:t>In KW</a:t>
                      </a:r>
                      <a:endParaRPr sz="1800" dirty="0">
                        <a:latin typeface="Calibri"/>
                        <a:cs typeface="Calibri"/>
                      </a:endParaRPr>
                    </a:p>
                  </a:txBody>
                  <a:tcPr marL="0" marR="0" marT="31115" marB="0"/>
                </a:tc>
                <a:extLst>
                  <a:ext uri="{0D108BD9-81ED-4DB2-BD59-A6C34878D82A}">
                    <a16:rowId xmlns:a16="http://schemas.microsoft.com/office/drawing/2014/main" val="10000"/>
                  </a:ext>
                </a:extLst>
              </a:tr>
              <a:tr h="448945">
                <a:tc>
                  <a:txBody>
                    <a:bodyPr/>
                    <a:lstStyle/>
                    <a:p>
                      <a:pPr marL="91440">
                        <a:lnSpc>
                          <a:spcPct val="100000"/>
                        </a:lnSpc>
                        <a:spcBef>
                          <a:spcPts val="245"/>
                        </a:spcBef>
                      </a:pPr>
                      <a:r>
                        <a:rPr sz="1800" spc="-50" dirty="0"/>
                        <a:t>1</a:t>
                      </a:r>
                      <a:endParaRPr sz="1800">
                        <a:latin typeface="Calibri"/>
                        <a:cs typeface="Calibri"/>
                      </a:endParaRPr>
                    </a:p>
                  </a:txBody>
                  <a:tcPr marL="0" marR="0" marT="31115" marB="0"/>
                </a:tc>
                <a:tc>
                  <a:txBody>
                    <a:bodyPr/>
                    <a:lstStyle/>
                    <a:p>
                      <a:pPr marL="91440">
                        <a:lnSpc>
                          <a:spcPct val="100000"/>
                        </a:lnSpc>
                        <a:spcBef>
                          <a:spcPts val="245"/>
                        </a:spcBef>
                      </a:pPr>
                      <a:r>
                        <a:rPr sz="1800" spc="-50" dirty="0"/>
                        <a:t>3</a:t>
                      </a:r>
                      <a:endParaRPr sz="1800">
                        <a:latin typeface="Calibri"/>
                        <a:cs typeface="Calibri"/>
                      </a:endParaRPr>
                    </a:p>
                  </a:txBody>
                  <a:tcPr marL="0" marR="0" marT="31115" marB="0"/>
                </a:tc>
                <a:tc>
                  <a:txBody>
                    <a:bodyPr/>
                    <a:lstStyle/>
                    <a:p>
                      <a:pPr marL="91440">
                        <a:lnSpc>
                          <a:spcPct val="100000"/>
                        </a:lnSpc>
                        <a:spcBef>
                          <a:spcPts val="245"/>
                        </a:spcBef>
                      </a:pPr>
                      <a:r>
                        <a:rPr sz="1800" spc="-25" dirty="0"/>
                        <a:t>443</a:t>
                      </a:r>
                      <a:endParaRPr sz="1800">
                        <a:latin typeface="Calibri"/>
                        <a:cs typeface="Calibri"/>
                      </a:endParaRPr>
                    </a:p>
                  </a:txBody>
                  <a:tcPr marL="0" marR="0" marT="31115" marB="0"/>
                </a:tc>
                <a:tc>
                  <a:txBody>
                    <a:bodyPr/>
                    <a:lstStyle/>
                    <a:p>
                      <a:pPr marL="91440">
                        <a:lnSpc>
                          <a:spcPct val="100000"/>
                        </a:lnSpc>
                        <a:spcBef>
                          <a:spcPts val="245"/>
                        </a:spcBef>
                      </a:pPr>
                      <a:r>
                        <a:rPr sz="1800" spc="-10" dirty="0"/>
                        <a:t>212.16</a:t>
                      </a:r>
                      <a:endParaRPr sz="1800">
                        <a:latin typeface="Calibri"/>
                        <a:cs typeface="Calibri"/>
                      </a:endParaRPr>
                    </a:p>
                  </a:txBody>
                  <a:tcPr marL="0" marR="0" marT="31115" marB="0"/>
                </a:tc>
                <a:tc>
                  <a:txBody>
                    <a:bodyPr/>
                    <a:lstStyle/>
                    <a:p>
                      <a:pPr marL="91440">
                        <a:lnSpc>
                          <a:spcPct val="100000"/>
                        </a:lnSpc>
                        <a:spcBef>
                          <a:spcPts val="245"/>
                        </a:spcBef>
                      </a:pPr>
                      <a:r>
                        <a:rPr sz="1800" spc="-20" dirty="0"/>
                        <a:t>0.96</a:t>
                      </a:r>
                      <a:endParaRPr sz="1800">
                        <a:latin typeface="Calibri"/>
                        <a:cs typeface="Calibri"/>
                      </a:endParaRPr>
                    </a:p>
                  </a:txBody>
                  <a:tcPr marL="0" marR="0" marT="31115" marB="0"/>
                </a:tc>
                <a:extLst>
                  <a:ext uri="{0D108BD9-81ED-4DB2-BD59-A6C34878D82A}">
                    <a16:rowId xmlns:a16="http://schemas.microsoft.com/office/drawing/2014/main" val="10001"/>
                  </a:ext>
                </a:extLst>
              </a:tr>
              <a:tr h="448945">
                <a:tc>
                  <a:txBody>
                    <a:bodyPr/>
                    <a:lstStyle/>
                    <a:p>
                      <a:pPr marL="91440">
                        <a:lnSpc>
                          <a:spcPct val="100000"/>
                        </a:lnSpc>
                        <a:spcBef>
                          <a:spcPts val="245"/>
                        </a:spcBef>
                      </a:pPr>
                      <a:r>
                        <a:rPr sz="1800" spc="-50" dirty="0"/>
                        <a:t>2</a:t>
                      </a:r>
                      <a:endParaRPr sz="1800">
                        <a:latin typeface="Calibri"/>
                        <a:cs typeface="Calibri"/>
                      </a:endParaRPr>
                    </a:p>
                  </a:txBody>
                  <a:tcPr marL="0" marR="0" marT="31115" marB="0"/>
                </a:tc>
                <a:tc>
                  <a:txBody>
                    <a:bodyPr/>
                    <a:lstStyle/>
                    <a:p>
                      <a:pPr marL="91440">
                        <a:lnSpc>
                          <a:spcPct val="100000"/>
                        </a:lnSpc>
                        <a:spcBef>
                          <a:spcPts val="245"/>
                        </a:spcBef>
                      </a:pPr>
                      <a:r>
                        <a:rPr sz="1800" spc="-20" dirty="0"/>
                        <a:t>1.77</a:t>
                      </a:r>
                      <a:endParaRPr sz="1800">
                        <a:latin typeface="Calibri"/>
                        <a:cs typeface="Calibri"/>
                      </a:endParaRPr>
                    </a:p>
                  </a:txBody>
                  <a:tcPr marL="0" marR="0" marT="31115" marB="0"/>
                </a:tc>
                <a:tc>
                  <a:txBody>
                    <a:bodyPr/>
                    <a:lstStyle/>
                    <a:p>
                      <a:pPr marL="91440">
                        <a:lnSpc>
                          <a:spcPct val="100000"/>
                        </a:lnSpc>
                        <a:spcBef>
                          <a:spcPts val="245"/>
                        </a:spcBef>
                      </a:pPr>
                      <a:r>
                        <a:rPr sz="1800" spc="-25" dirty="0"/>
                        <a:t>751</a:t>
                      </a:r>
                      <a:endParaRPr sz="1800">
                        <a:latin typeface="Calibri"/>
                        <a:cs typeface="Calibri"/>
                      </a:endParaRPr>
                    </a:p>
                  </a:txBody>
                  <a:tcPr marL="0" marR="0" marT="31115" marB="0"/>
                </a:tc>
                <a:tc>
                  <a:txBody>
                    <a:bodyPr/>
                    <a:lstStyle/>
                    <a:p>
                      <a:pPr marL="91440">
                        <a:lnSpc>
                          <a:spcPct val="100000"/>
                        </a:lnSpc>
                        <a:spcBef>
                          <a:spcPts val="245"/>
                        </a:spcBef>
                      </a:pPr>
                      <a:r>
                        <a:rPr sz="1800" spc="-10" dirty="0"/>
                        <a:t>125.17</a:t>
                      </a:r>
                      <a:endParaRPr sz="1800">
                        <a:latin typeface="Calibri"/>
                        <a:cs typeface="Calibri"/>
                      </a:endParaRPr>
                    </a:p>
                  </a:txBody>
                  <a:tcPr marL="0" marR="0" marT="31115" marB="0"/>
                </a:tc>
                <a:tc>
                  <a:txBody>
                    <a:bodyPr/>
                    <a:lstStyle/>
                    <a:p>
                      <a:pPr marL="91440">
                        <a:lnSpc>
                          <a:spcPct val="100000"/>
                        </a:lnSpc>
                        <a:spcBef>
                          <a:spcPts val="245"/>
                        </a:spcBef>
                      </a:pPr>
                      <a:r>
                        <a:rPr sz="1800" spc="-20" dirty="0"/>
                        <a:t>1.64</a:t>
                      </a:r>
                      <a:endParaRPr sz="1800">
                        <a:latin typeface="Calibri"/>
                        <a:cs typeface="Calibri"/>
                      </a:endParaRPr>
                    </a:p>
                  </a:txBody>
                  <a:tcPr marL="0" marR="0" marT="31115" marB="0"/>
                </a:tc>
                <a:extLst>
                  <a:ext uri="{0D108BD9-81ED-4DB2-BD59-A6C34878D82A}">
                    <a16:rowId xmlns:a16="http://schemas.microsoft.com/office/drawing/2014/main" val="10002"/>
                  </a:ext>
                </a:extLst>
              </a:tr>
              <a:tr h="448945">
                <a:tc>
                  <a:txBody>
                    <a:bodyPr/>
                    <a:lstStyle/>
                    <a:p>
                      <a:pPr marL="91440">
                        <a:lnSpc>
                          <a:spcPct val="100000"/>
                        </a:lnSpc>
                        <a:spcBef>
                          <a:spcPts val="245"/>
                        </a:spcBef>
                      </a:pPr>
                      <a:r>
                        <a:rPr sz="1800" spc="-50" dirty="0"/>
                        <a:t>3</a:t>
                      </a:r>
                      <a:endParaRPr sz="1800">
                        <a:latin typeface="Calibri"/>
                        <a:cs typeface="Calibri"/>
                      </a:endParaRPr>
                    </a:p>
                  </a:txBody>
                  <a:tcPr marL="0" marR="0" marT="31115" marB="0"/>
                </a:tc>
                <a:tc>
                  <a:txBody>
                    <a:bodyPr/>
                    <a:lstStyle/>
                    <a:p>
                      <a:pPr marL="91440">
                        <a:lnSpc>
                          <a:spcPct val="100000"/>
                        </a:lnSpc>
                        <a:spcBef>
                          <a:spcPts val="245"/>
                        </a:spcBef>
                      </a:pPr>
                      <a:r>
                        <a:rPr sz="1800" spc="-10" dirty="0"/>
                        <a:t>1.316</a:t>
                      </a:r>
                      <a:endParaRPr sz="1800">
                        <a:latin typeface="Calibri"/>
                        <a:cs typeface="Calibri"/>
                      </a:endParaRPr>
                    </a:p>
                  </a:txBody>
                  <a:tcPr marL="0" marR="0" marT="31115" marB="0"/>
                </a:tc>
                <a:tc>
                  <a:txBody>
                    <a:bodyPr/>
                    <a:lstStyle/>
                    <a:p>
                      <a:pPr marL="91440">
                        <a:lnSpc>
                          <a:spcPct val="100000"/>
                        </a:lnSpc>
                        <a:spcBef>
                          <a:spcPts val="245"/>
                        </a:spcBef>
                      </a:pPr>
                      <a:r>
                        <a:rPr sz="1800" spc="-20" dirty="0"/>
                        <a:t>1010</a:t>
                      </a:r>
                      <a:endParaRPr sz="1800">
                        <a:latin typeface="Calibri"/>
                        <a:cs typeface="Calibri"/>
                      </a:endParaRPr>
                    </a:p>
                  </a:txBody>
                  <a:tcPr marL="0" marR="0" marT="31115" marB="0"/>
                </a:tc>
                <a:tc>
                  <a:txBody>
                    <a:bodyPr/>
                    <a:lstStyle/>
                    <a:p>
                      <a:pPr marL="91440">
                        <a:lnSpc>
                          <a:spcPct val="100000"/>
                        </a:lnSpc>
                        <a:spcBef>
                          <a:spcPts val="245"/>
                        </a:spcBef>
                      </a:pPr>
                      <a:r>
                        <a:rPr sz="1800" spc="-10" dirty="0"/>
                        <a:t>93.06</a:t>
                      </a:r>
                      <a:endParaRPr sz="1800">
                        <a:latin typeface="Calibri"/>
                        <a:cs typeface="Calibri"/>
                      </a:endParaRPr>
                    </a:p>
                  </a:txBody>
                  <a:tcPr marL="0" marR="0" marT="31115" marB="0"/>
                </a:tc>
                <a:tc>
                  <a:txBody>
                    <a:bodyPr/>
                    <a:lstStyle/>
                    <a:p>
                      <a:pPr marL="91440">
                        <a:lnSpc>
                          <a:spcPct val="100000"/>
                        </a:lnSpc>
                        <a:spcBef>
                          <a:spcPts val="245"/>
                        </a:spcBef>
                      </a:pPr>
                      <a:r>
                        <a:rPr sz="1800" spc="-20" dirty="0"/>
                        <a:t>2.22</a:t>
                      </a:r>
                      <a:endParaRPr sz="1800">
                        <a:latin typeface="Calibri"/>
                        <a:cs typeface="Calibri"/>
                      </a:endParaRPr>
                    </a:p>
                  </a:txBody>
                  <a:tcPr marL="0" marR="0" marT="31115" marB="0"/>
                </a:tc>
                <a:extLst>
                  <a:ext uri="{0D108BD9-81ED-4DB2-BD59-A6C34878D82A}">
                    <a16:rowId xmlns:a16="http://schemas.microsoft.com/office/drawing/2014/main" val="10003"/>
                  </a:ext>
                </a:extLst>
              </a:tr>
              <a:tr h="448945">
                <a:tc>
                  <a:txBody>
                    <a:bodyPr/>
                    <a:lstStyle/>
                    <a:p>
                      <a:pPr marL="91440">
                        <a:lnSpc>
                          <a:spcPct val="100000"/>
                        </a:lnSpc>
                        <a:spcBef>
                          <a:spcPts val="250"/>
                        </a:spcBef>
                      </a:pPr>
                      <a:r>
                        <a:rPr sz="1800" spc="-50" dirty="0"/>
                        <a:t>4</a:t>
                      </a:r>
                      <a:endParaRPr sz="1800">
                        <a:latin typeface="Calibri"/>
                        <a:cs typeface="Calibri"/>
                      </a:endParaRPr>
                    </a:p>
                  </a:txBody>
                  <a:tcPr marL="0" marR="0" marT="31750" marB="0"/>
                </a:tc>
                <a:tc>
                  <a:txBody>
                    <a:bodyPr/>
                    <a:lstStyle/>
                    <a:p>
                      <a:pPr marL="91440">
                        <a:lnSpc>
                          <a:spcPct val="100000"/>
                        </a:lnSpc>
                        <a:spcBef>
                          <a:spcPts val="250"/>
                        </a:spcBef>
                      </a:pPr>
                      <a:r>
                        <a:rPr sz="1800" spc="-10" dirty="0"/>
                        <a:t>1.045</a:t>
                      </a:r>
                      <a:endParaRPr sz="1800">
                        <a:latin typeface="Calibri"/>
                        <a:cs typeface="Calibri"/>
                      </a:endParaRPr>
                    </a:p>
                  </a:txBody>
                  <a:tcPr marL="0" marR="0" marT="31750" marB="0"/>
                </a:tc>
                <a:tc>
                  <a:txBody>
                    <a:bodyPr/>
                    <a:lstStyle/>
                    <a:p>
                      <a:pPr marL="91440">
                        <a:lnSpc>
                          <a:spcPct val="100000"/>
                        </a:lnSpc>
                        <a:spcBef>
                          <a:spcPts val="250"/>
                        </a:spcBef>
                      </a:pPr>
                      <a:r>
                        <a:rPr sz="1800" spc="-20" dirty="0"/>
                        <a:t>1272</a:t>
                      </a:r>
                      <a:endParaRPr sz="1800">
                        <a:latin typeface="Calibri"/>
                        <a:cs typeface="Calibri"/>
                      </a:endParaRPr>
                    </a:p>
                  </a:txBody>
                  <a:tcPr marL="0" marR="0" marT="31750" marB="0"/>
                </a:tc>
                <a:tc>
                  <a:txBody>
                    <a:bodyPr/>
                    <a:lstStyle/>
                    <a:p>
                      <a:pPr marL="91440">
                        <a:lnSpc>
                          <a:spcPct val="100000"/>
                        </a:lnSpc>
                        <a:spcBef>
                          <a:spcPts val="250"/>
                        </a:spcBef>
                      </a:pPr>
                      <a:r>
                        <a:rPr sz="1800" spc="-20" dirty="0"/>
                        <a:t>73.9</a:t>
                      </a:r>
                      <a:endParaRPr sz="1800">
                        <a:latin typeface="Calibri"/>
                        <a:cs typeface="Calibri"/>
                      </a:endParaRPr>
                    </a:p>
                  </a:txBody>
                  <a:tcPr marL="0" marR="0" marT="31750" marB="0"/>
                </a:tc>
                <a:tc>
                  <a:txBody>
                    <a:bodyPr/>
                    <a:lstStyle/>
                    <a:p>
                      <a:pPr marL="91440">
                        <a:lnSpc>
                          <a:spcPct val="100000"/>
                        </a:lnSpc>
                        <a:spcBef>
                          <a:spcPts val="250"/>
                        </a:spcBef>
                      </a:pPr>
                      <a:r>
                        <a:rPr sz="1800" spc="-20" dirty="0"/>
                        <a:t>2.77</a:t>
                      </a:r>
                      <a:endParaRPr sz="1800" dirty="0">
                        <a:latin typeface="Calibri"/>
                        <a:cs typeface="Calibri"/>
                      </a:endParaRPr>
                    </a:p>
                  </a:txBody>
                  <a:tcPr marL="0" marR="0" marT="31750" marB="0"/>
                </a:tc>
                <a:extLst>
                  <a:ext uri="{0D108BD9-81ED-4DB2-BD59-A6C34878D82A}">
                    <a16:rowId xmlns:a16="http://schemas.microsoft.com/office/drawing/2014/main" val="10004"/>
                  </a:ext>
                </a:extLst>
              </a:tr>
              <a:tr h="448945">
                <a:tc>
                  <a:txBody>
                    <a:bodyPr/>
                    <a:lstStyle/>
                    <a:p>
                      <a:pPr marL="91440">
                        <a:lnSpc>
                          <a:spcPct val="100000"/>
                        </a:lnSpc>
                        <a:spcBef>
                          <a:spcPts val="250"/>
                        </a:spcBef>
                      </a:pPr>
                      <a:r>
                        <a:rPr sz="1800" spc="-50" dirty="0"/>
                        <a:t>5</a:t>
                      </a:r>
                      <a:endParaRPr sz="1800">
                        <a:latin typeface="Calibri"/>
                        <a:cs typeface="Calibri"/>
                      </a:endParaRPr>
                    </a:p>
                  </a:txBody>
                  <a:tcPr marL="0" marR="0" marT="31750" marB="0"/>
                </a:tc>
                <a:tc>
                  <a:txBody>
                    <a:bodyPr/>
                    <a:lstStyle/>
                    <a:p>
                      <a:pPr marL="91440">
                        <a:lnSpc>
                          <a:spcPct val="100000"/>
                        </a:lnSpc>
                        <a:spcBef>
                          <a:spcPts val="250"/>
                        </a:spcBef>
                      </a:pPr>
                      <a:r>
                        <a:rPr sz="1800" spc="-10" dirty="0"/>
                        <a:t>0.875</a:t>
                      </a:r>
                      <a:endParaRPr sz="1800">
                        <a:latin typeface="Calibri"/>
                        <a:cs typeface="Calibri"/>
                      </a:endParaRPr>
                    </a:p>
                  </a:txBody>
                  <a:tcPr marL="0" marR="0" marT="31750" marB="0"/>
                </a:tc>
                <a:tc>
                  <a:txBody>
                    <a:bodyPr/>
                    <a:lstStyle/>
                    <a:p>
                      <a:pPr marL="91440">
                        <a:lnSpc>
                          <a:spcPct val="100000"/>
                        </a:lnSpc>
                        <a:spcBef>
                          <a:spcPts val="250"/>
                        </a:spcBef>
                      </a:pPr>
                      <a:r>
                        <a:rPr sz="1800" spc="-20" dirty="0"/>
                        <a:t>1519</a:t>
                      </a:r>
                      <a:endParaRPr sz="1800">
                        <a:latin typeface="Calibri"/>
                        <a:cs typeface="Calibri"/>
                      </a:endParaRPr>
                    </a:p>
                  </a:txBody>
                  <a:tcPr marL="0" marR="0" marT="31750" marB="0"/>
                </a:tc>
                <a:tc>
                  <a:txBody>
                    <a:bodyPr/>
                    <a:lstStyle/>
                    <a:p>
                      <a:pPr marL="91440">
                        <a:lnSpc>
                          <a:spcPct val="100000"/>
                        </a:lnSpc>
                        <a:spcBef>
                          <a:spcPts val="250"/>
                        </a:spcBef>
                      </a:pPr>
                      <a:r>
                        <a:rPr sz="1800" spc="-20" dirty="0"/>
                        <a:t>61.8</a:t>
                      </a:r>
                      <a:endParaRPr sz="1800">
                        <a:latin typeface="Calibri"/>
                        <a:cs typeface="Calibri"/>
                      </a:endParaRPr>
                    </a:p>
                  </a:txBody>
                  <a:tcPr marL="0" marR="0" marT="31750" marB="0"/>
                </a:tc>
                <a:tc>
                  <a:txBody>
                    <a:bodyPr/>
                    <a:lstStyle/>
                    <a:p>
                      <a:pPr marL="91440">
                        <a:lnSpc>
                          <a:spcPct val="100000"/>
                        </a:lnSpc>
                        <a:spcBef>
                          <a:spcPts val="250"/>
                        </a:spcBef>
                      </a:pPr>
                      <a:r>
                        <a:rPr sz="1800" spc="-20" dirty="0"/>
                        <a:t>3.31</a:t>
                      </a:r>
                      <a:endParaRPr sz="1800" dirty="0">
                        <a:latin typeface="Calibri"/>
                        <a:cs typeface="Calibri"/>
                      </a:endParaRPr>
                    </a:p>
                  </a:txBody>
                  <a:tcPr marL="0" marR="0" marT="31750" marB="0"/>
                </a:tc>
                <a:extLst>
                  <a:ext uri="{0D108BD9-81ED-4DB2-BD59-A6C34878D82A}">
                    <a16:rowId xmlns:a16="http://schemas.microsoft.com/office/drawing/2014/main" val="10005"/>
                  </a:ext>
                </a:extLst>
              </a:tr>
            </a:tbl>
          </a:graphicData>
        </a:graphic>
      </p:graphicFrame>
      <p:sp>
        <p:nvSpPr>
          <p:cNvPr id="13" name="TextBox 12">
            <a:extLst>
              <a:ext uri="{FF2B5EF4-FFF2-40B4-BE49-F238E27FC236}">
                <a16:creationId xmlns:a16="http://schemas.microsoft.com/office/drawing/2014/main" id="{47D9F6BA-84EF-83C2-ACBF-607144026D18}"/>
              </a:ext>
            </a:extLst>
          </p:cNvPr>
          <p:cNvSpPr txBox="1"/>
          <p:nvPr/>
        </p:nvSpPr>
        <p:spPr>
          <a:xfrm>
            <a:off x="1866242" y="184121"/>
            <a:ext cx="7805597" cy="400110"/>
          </a:xfrm>
          <a:prstGeom prst="rect">
            <a:avLst/>
          </a:prstGeom>
          <a:noFill/>
        </p:spPr>
        <p:txBody>
          <a:bodyPr wrap="square">
            <a:spAutoFit/>
          </a:bodyPr>
          <a:lstStyle/>
          <a:p>
            <a:pPr algn="ctr"/>
            <a:r>
              <a:rPr lang="en-IN" sz="2000" b="1" dirty="0">
                <a:latin typeface="Times New Roman" panose="02020603050405020304" pitchFamily="18" charset="0"/>
                <a:cs typeface="Times New Roman" panose="02020603050405020304" pitchFamily="18" charset="0"/>
              </a:rPr>
              <a:t>ENGINE</a:t>
            </a:r>
            <a:r>
              <a:rPr lang="en-IN" sz="2000" b="1" spc="-55" dirty="0">
                <a:latin typeface="Times New Roman" panose="02020603050405020304" pitchFamily="18" charset="0"/>
                <a:cs typeface="Times New Roman" panose="02020603050405020304" pitchFamily="18" charset="0"/>
              </a:rPr>
              <a:t> </a:t>
            </a:r>
            <a:r>
              <a:rPr lang="en-IN" sz="2000" b="1" dirty="0">
                <a:latin typeface="Times New Roman" panose="02020603050405020304" pitchFamily="18" charset="0"/>
                <a:cs typeface="Times New Roman" panose="02020603050405020304" pitchFamily="18" charset="0"/>
              </a:rPr>
              <a:t>&amp;</a:t>
            </a:r>
            <a:r>
              <a:rPr lang="en-IN" sz="2000" b="1" spc="-50" dirty="0">
                <a:latin typeface="Times New Roman" panose="02020603050405020304" pitchFamily="18" charset="0"/>
                <a:cs typeface="Times New Roman" panose="02020603050405020304" pitchFamily="18" charset="0"/>
              </a:rPr>
              <a:t> </a:t>
            </a:r>
            <a:r>
              <a:rPr lang="en-IN" sz="2000" b="1" spc="-10" dirty="0">
                <a:latin typeface="Times New Roman" panose="02020603050405020304" pitchFamily="18" charset="0"/>
                <a:cs typeface="Times New Roman" panose="02020603050405020304" pitchFamily="18" charset="0"/>
              </a:rPr>
              <a:t>TRANSMISSION</a:t>
            </a:r>
            <a:endParaRPr lang="en-IN" sz="2000" b="1" dirty="0">
              <a:latin typeface="Times New Roman" panose="02020603050405020304" pitchFamily="18" charset="0"/>
              <a:cs typeface="Times New Roman" panose="02020603050405020304" pitchFamily="18" charset="0"/>
            </a:endParaRPr>
          </a:p>
        </p:txBody>
      </p:sp>
      <p:pic>
        <p:nvPicPr>
          <p:cNvPr id="14" name="Picture 13">
            <a:extLst>
              <a:ext uri="{FF2B5EF4-FFF2-40B4-BE49-F238E27FC236}">
                <a16:creationId xmlns:a16="http://schemas.microsoft.com/office/drawing/2014/main" id="{550721E7-26FE-21AD-082B-A80EF5F9D8C1}"/>
              </a:ext>
            </a:extLst>
          </p:cNvPr>
          <p:cNvPicPr>
            <a:picLocks noChangeAspect="1"/>
          </p:cNvPicPr>
          <p:nvPr/>
        </p:nvPicPr>
        <p:blipFill>
          <a:blip r:embed="rId3">
            <a:alphaModFix amt="5000"/>
            <a:extLst>
              <a:ext uri="{28A0092B-C50C-407E-A947-70E740481C1C}">
                <a14:useLocalDpi xmlns:a14="http://schemas.microsoft.com/office/drawing/2010/main" val="0"/>
              </a:ext>
            </a:extLst>
          </a:blip>
          <a:srcRect l="13134" t="29924" r="4696" b="19206"/>
          <a:stretch/>
        </p:blipFill>
        <p:spPr>
          <a:xfrm>
            <a:off x="1759975" y="518547"/>
            <a:ext cx="8672050" cy="6032267"/>
          </a:xfrm>
          <a:prstGeom prst="rect">
            <a:avLst/>
          </a:prstGeom>
        </p:spPr>
      </p:pic>
    </p:spTree>
    <p:extLst>
      <p:ext uri="{BB962C8B-B14F-4D97-AF65-F5344CB8AC3E}">
        <p14:creationId xmlns:p14="http://schemas.microsoft.com/office/powerpoint/2010/main" val="38730892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35DFD7-D973-4FCC-4E35-87B031CAD05B}"/>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134004CF-2335-CA6B-2AF5-F5E3F218BC2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009878" y="0"/>
            <a:ext cx="1037095" cy="1037095"/>
          </a:xfrm>
          <a:prstGeom prst="rect">
            <a:avLst/>
          </a:prstGeom>
        </p:spPr>
      </p:pic>
      <p:pic>
        <p:nvPicPr>
          <p:cNvPr id="9" name="Picture 8">
            <a:extLst>
              <a:ext uri="{FF2B5EF4-FFF2-40B4-BE49-F238E27FC236}">
                <a16:creationId xmlns:a16="http://schemas.microsoft.com/office/drawing/2014/main" id="{492C4413-9526-6048-6ECE-16C011AF617C}"/>
              </a:ext>
            </a:extLst>
          </p:cNvPr>
          <p:cNvPicPr>
            <a:picLocks noChangeAspect="1"/>
          </p:cNvPicPr>
          <p:nvPr/>
        </p:nvPicPr>
        <p:blipFill>
          <a:blip r:embed="rId3">
            <a:extLst>
              <a:ext uri="{28A0092B-C50C-407E-A947-70E740481C1C}">
                <a14:useLocalDpi xmlns:a14="http://schemas.microsoft.com/office/drawing/2010/main" val="0"/>
              </a:ext>
            </a:extLst>
          </a:blip>
          <a:srcRect l="17306" t="32895" r="7356" b="22368"/>
          <a:stretch/>
        </p:blipFill>
        <p:spPr>
          <a:xfrm>
            <a:off x="145027" y="76201"/>
            <a:ext cx="1172705" cy="752301"/>
          </a:xfrm>
          <a:prstGeom prst="rect">
            <a:avLst/>
          </a:prstGeom>
        </p:spPr>
      </p:pic>
      <p:sp>
        <p:nvSpPr>
          <p:cNvPr id="4" name="Footer Placeholder 9">
            <a:extLst>
              <a:ext uri="{FF2B5EF4-FFF2-40B4-BE49-F238E27FC236}">
                <a16:creationId xmlns:a16="http://schemas.microsoft.com/office/drawing/2014/main" id="{FE629188-595B-5DD7-90AD-E5F1D8C277C4}"/>
              </a:ext>
            </a:extLst>
          </p:cNvPr>
          <p:cNvSpPr>
            <a:spLocks noGrp="1"/>
          </p:cNvSpPr>
          <p:nvPr>
            <p:ph type="ftr" sz="quarter" idx="11"/>
          </p:nvPr>
        </p:nvSpPr>
        <p:spPr>
          <a:xfrm>
            <a:off x="235975" y="6326854"/>
            <a:ext cx="11366090" cy="501650"/>
          </a:xfrm>
        </p:spPr>
        <p:txBody>
          <a:bodyPr/>
          <a:lstStyle/>
          <a:p>
            <a:pPr algn="l"/>
            <a:r>
              <a:rPr lang="en-US" sz="1600" b="1" dirty="0">
                <a:solidFill>
                  <a:srgbClr val="002060"/>
                </a:solidFill>
                <a:latin typeface="Times New Roman" pitchFamily="18" charset="0"/>
                <a:cs typeface="Times New Roman" pitchFamily="18" charset="0"/>
              </a:rPr>
              <a:t>www.aimsacademys.org </a:t>
            </a:r>
            <a:r>
              <a:rPr lang="en-US" sz="1600" b="1" dirty="0">
                <a:solidFill>
                  <a:schemeClr val="accent6">
                    <a:lumMod val="75000"/>
                  </a:schemeClr>
                </a:solidFill>
                <a:latin typeface="Times New Roman" pitchFamily="18" charset="0"/>
                <a:cs typeface="Times New Roman" pitchFamily="18" charset="0"/>
              </a:rPr>
              <a:t>  	 	                                </a:t>
            </a:r>
            <a:r>
              <a:rPr lang="en-US" sz="1600" b="1" dirty="0">
                <a:solidFill>
                  <a:srgbClr val="002060"/>
                </a:solidFill>
                <a:latin typeface="Times New Roman" pitchFamily="18" charset="0"/>
                <a:cs typeface="Times New Roman" pitchFamily="18" charset="0"/>
              </a:rPr>
              <a:t>Season:05 		                                                        AIMS/KEC              </a:t>
            </a:r>
          </a:p>
        </p:txBody>
      </p:sp>
      <p:grpSp>
        <p:nvGrpSpPr>
          <p:cNvPr id="6" name="Group 5">
            <a:extLst>
              <a:ext uri="{FF2B5EF4-FFF2-40B4-BE49-F238E27FC236}">
                <a16:creationId xmlns:a16="http://schemas.microsoft.com/office/drawing/2014/main" id="{AF6C1254-2B02-CBFB-0585-38C6250240AF}"/>
              </a:ext>
            </a:extLst>
          </p:cNvPr>
          <p:cNvGrpSpPr/>
          <p:nvPr/>
        </p:nvGrpSpPr>
        <p:grpSpPr>
          <a:xfrm>
            <a:off x="1002890" y="801339"/>
            <a:ext cx="10412362" cy="5255323"/>
            <a:chOff x="58254" y="1036529"/>
            <a:chExt cx="8706288" cy="5255323"/>
          </a:xfrm>
        </p:grpSpPr>
        <p:graphicFrame>
          <p:nvGraphicFramePr>
            <p:cNvPr id="8" name="Chart 7">
              <a:extLst>
                <a:ext uri="{FF2B5EF4-FFF2-40B4-BE49-F238E27FC236}">
                  <a16:creationId xmlns:a16="http://schemas.microsoft.com/office/drawing/2014/main" id="{CFC6F3B4-613B-B726-AE0C-FA4C0DA9D6D7}"/>
                </a:ext>
              </a:extLst>
            </p:cNvPr>
            <p:cNvGraphicFramePr/>
            <p:nvPr/>
          </p:nvGraphicFramePr>
          <p:xfrm>
            <a:off x="4979064" y="1186629"/>
            <a:ext cx="3785478" cy="4909371"/>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0" name="Chart 9">
              <a:extLst>
                <a:ext uri="{FF2B5EF4-FFF2-40B4-BE49-F238E27FC236}">
                  <a16:creationId xmlns:a16="http://schemas.microsoft.com/office/drawing/2014/main" id="{35BD5D39-E686-7FBB-7540-A4339FA489B5}"/>
                </a:ext>
              </a:extLst>
            </p:cNvPr>
            <p:cNvGraphicFramePr/>
            <p:nvPr/>
          </p:nvGraphicFramePr>
          <p:xfrm>
            <a:off x="58254" y="1036529"/>
            <a:ext cx="5332866" cy="5255323"/>
          </p:xfrm>
          <a:graphic>
            <a:graphicData uri="http://schemas.openxmlformats.org/drawingml/2006/chart">
              <c:chart xmlns:c="http://schemas.openxmlformats.org/drawingml/2006/chart" xmlns:r="http://schemas.openxmlformats.org/officeDocument/2006/relationships" r:id="rId5"/>
            </a:graphicData>
          </a:graphic>
        </p:graphicFrame>
      </p:grpSp>
      <p:sp>
        <p:nvSpPr>
          <p:cNvPr id="12" name="TextBox 11">
            <a:extLst>
              <a:ext uri="{FF2B5EF4-FFF2-40B4-BE49-F238E27FC236}">
                <a16:creationId xmlns:a16="http://schemas.microsoft.com/office/drawing/2014/main" id="{B5966B84-919E-75FE-9260-E0D5B964B1AB}"/>
              </a:ext>
            </a:extLst>
          </p:cNvPr>
          <p:cNvSpPr txBox="1"/>
          <p:nvPr/>
        </p:nvSpPr>
        <p:spPr>
          <a:xfrm>
            <a:off x="1783326" y="198985"/>
            <a:ext cx="8271387" cy="369332"/>
          </a:xfrm>
          <a:prstGeom prst="rect">
            <a:avLst/>
          </a:prstGeom>
          <a:noFill/>
        </p:spPr>
        <p:txBody>
          <a:bodyPr wrap="square">
            <a:spAutoFit/>
          </a:bodyPr>
          <a:lstStyle/>
          <a:p>
            <a:pPr marL="12700" algn="ctr">
              <a:lnSpc>
                <a:spcPct val="100000"/>
              </a:lnSpc>
              <a:spcBef>
                <a:spcPts val="105"/>
              </a:spcBef>
            </a:pPr>
            <a:r>
              <a:rPr lang="en-IN" sz="1800" b="1" spc="-5" dirty="0">
                <a:uFill>
                  <a:solidFill>
                    <a:srgbClr val="E36C09"/>
                  </a:solidFill>
                </a:uFill>
                <a:latin typeface="Times New Roman" panose="02020603050405020304" pitchFamily="18" charset="0"/>
                <a:cs typeface="Times New Roman" panose="02020603050405020304" pitchFamily="18" charset="0"/>
              </a:rPr>
              <a:t>WEIGHTS</a:t>
            </a:r>
            <a:r>
              <a:rPr lang="en-IN" sz="1800" b="1" spc="-20" dirty="0">
                <a:uFill>
                  <a:solidFill>
                    <a:srgbClr val="E36C09"/>
                  </a:solidFill>
                </a:uFill>
                <a:latin typeface="Times New Roman" panose="02020603050405020304" pitchFamily="18" charset="0"/>
                <a:cs typeface="Times New Roman" panose="02020603050405020304" pitchFamily="18" charset="0"/>
              </a:rPr>
              <a:t> </a:t>
            </a:r>
            <a:r>
              <a:rPr lang="en-IN" sz="1800" b="1" dirty="0">
                <a:uFill>
                  <a:solidFill>
                    <a:srgbClr val="E36C09"/>
                  </a:solidFill>
                </a:uFill>
                <a:latin typeface="Times New Roman" panose="02020603050405020304" pitchFamily="18" charset="0"/>
                <a:cs typeface="Times New Roman" panose="02020603050405020304" pitchFamily="18" charset="0"/>
              </a:rPr>
              <a:t>AND</a:t>
            </a:r>
            <a:r>
              <a:rPr lang="en-IN" sz="1800" b="1" spc="-10" dirty="0">
                <a:uFill>
                  <a:solidFill>
                    <a:srgbClr val="E36C09"/>
                  </a:solidFill>
                </a:uFill>
                <a:latin typeface="Times New Roman" panose="02020603050405020304" pitchFamily="18" charset="0"/>
                <a:cs typeface="Times New Roman" panose="02020603050405020304" pitchFamily="18" charset="0"/>
              </a:rPr>
              <a:t> </a:t>
            </a:r>
            <a:r>
              <a:rPr lang="en-IN" sz="1800" b="1" dirty="0">
                <a:uFill>
                  <a:solidFill>
                    <a:srgbClr val="E36C09"/>
                  </a:solidFill>
                </a:uFill>
                <a:latin typeface="Times New Roman" panose="02020603050405020304" pitchFamily="18" charset="0"/>
                <a:cs typeface="Times New Roman" panose="02020603050405020304" pitchFamily="18" charset="0"/>
              </a:rPr>
              <a:t>BOM</a:t>
            </a:r>
            <a:r>
              <a:rPr lang="en-IN" sz="1800" b="1" spc="-25" dirty="0">
                <a:uFill>
                  <a:solidFill>
                    <a:srgbClr val="E36C09"/>
                  </a:solidFill>
                </a:uFill>
                <a:latin typeface="Times New Roman" panose="02020603050405020304" pitchFamily="18" charset="0"/>
                <a:cs typeface="Times New Roman" panose="02020603050405020304" pitchFamily="18" charset="0"/>
              </a:rPr>
              <a:t> </a:t>
            </a:r>
            <a:r>
              <a:rPr lang="en-IN" sz="1800" b="1" dirty="0">
                <a:uFill>
                  <a:solidFill>
                    <a:srgbClr val="E36C09"/>
                  </a:solidFill>
                </a:uFill>
                <a:latin typeface="Times New Roman" panose="02020603050405020304" pitchFamily="18" charset="0"/>
                <a:cs typeface="Times New Roman" panose="02020603050405020304" pitchFamily="18" charset="0"/>
              </a:rPr>
              <a:t>/</a:t>
            </a:r>
            <a:r>
              <a:rPr lang="en-IN" sz="1800" b="1" spc="-10" dirty="0">
                <a:uFill>
                  <a:solidFill>
                    <a:srgbClr val="E36C09"/>
                  </a:solidFill>
                </a:uFill>
                <a:latin typeface="Times New Roman" panose="02020603050405020304" pitchFamily="18" charset="0"/>
                <a:cs typeface="Times New Roman" panose="02020603050405020304" pitchFamily="18" charset="0"/>
              </a:rPr>
              <a:t> COSTING</a:t>
            </a:r>
            <a:endParaRPr lang="en-IN" sz="1800" dirty="0">
              <a:latin typeface="Times New Roman" panose="02020603050405020304" pitchFamily="18" charset="0"/>
              <a:cs typeface="Times New Roman" panose="02020603050405020304" pitchFamily="18" charset="0"/>
            </a:endParaRPr>
          </a:p>
        </p:txBody>
      </p:sp>
      <p:pic>
        <p:nvPicPr>
          <p:cNvPr id="13" name="Picture 12">
            <a:extLst>
              <a:ext uri="{FF2B5EF4-FFF2-40B4-BE49-F238E27FC236}">
                <a16:creationId xmlns:a16="http://schemas.microsoft.com/office/drawing/2014/main" id="{073DB07D-7E21-1608-95B2-CC7FB47A0376}"/>
              </a:ext>
            </a:extLst>
          </p:cNvPr>
          <p:cNvPicPr>
            <a:picLocks noChangeAspect="1"/>
          </p:cNvPicPr>
          <p:nvPr/>
        </p:nvPicPr>
        <p:blipFill>
          <a:blip r:embed="rId3">
            <a:alphaModFix amt="5000"/>
            <a:extLst>
              <a:ext uri="{28A0092B-C50C-407E-A947-70E740481C1C}">
                <a14:useLocalDpi xmlns:a14="http://schemas.microsoft.com/office/drawing/2010/main" val="0"/>
              </a:ext>
            </a:extLst>
          </a:blip>
          <a:srcRect l="13134" t="29924" r="4696" b="19206"/>
          <a:stretch/>
        </p:blipFill>
        <p:spPr>
          <a:xfrm>
            <a:off x="1736624" y="453135"/>
            <a:ext cx="8672050" cy="6032267"/>
          </a:xfrm>
          <a:prstGeom prst="rect">
            <a:avLst/>
          </a:prstGeom>
        </p:spPr>
      </p:pic>
    </p:spTree>
    <p:extLst>
      <p:ext uri="{BB962C8B-B14F-4D97-AF65-F5344CB8AC3E}">
        <p14:creationId xmlns:p14="http://schemas.microsoft.com/office/powerpoint/2010/main" val="16531600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0ED5C8-8D4C-C008-E30B-037B736B4D03}"/>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7E227404-D521-7AF3-C7EA-4923D2BD4A9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009878" y="0"/>
            <a:ext cx="1037095" cy="1037095"/>
          </a:xfrm>
          <a:prstGeom prst="rect">
            <a:avLst/>
          </a:prstGeom>
        </p:spPr>
      </p:pic>
      <p:pic>
        <p:nvPicPr>
          <p:cNvPr id="9" name="Picture 8">
            <a:extLst>
              <a:ext uri="{FF2B5EF4-FFF2-40B4-BE49-F238E27FC236}">
                <a16:creationId xmlns:a16="http://schemas.microsoft.com/office/drawing/2014/main" id="{920A65B0-4ED8-602E-F838-0DD56AD085D0}"/>
              </a:ext>
            </a:extLst>
          </p:cNvPr>
          <p:cNvPicPr>
            <a:picLocks noChangeAspect="1"/>
          </p:cNvPicPr>
          <p:nvPr/>
        </p:nvPicPr>
        <p:blipFill>
          <a:blip r:embed="rId3">
            <a:extLst>
              <a:ext uri="{28A0092B-C50C-407E-A947-70E740481C1C}">
                <a14:useLocalDpi xmlns:a14="http://schemas.microsoft.com/office/drawing/2010/main" val="0"/>
              </a:ext>
            </a:extLst>
          </a:blip>
          <a:srcRect l="17306" t="32895" r="7356" b="22368"/>
          <a:stretch/>
        </p:blipFill>
        <p:spPr>
          <a:xfrm>
            <a:off x="145027" y="76201"/>
            <a:ext cx="1172705" cy="752301"/>
          </a:xfrm>
          <a:prstGeom prst="rect">
            <a:avLst/>
          </a:prstGeom>
        </p:spPr>
      </p:pic>
      <p:sp>
        <p:nvSpPr>
          <p:cNvPr id="4" name="Footer Placeholder 9">
            <a:extLst>
              <a:ext uri="{FF2B5EF4-FFF2-40B4-BE49-F238E27FC236}">
                <a16:creationId xmlns:a16="http://schemas.microsoft.com/office/drawing/2014/main" id="{3CAA09F4-57B8-851E-2549-C2D900E40090}"/>
              </a:ext>
            </a:extLst>
          </p:cNvPr>
          <p:cNvSpPr>
            <a:spLocks noGrp="1"/>
          </p:cNvSpPr>
          <p:nvPr>
            <p:ph type="ftr" sz="quarter" idx="11"/>
          </p:nvPr>
        </p:nvSpPr>
        <p:spPr>
          <a:xfrm>
            <a:off x="235975" y="6326854"/>
            <a:ext cx="11366090" cy="501650"/>
          </a:xfrm>
        </p:spPr>
        <p:txBody>
          <a:bodyPr/>
          <a:lstStyle/>
          <a:p>
            <a:pPr algn="l"/>
            <a:r>
              <a:rPr lang="en-US" sz="1600" b="1" dirty="0">
                <a:solidFill>
                  <a:srgbClr val="002060"/>
                </a:solidFill>
                <a:latin typeface="Times New Roman" pitchFamily="18" charset="0"/>
                <a:cs typeface="Times New Roman" pitchFamily="18" charset="0"/>
              </a:rPr>
              <a:t>www.aimsacademys.org </a:t>
            </a:r>
            <a:r>
              <a:rPr lang="en-US" sz="1600" b="1" dirty="0">
                <a:solidFill>
                  <a:schemeClr val="accent6">
                    <a:lumMod val="75000"/>
                  </a:schemeClr>
                </a:solidFill>
                <a:latin typeface="Times New Roman" pitchFamily="18" charset="0"/>
                <a:cs typeface="Times New Roman" pitchFamily="18" charset="0"/>
              </a:rPr>
              <a:t>  	 	                                </a:t>
            </a:r>
            <a:r>
              <a:rPr lang="en-US" sz="1600" b="1" dirty="0">
                <a:solidFill>
                  <a:srgbClr val="002060"/>
                </a:solidFill>
                <a:latin typeface="Times New Roman" pitchFamily="18" charset="0"/>
                <a:cs typeface="Times New Roman" pitchFamily="18" charset="0"/>
              </a:rPr>
              <a:t>Season:05 		                                                        AIMS/KEC              </a:t>
            </a:r>
          </a:p>
        </p:txBody>
      </p:sp>
      <p:graphicFrame>
        <p:nvGraphicFramePr>
          <p:cNvPr id="2" name="object 3">
            <a:extLst>
              <a:ext uri="{FF2B5EF4-FFF2-40B4-BE49-F238E27FC236}">
                <a16:creationId xmlns:a16="http://schemas.microsoft.com/office/drawing/2014/main" id="{9D612DAB-795D-F3DD-AADB-9511B70685FA}"/>
              </a:ext>
            </a:extLst>
          </p:cNvPr>
          <p:cNvGraphicFramePr>
            <a:graphicFrameLocks noGrp="1"/>
          </p:cNvGraphicFramePr>
          <p:nvPr>
            <p:extLst>
              <p:ext uri="{D42A27DB-BD31-4B8C-83A1-F6EECF244321}">
                <p14:modId xmlns:p14="http://schemas.microsoft.com/office/powerpoint/2010/main" val="983820252"/>
              </p:ext>
            </p:extLst>
          </p:nvPr>
        </p:nvGraphicFramePr>
        <p:xfrm>
          <a:off x="235975" y="958438"/>
          <a:ext cx="11720047" cy="5508301"/>
        </p:xfrm>
        <a:graphic>
          <a:graphicData uri="http://schemas.openxmlformats.org/drawingml/2006/table">
            <a:tbl>
              <a:tblPr firstRow="1" bandRow="1">
                <a:tableStyleId>{5DA37D80-6434-44D0-A028-1B22A696006F}</a:tableStyleId>
              </a:tblPr>
              <a:tblGrid>
                <a:gridCol w="1228904">
                  <a:extLst>
                    <a:ext uri="{9D8B030D-6E8A-4147-A177-3AD203B41FA5}">
                      <a16:colId xmlns:a16="http://schemas.microsoft.com/office/drawing/2014/main" val="20000"/>
                    </a:ext>
                  </a:extLst>
                </a:gridCol>
                <a:gridCol w="1162003">
                  <a:extLst>
                    <a:ext uri="{9D8B030D-6E8A-4147-A177-3AD203B41FA5}">
                      <a16:colId xmlns:a16="http://schemas.microsoft.com/office/drawing/2014/main" val="20001"/>
                    </a:ext>
                  </a:extLst>
                </a:gridCol>
                <a:gridCol w="1214614">
                  <a:extLst>
                    <a:ext uri="{9D8B030D-6E8A-4147-A177-3AD203B41FA5}">
                      <a16:colId xmlns:a16="http://schemas.microsoft.com/office/drawing/2014/main" val="20002"/>
                    </a:ext>
                  </a:extLst>
                </a:gridCol>
                <a:gridCol w="1197725">
                  <a:extLst>
                    <a:ext uri="{9D8B030D-6E8A-4147-A177-3AD203B41FA5}">
                      <a16:colId xmlns:a16="http://schemas.microsoft.com/office/drawing/2014/main" val="20003"/>
                    </a:ext>
                  </a:extLst>
                </a:gridCol>
                <a:gridCol w="403356">
                  <a:extLst>
                    <a:ext uri="{9D8B030D-6E8A-4147-A177-3AD203B41FA5}">
                      <a16:colId xmlns:a16="http://schemas.microsoft.com/office/drawing/2014/main" val="20004"/>
                    </a:ext>
                  </a:extLst>
                </a:gridCol>
                <a:gridCol w="1791394">
                  <a:extLst>
                    <a:ext uri="{9D8B030D-6E8A-4147-A177-3AD203B41FA5}">
                      <a16:colId xmlns:a16="http://schemas.microsoft.com/office/drawing/2014/main" val="20005"/>
                    </a:ext>
                  </a:extLst>
                </a:gridCol>
                <a:gridCol w="302030">
                  <a:extLst>
                    <a:ext uri="{9D8B030D-6E8A-4147-A177-3AD203B41FA5}">
                      <a16:colId xmlns:a16="http://schemas.microsoft.com/office/drawing/2014/main" val="20006"/>
                    </a:ext>
                  </a:extLst>
                </a:gridCol>
                <a:gridCol w="604708">
                  <a:extLst>
                    <a:ext uri="{9D8B030D-6E8A-4147-A177-3AD203B41FA5}">
                      <a16:colId xmlns:a16="http://schemas.microsoft.com/office/drawing/2014/main" val="20007"/>
                    </a:ext>
                  </a:extLst>
                </a:gridCol>
                <a:gridCol w="548850">
                  <a:extLst>
                    <a:ext uri="{9D8B030D-6E8A-4147-A177-3AD203B41FA5}">
                      <a16:colId xmlns:a16="http://schemas.microsoft.com/office/drawing/2014/main" val="20008"/>
                    </a:ext>
                  </a:extLst>
                </a:gridCol>
                <a:gridCol w="1465331">
                  <a:extLst>
                    <a:ext uri="{9D8B030D-6E8A-4147-A177-3AD203B41FA5}">
                      <a16:colId xmlns:a16="http://schemas.microsoft.com/office/drawing/2014/main" val="20009"/>
                    </a:ext>
                  </a:extLst>
                </a:gridCol>
                <a:gridCol w="313720">
                  <a:extLst>
                    <a:ext uri="{9D8B030D-6E8A-4147-A177-3AD203B41FA5}">
                      <a16:colId xmlns:a16="http://schemas.microsoft.com/office/drawing/2014/main" val="20010"/>
                    </a:ext>
                  </a:extLst>
                </a:gridCol>
                <a:gridCol w="301380">
                  <a:extLst>
                    <a:ext uri="{9D8B030D-6E8A-4147-A177-3AD203B41FA5}">
                      <a16:colId xmlns:a16="http://schemas.microsoft.com/office/drawing/2014/main" val="20011"/>
                    </a:ext>
                  </a:extLst>
                </a:gridCol>
                <a:gridCol w="593016">
                  <a:extLst>
                    <a:ext uri="{9D8B030D-6E8A-4147-A177-3AD203B41FA5}">
                      <a16:colId xmlns:a16="http://schemas.microsoft.com/office/drawing/2014/main" val="20012"/>
                    </a:ext>
                  </a:extLst>
                </a:gridCol>
                <a:gridCol w="593016">
                  <a:extLst>
                    <a:ext uri="{9D8B030D-6E8A-4147-A177-3AD203B41FA5}">
                      <a16:colId xmlns:a16="http://schemas.microsoft.com/office/drawing/2014/main" val="20013"/>
                    </a:ext>
                  </a:extLst>
                </a:gridCol>
              </a:tblGrid>
              <a:tr h="339783">
                <a:tc>
                  <a:txBody>
                    <a:bodyPr/>
                    <a:lstStyle/>
                    <a:p>
                      <a:pPr marL="207645">
                        <a:lnSpc>
                          <a:spcPct val="100000"/>
                        </a:lnSpc>
                        <a:spcBef>
                          <a:spcPts val="800"/>
                        </a:spcBef>
                      </a:pPr>
                      <a:r>
                        <a:rPr sz="1000" b="1" spc="-10" dirty="0"/>
                        <a:t>COMPONENT</a:t>
                      </a:r>
                      <a:endParaRPr sz="1000">
                        <a:latin typeface="Calibri"/>
                        <a:cs typeface="Calibri"/>
                      </a:endParaRPr>
                    </a:p>
                  </a:txBody>
                  <a:tcPr marL="0" marR="0" marT="101600" marB="0"/>
                </a:tc>
                <a:tc>
                  <a:txBody>
                    <a:bodyPr/>
                    <a:lstStyle/>
                    <a:p>
                      <a:pPr marL="260350">
                        <a:lnSpc>
                          <a:spcPct val="100000"/>
                        </a:lnSpc>
                        <a:spcBef>
                          <a:spcPts val="800"/>
                        </a:spcBef>
                      </a:pPr>
                      <a:r>
                        <a:rPr sz="1000" b="1" spc="-10" dirty="0"/>
                        <a:t>FUNCTION</a:t>
                      </a:r>
                      <a:endParaRPr sz="1000">
                        <a:latin typeface="Calibri"/>
                        <a:cs typeface="Calibri"/>
                      </a:endParaRPr>
                    </a:p>
                  </a:txBody>
                  <a:tcPr marL="0" marR="0" marT="101600" marB="0"/>
                </a:tc>
                <a:tc>
                  <a:txBody>
                    <a:bodyPr/>
                    <a:lstStyle/>
                    <a:p>
                      <a:pPr algn="ctr">
                        <a:lnSpc>
                          <a:spcPct val="100000"/>
                        </a:lnSpc>
                        <a:spcBef>
                          <a:spcPts val="40"/>
                        </a:spcBef>
                      </a:pPr>
                      <a:r>
                        <a:rPr sz="1000" b="1" spc="-10" dirty="0"/>
                        <a:t>POTENTIAL</a:t>
                      </a:r>
                      <a:endParaRPr sz="1000"/>
                    </a:p>
                    <a:p>
                      <a:pPr algn="ctr">
                        <a:lnSpc>
                          <a:spcPct val="100000"/>
                        </a:lnSpc>
                        <a:spcBef>
                          <a:spcPts val="190"/>
                        </a:spcBef>
                      </a:pPr>
                      <a:r>
                        <a:rPr sz="1000" b="1" dirty="0"/>
                        <a:t>FAILURE</a:t>
                      </a:r>
                      <a:r>
                        <a:rPr sz="1000" b="1" spc="-40" dirty="0"/>
                        <a:t> </a:t>
                      </a:r>
                      <a:r>
                        <a:rPr sz="1000" b="1" spc="-20" dirty="0"/>
                        <a:t>MODE</a:t>
                      </a:r>
                      <a:endParaRPr sz="1000">
                        <a:latin typeface="Calibri"/>
                        <a:cs typeface="Calibri"/>
                      </a:endParaRPr>
                    </a:p>
                  </a:txBody>
                  <a:tcPr marL="0" marR="0" marT="5080" marB="0"/>
                </a:tc>
                <a:tc>
                  <a:txBody>
                    <a:bodyPr/>
                    <a:lstStyle/>
                    <a:p>
                      <a:pPr algn="ctr">
                        <a:lnSpc>
                          <a:spcPct val="100000"/>
                        </a:lnSpc>
                        <a:spcBef>
                          <a:spcPts val="40"/>
                        </a:spcBef>
                      </a:pPr>
                      <a:r>
                        <a:rPr sz="1000" b="1" spc="-10" dirty="0"/>
                        <a:t>POTENTIAL</a:t>
                      </a:r>
                      <a:endParaRPr sz="1000"/>
                    </a:p>
                    <a:p>
                      <a:pPr algn="ctr">
                        <a:lnSpc>
                          <a:spcPct val="100000"/>
                        </a:lnSpc>
                        <a:spcBef>
                          <a:spcPts val="190"/>
                        </a:spcBef>
                      </a:pPr>
                      <a:r>
                        <a:rPr sz="1000" b="1" spc="-10" dirty="0"/>
                        <a:t>EFFECTS</a:t>
                      </a:r>
                      <a:endParaRPr sz="1000">
                        <a:latin typeface="Calibri"/>
                        <a:cs typeface="Calibri"/>
                      </a:endParaRPr>
                    </a:p>
                  </a:txBody>
                  <a:tcPr marL="0" marR="0" marT="5080" marB="0"/>
                </a:tc>
                <a:tc>
                  <a:txBody>
                    <a:bodyPr/>
                    <a:lstStyle/>
                    <a:p>
                      <a:pPr marL="635" algn="ctr">
                        <a:lnSpc>
                          <a:spcPct val="100000"/>
                        </a:lnSpc>
                        <a:spcBef>
                          <a:spcPts val="800"/>
                        </a:spcBef>
                      </a:pPr>
                      <a:r>
                        <a:rPr sz="1000" b="1" spc="-50" dirty="0"/>
                        <a:t>S</a:t>
                      </a:r>
                      <a:endParaRPr sz="1000">
                        <a:latin typeface="Calibri"/>
                        <a:cs typeface="Calibri"/>
                      </a:endParaRPr>
                    </a:p>
                  </a:txBody>
                  <a:tcPr marL="0" marR="0" marT="101600" marB="0"/>
                </a:tc>
                <a:tc>
                  <a:txBody>
                    <a:bodyPr/>
                    <a:lstStyle/>
                    <a:p>
                      <a:pPr algn="ctr">
                        <a:lnSpc>
                          <a:spcPct val="100000"/>
                        </a:lnSpc>
                        <a:spcBef>
                          <a:spcPts val="800"/>
                        </a:spcBef>
                      </a:pPr>
                      <a:r>
                        <a:rPr sz="1000" b="1" dirty="0"/>
                        <a:t>POTENTIAL</a:t>
                      </a:r>
                      <a:r>
                        <a:rPr sz="1000" b="1" spc="-60" dirty="0"/>
                        <a:t> </a:t>
                      </a:r>
                      <a:r>
                        <a:rPr sz="1000" b="1" spc="-10" dirty="0"/>
                        <a:t>CAUSES</a:t>
                      </a:r>
                      <a:endParaRPr sz="1000">
                        <a:latin typeface="Calibri"/>
                        <a:cs typeface="Calibri"/>
                      </a:endParaRPr>
                    </a:p>
                  </a:txBody>
                  <a:tcPr marL="0" marR="0" marT="101600" marB="0"/>
                </a:tc>
                <a:tc>
                  <a:txBody>
                    <a:bodyPr/>
                    <a:lstStyle/>
                    <a:p>
                      <a:pPr marL="635" algn="ctr">
                        <a:lnSpc>
                          <a:spcPct val="100000"/>
                        </a:lnSpc>
                        <a:spcBef>
                          <a:spcPts val="800"/>
                        </a:spcBef>
                      </a:pPr>
                      <a:r>
                        <a:rPr sz="1000" b="1" spc="-50" dirty="0"/>
                        <a:t>O</a:t>
                      </a:r>
                      <a:endParaRPr sz="1000">
                        <a:latin typeface="Calibri"/>
                        <a:cs typeface="Calibri"/>
                      </a:endParaRPr>
                    </a:p>
                  </a:txBody>
                  <a:tcPr marL="0" marR="0" marT="101600" marB="0"/>
                </a:tc>
                <a:tc>
                  <a:txBody>
                    <a:bodyPr/>
                    <a:lstStyle/>
                    <a:p>
                      <a:pPr marL="635" algn="ctr">
                        <a:lnSpc>
                          <a:spcPct val="100000"/>
                        </a:lnSpc>
                        <a:spcBef>
                          <a:spcPts val="800"/>
                        </a:spcBef>
                      </a:pPr>
                      <a:r>
                        <a:rPr sz="1000" b="1" spc="-50" dirty="0"/>
                        <a:t>D</a:t>
                      </a:r>
                      <a:endParaRPr sz="1000">
                        <a:latin typeface="Calibri"/>
                        <a:cs typeface="Calibri"/>
                      </a:endParaRPr>
                    </a:p>
                  </a:txBody>
                  <a:tcPr marL="0" marR="0" marT="101600" marB="0"/>
                </a:tc>
                <a:tc>
                  <a:txBody>
                    <a:bodyPr/>
                    <a:lstStyle/>
                    <a:p>
                      <a:pPr marL="635" algn="ctr">
                        <a:lnSpc>
                          <a:spcPct val="100000"/>
                        </a:lnSpc>
                        <a:spcBef>
                          <a:spcPts val="800"/>
                        </a:spcBef>
                      </a:pPr>
                      <a:r>
                        <a:rPr sz="1000" b="1" spc="-10" dirty="0"/>
                        <a:t>R.P.N.</a:t>
                      </a:r>
                      <a:endParaRPr sz="1000">
                        <a:latin typeface="Calibri"/>
                        <a:cs typeface="Calibri"/>
                      </a:endParaRPr>
                    </a:p>
                  </a:txBody>
                  <a:tcPr marL="0" marR="0" marT="101600" marB="0"/>
                </a:tc>
                <a:tc>
                  <a:txBody>
                    <a:bodyPr/>
                    <a:lstStyle/>
                    <a:p>
                      <a:pPr algn="ctr">
                        <a:lnSpc>
                          <a:spcPct val="100000"/>
                        </a:lnSpc>
                        <a:spcBef>
                          <a:spcPts val="800"/>
                        </a:spcBef>
                      </a:pPr>
                      <a:r>
                        <a:rPr sz="1000" b="1" dirty="0"/>
                        <a:t>ACTIONS</a:t>
                      </a:r>
                      <a:r>
                        <a:rPr sz="1000" b="1" spc="-45" dirty="0"/>
                        <a:t> </a:t>
                      </a:r>
                      <a:r>
                        <a:rPr sz="1000" b="1" spc="-10" dirty="0"/>
                        <a:t>TAKEN</a:t>
                      </a:r>
                      <a:endParaRPr sz="1000">
                        <a:latin typeface="Calibri"/>
                        <a:cs typeface="Calibri"/>
                      </a:endParaRPr>
                    </a:p>
                  </a:txBody>
                  <a:tcPr marL="0" marR="0" marT="101600" marB="0"/>
                </a:tc>
                <a:tc>
                  <a:txBody>
                    <a:bodyPr/>
                    <a:lstStyle/>
                    <a:p>
                      <a:pPr marL="635" algn="ctr">
                        <a:lnSpc>
                          <a:spcPct val="100000"/>
                        </a:lnSpc>
                        <a:spcBef>
                          <a:spcPts val="800"/>
                        </a:spcBef>
                      </a:pPr>
                      <a:r>
                        <a:rPr sz="1000" b="1" spc="-50" dirty="0"/>
                        <a:t>S</a:t>
                      </a:r>
                      <a:endParaRPr sz="1000">
                        <a:latin typeface="Calibri"/>
                        <a:cs typeface="Calibri"/>
                      </a:endParaRPr>
                    </a:p>
                  </a:txBody>
                  <a:tcPr marL="0" marR="0" marT="101600" marB="0"/>
                </a:tc>
                <a:tc>
                  <a:txBody>
                    <a:bodyPr/>
                    <a:lstStyle/>
                    <a:p>
                      <a:pPr marL="1270" algn="ctr">
                        <a:lnSpc>
                          <a:spcPct val="100000"/>
                        </a:lnSpc>
                        <a:spcBef>
                          <a:spcPts val="800"/>
                        </a:spcBef>
                      </a:pPr>
                      <a:r>
                        <a:rPr sz="1000" b="1" spc="-50" dirty="0"/>
                        <a:t>O</a:t>
                      </a:r>
                      <a:endParaRPr sz="1000">
                        <a:latin typeface="Calibri"/>
                        <a:cs typeface="Calibri"/>
                      </a:endParaRPr>
                    </a:p>
                  </a:txBody>
                  <a:tcPr marL="0" marR="0" marT="101600" marB="0"/>
                </a:tc>
                <a:tc>
                  <a:txBody>
                    <a:bodyPr/>
                    <a:lstStyle/>
                    <a:p>
                      <a:pPr algn="ctr">
                        <a:lnSpc>
                          <a:spcPct val="100000"/>
                        </a:lnSpc>
                        <a:spcBef>
                          <a:spcPts val="800"/>
                        </a:spcBef>
                      </a:pPr>
                      <a:r>
                        <a:rPr sz="1000" b="1" spc="-50" dirty="0"/>
                        <a:t>D</a:t>
                      </a:r>
                      <a:endParaRPr sz="1000">
                        <a:latin typeface="Calibri"/>
                        <a:cs typeface="Calibri"/>
                      </a:endParaRPr>
                    </a:p>
                  </a:txBody>
                  <a:tcPr marL="0" marR="0" marT="101600" marB="0"/>
                </a:tc>
                <a:tc>
                  <a:txBody>
                    <a:bodyPr/>
                    <a:lstStyle/>
                    <a:p>
                      <a:pPr algn="ctr">
                        <a:lnSpc>
                          <a:spcPct val="100000"/>
                        </a:lnSpc>
                        <a:spcBef>
                          <a:spcPts val="800"/>
                        </a:spcBef>
                      </a:pPr>
                      <a:r>
                        <a:rPr sz="1000" b="1" spc="-10" dirty="0"/>
                        <a:t>R.P.N</a:t>
                      </a:r>
                      <a:endParaRPr sz="1000">
                        <a:latin typeface="Calibri"/>
                        <a:cs typeface="Calibri"/>
                      </a:endParaRPr>
                    </a:p>
                  </a:txBody>
                  <a:tcPr marL="0" marR="0" marT="101600" marB="0"/>
                </a:tc>
                <a:extLst>
                  <a:ext uri="{0D108BD9-81ED-4DB2-BD59-A6C34878D82A}">
                    <a16:rowId xmlns:a16="http://schemas.microsoft.com/office/drawing/2014/main" val="10000"/>
                  </a:ext>
                </a:extLst>
              </a:tr>
              <a:tr h="224731">
                <a:tc rowSpan="4">
                  <a:txBody>
                    <a:bodyPr/>
                    <a:lstStyle/>
                    <a:p>
                      <a:pPr>
                        <a:lnSpc>
                          <a:spcPct val="100000"/>
                        </a:lnSpc>
                      </a:pPr>
                      <a:endParaRPr sz="1000"/>
                    </a:p>
                    <a:p>
                      <a:pPr>
                        <a:lnSpc>
                          <a:spcPct val="100000"/>
                        </a:lnSpc>
                      </a:pPr>
                      <a:endParaRPr sz="1000"/>
                    </a:p>
                    <a:p>
                      <a:pPr>
                        <a:lnSpc>
                          <a:spcPct val="100000"/>
                        </a:lnSpc>
                      </a:pPr>
                      <a:endParaRPr sz="1000"/>
                    </a:p>
                    <a:p>
                      <a:pPr>
                        <a:lnSpc>
                          <a:spcPct val="100000"/>
                        </a:lnSpc>
                        <a:spcBef>
                          <a:spcPts val="85"/>
                        </a:spcBef>
                      </a:pPr>
                      <a:endParaRPr sz="1000"/>
                    </a:p>
                    <a:p>
                      <a:pPr marL="373380">
                        <a:lnSpc>
                          <a:spcPct val="100000"/>
                        </a:lnSpc>
                        <a:spcBef>
                          <a:spcPts val="5"/>
                        </a:spcBef>
                      </a:pPr>
                      <a:r>
                        <a:rPr sz="1000" b="1" spc="-10" dirty="0"/>
                        <a:t>BRAKES</a:t>
                      </a:r>
                      <a:endParaRPr sz="1000">
                        <a:latin typeface="Calibri"/>
                        <a:cs typeface="Calibri"/>
                      </a:endParaRPr>
                    </a:p>
                  </a:txBody>
                  <a:tcPr marL="0" marR="0" marT="0" marB="0"/>
                </a:tc>
                <a:tc rowSpan="4">
                  <a:txBody>
                    <a:bodyPr/>
                    <a:lstStyle/>
                    <a:p>
                      <a:pPr>
                        <a:lnSpc>
                          <a:spcPct val="100000"/>
                        </a:lnSpc>
                      </a:pPr>
                      <a:endParaRPr sz="1000"/>
                    </a:p>
                    <a:p>
                      <a:pPr>
                        <a:lnSpc>
                          <a:spcPct val="100000"/>
                        </a:lnSpc>
                      </a:pPr>
                      <a:endParaRPr sz="1000"/>
                    </a:p>
                    <a:p>
                      <a:pPr>
                        <a:lnSpc>
                          <a:spcPct val="100000"/>
                        </a:lnSpc>
                        <a:spcBef>
                          <a:spcPts val="400"/>
                        </a:spcBef>
                      </a:pPr>
                      <a:endParaRPr sz="1000"/>
                    </a:p>
                    <a:p>
                      <a:pPr marL="101600" marR="95885" indent="7620">
                        <a:lnSpc>
                          <a:spcPct val="114500"/>
                        </a:lnSpc>
                        <a:spcBef>
                          <a:spcPts val="5"/>
                        </a:spcBef>
                      </a:pPr>
                      <a:r>
                        <a:rPr sz="1000" dirty="0"/>
                        <a:t>Dissipate</a:t>
                      </a:r>
                      <a:r>
                        <a:rPr sz="1000" spc="-60" dirty="0"/>
                        <a:t> </a:t>
                      </a:r>
                      <a:r>
                        <a:rPr sz="1000" spc="-10" dirty="0"/>
                        <a:t>kinetic </a:t>
                      </a:r>
                      <a:r>
                        <a:rPr sz="1000" dirty="0"/>
                        <a:t>energy</a:t>
                      </a:r>
                      <a:r>
                        <a:rPr sz="1000" spc="-30" dirty="0"/>
                        <a:t> </a:t>
                      </a:r>
                      <a:r>
                        <a:rPr sz="1000" spc="-20" dirty="0"/>
                        <a:t>into</a:t>
                      </a:r>
                      <a:r>
                        <a:rPr sz="1000" spc="500" dirty="0"/>
                        <a:t> </a:t>
                      </a:r>
                      <a:r>
                        <a:rPr sz="1000" spc="-20" dirty="0"/>
                        <a:t>heat</a:t>
                      </a:r>
                      <a:endParaRPr sz="1000">
                        <a:latin typeface="Calibri"/>
                        <a:cs typeface="Calibri"/>
                      </a:endParaRPr>
                    </a:p>
                  </a:txBody>
                  <a:tcPr marL="0" marR="0" marT="0" marB="0"/>
                </a:tc>
                <a:tc rowSpan="2">
                  <a:txBody>
                    <a:bodyPr/>
                    <a:lstStyle/>
                    <a:p>
                      <a:pPr marL="155575" marR="137160" indent="-12700">
                        <a:lnSpc>
                          <a:spcPct val="100000"/>
                        </a:lnSpc>
                        <a:spcBef>
                          <a:spcPts val="1255"/>
                        </a:spcBef>
                      </a:pPr>
                      <a:r>
                        <a:rPr sz="1000" dirty="0"/>
                        <a:t>Leakage</a:t>
                      </a:r>
                      <a:r>
                        <a:rPr sz="1000" spc="-20" dirty="0"/>
                        <a:t> </a:t>
                      </a:r>
                      <a:r>
                        <a:rPr sz="1000" dirty="0"/>
                        <a:t>of</a:t>
                      </a:r>
                      <a:r>
                        <a:rPr sz="1000" spc="-5" dirty="0"/>
                        <a:t> </a:t>
                      </a:r>
                      <a:r>
                        <a:rPr sz="1000" spc="-10" dirty="0"/>
                        <a:t>fluid </a:t>
                      </a:r>
                      <a:r>
                        <a:rPr sz="1000" dirty="0"/>
                        <a:t>from</a:t>
                      </a:r>
                      <a:r>
                        <a:rPr sz="1000" spc="-40" dirty="0"/>
                        <a:t> </a:t>
                      </a:r>
                      <a:r>
                        <a:rPr sz="1000" dirty="0"/>
                        <a:t>brake</a:t>
                      </a:r>
                      <a:r>
                        <a:rPr sz="1000" spc="-15" dirty="0"/>
                        <a:t> </a:t>
                      </a:r>
                      <a:r>
                        <a:rPr sz="1000" spc="-20" dirty="0"/>
                        <a:t>line</a:t>
                      </a:r>
                      <a:endParaRPr sz="1000">
                        <a:latin typeface="Calibri"/>
                        <a:cs typeface="Calibri"/>
                      </a:endParaRPr>
                    </a:p>
                  </a:txBody>
                  <a:tcPr marL="0" marR="0" marT="159385" marB="0"/>
                </a:tc>
                <a:tc rowSpan="2">
                  <a:txBody>
                    <a:bodyPr/>
                    <a:lstStyle/>
                    <a:p>
                      <a:pPr marL="31750" marR="23495" indent="59055">
                        <a:lnSpc>
                          <a:spcPct val="114500"/>
                        </a:lnSpc>
                        <a:spcBef>
                          <a:spcPts val="975"/>
                        </a:spcBef>
                      </a:pPr>
                      <a:r>
                        <a:rPr sz="1000" dirty="0"/>
                        <a:t>Improper</a:t>
                      </a:r>
                      <a:r>
                        <a:rPr sz="1000" spc="-45" dirty="0"/>
                        <a:t> </a:t>
                      </a:r>
                      <a:r>
                        <a:rPr sz="1000" spc="-10" dirty="0"/>
                        <a:t>braking </a:t>
                      </a:r>
                      <a:r>
                        <a:rPr sz="1000" dirty="0"/>
                        <a:t>may</a:t>
                      </a:r>
                      <a:r>
                        <a:rPr sz="1000" spc="-30" dirty="0"/>
                        <a:t> </a:t>
                      </a:r>
                      <a:r>
                        <a:rPr sz="1000" dirty="0"/>
                        <a:t>cause</a:t>
                      </a:r>
                      <a:r>
                        <a:rPr sz="1000" spc="-25" dirty="0"/>
                        <a:t> </a:t>
                      </a:r>
                      <a:r>
                        <a:rPr sz="1000" spc="-10" dirty="0"/>
                        <a:t>accident</a:t>
                      </a:r>
                      <a:endParaRPr sz="1000">
                        <a:latin typeface="Calibri"/>
                        <a:cs typeface="Calibri"/>
                      </a:endParaRPr>
                    </a:p>
                  </a:txBody>
                  <a:tcPr marL="0" marR="0" marT="123825" marB="0"/>
                </a:tc>
                <a:tc rowSpan="2">
                  <a:txBody>
                    <a:bodyPr/>
                    <a:lstStyle/>
                    <a:p>
                      <a:pPr>
                        <a:lnSpc>
                          <a:spcPct val="100000"/>
                        </a:lnSpc>
                        <a:spcBef>
                          <a:spcPts val="660"/>
                        </a:spcBef>
                      </a:pPr>
                      <a:endParaRPr sz="1000"/>
                    </a:p>
                    <a:p>
                      <a:pPr algn="ctr">
                        <a:lnSpc>
                          <a:spcPct val="100000"/>
                        </a:lnSpc>
                      </a:pPr>
                      <a:r>
                        <a:rPr sz="1000" spc="-50" dirty="0"/>
                        <a:t>7</a:t>
                      </a:r>
                      <a:endParaRPr sz="1000">
                        <a:latin typeface="Calibri"/>
                        <a:cs typeface="Calibri"/>
                      </a:endParaRPr>
                    </a:p>
                  </a:txBody>
                  <a:tcPr marL="0" marR="0" marT="83820" marB="0"/>
                </a:tc>
                <a:tc>
                  <a:txBody>
                    <a:bodyPr/>
                    <a:lstStyle/>
                    <a:p>
                      <a:pPr>
                        <a:lnSpc>
                          <a:spcPct val="100000"/>
                        </a:lnSpc>
                      </a:pPr>
                      <a:endParaRPr sz="1000">
                        <a:latin typeface="Times New Roman"/>
                        <a:cs typeface="Times New Roman"/>
                      </a:endParaRPr>
                    </a:p>
                  </a:txBody>
                  <a:tcPr marL="0" marR="0" marT="0" marB="0"/>
                </a:tc>
                <a:tc>
                  <a:txBody>
                    <a:bodyPr/>
                    <a:lstStyle/>
                    <a:p>
                      <a:pPr>
                        <a:lnSpc>
                          <a:spcPct val="100000"/>
                        </a:lnSpc>
                      </a:pPr>
                      <a:endParaRPr sz="1000">
                        <a:latin typeface="Times New Roman"/>
                        <a:cs typeface="Times New Roman"/>
                      </a:endParaRPr>
                    </a:p>
                  </a:txBody>
                  <a:tcPr marL="0" marR="0" marT="0" marB="0"/>
                </a:tc>
                <a:tc>
                  <a:txBody>
                    <a:bodyPr/>
                    <a:lstStyle/>
                    <a:p>
                      <a:pPr>
                        <a:lnSpc>
                          <a:spcPct val="100000"/>
                        </a:lnSpc>
                      </a:pPr>
                      <a:endParaRPr sz="1000">
                        <a:latin typeface="Times New Roman"/>
                        <a:cs typeface="Times New Roman"/>
                      </a:endParaRPr>
                    </a:p>
                  </a:txBody>
                  <a:tcPr marL="0" marR="0" marT="0" marB="0"/>
                </a:tc>
                <a:tc>
                  <a:txBody>
                    <a:bodyPr/>
                    <a:lstStyle/>
                    <a:p>
                      <a:pPr>
                        <a:lnSpc>
                          <a:spcPct val="100000"/>
                        </a:lnSpc>
                      </a:pPr>
                      <a:endParaRPr sz="1000">
                        <a:latin typeface="Times New Roman"/>
                        <a:cs typeface="Times New Roman"/>
                      </a:endParaRPr>
                    </a:p>
                  </a:txBody>
                  <a:tcPr marL="0" marR="0" marT="0" marB="0"/>
                </a:tc>
                <a:tc>
                  <a:txBody>
                    <a:bodyPr/>
                    <a:lstStyle/>
                    <a:p>
                      <a:pPr>
                        <a:lnSpc>
                          <a:spcPct val="100000"/>
                        </a:lnSpc>
                      </a:pPr>
                      <a:endParaRPr sz="1000">
                        <a:latin typeface="Times New Roman"/>
                        <a:cs typeface="Times New Roman"/>
                      </a:endParaRPr>
                    </a:p>
                  </a:txBody>
                  <a:tcPr marL="0" marR="0" marT="0" marB="0"/>
                </a:tc>
                <a:tc>
                  <a:txBody>
                    <a:bodyPr/>
                    <a:lstStyle/>
                    <a:p>
                      <a:pPr>
                        <a:lnSpc>
                          <a:spcPct val="100000"/>
                        </a:lnSpc>
                      </a:pPr>
                      <a:endParaRPr sz="1000">
                        <a:latin typeface="Times New Roman"/>
                        <a:cs typeface="Times New Roman"/>
                      </a:endParaRPr>
                    </a:p>
                  </a:txBody>
                  <a:tcPr marL="0" marR="0" marT="0" marB="0"/>
                </a:tc>
                <a:tc>
                  <a:txBody>
                    <a:bodyPr/>
                    <a:lstStyle/>
                    <a:p>
                      <a:pPr>
                        <a:lnSpc>
                          <a:spcPct val="100000"/>
                        </a:lnSpc>
                      </a:pPr>
                      <a:endParaRPr sz="1000">
                        <a:latin typeface="Times New Roman"/>
                        <a:cs typeface="Times New Roman"/>
                      </a:endParaRPr>
                    </a:p>
                  </a:txBody>
                  <a:tcPr marL="0" marR="0" marT="0" marB="0"/>
                </a:tc>
                <a:tc>
                  <a:txBody>
                    <a:bodyPr/>
                    <a:lstStyle/>
                    <a:p>
                      <a:pPr>
                        <a:lnSpc>
                          <a:spcPct val="100000"/>
                        </a:lnSpc>
                      </a:pPr>
                      <a:endParaRPr sz="1000">
                        <a:latin typeface="Times New Roman"/>
                        <a:cs typeface="Times New Roman"/>
                      </a:endParaRPr>
                    </a:p>
                  </a:txBody>
                  <a:tcPr marL="0" marR="0" marT="0" marB="0"/>
                </a:tc>
                <a:tc>
                  <a:txBody>
                    <a:bodyPr/>
                    <a:lstStyle/>
                    <a:p>
                      <a:pPr>
                        <a:lnSpc>
                          <a:spcPct val="100000"/>
                        </a:lnSpc>
                      </a:pPr>
                      <a:endParaRPr sz="1000">
                        <a:latin typeface="Times New Roman"/>
                        <a:cs typeface="Times New Roman"/>
                      </a:endParaRPr>
                    </a:p>
                  </a:txBody>
                  <a:tcPr marL="0" marR="0" marT="0" marB="0"/>
                </a:tc>
                <a:extLst>
                  <a:ext uri="{0D108BD9-81ED-4DB2-BD59-A6C34878D82A}">
                    <a16:rowId xmlns:a16="http://schemas.microsoft.com/office/drawing/2014/main" val="10001"/>
                  </a:ext>
                </a:extLst>
              </a:tr>
              <a:tr h="339783">
                <a:tc vMerge="1">
                  <a:txBody>
                    <a:bodyPr/>
                    <a:lstStyle/>
                    <a:p>
                      <a:endParaRPr/>
                    </a:p>
                  </a:txBody>
                  <a:tcPr marL="0" marR="0" marT="0" marB="0">
                    <a:lnL w="12700">
                      <a:solidFill>
                        <a:srgbClr val="000000"/>
                      </a:solidFill>
                      <a:prstDash val="solid"/>
                    </a:lnL>
                    <a:lnR w="12700">
                      <a:solidFill>
                        <a:srgbClr val="000000"/>
                      </a:solidFill>
                      <a:prstDash val="solid"/>
                    </a:lnR>
                    <a:lnT w="28575">
                      <a:solidFill>
                        <a:srgbClr val="000000"/>
                      </a:solidFill>
                      <a:prstDash val="solid"/>
                    </a:lnT>
                    <a:lnB w="12700">
                      <a:solidFill>
                        <a:srgbClr val="000000"/>
                      </a:solidFill>
                      <a:prstDash val="solid"/>
                    </a:lnB>
                    <a:solidFill>
                      <a:srgbClr val="000000">
                        <a:alpha val="19999"/>
                      </a:srgbClr>
                    </a:solidFill>
                  </a:tcPr>
                </a:tc>
                <a:tc vMerge="1">
                  <a:txBody>
                    <a:bodyPr/>
                    <a:lstStyle/>
                    <a:p>
                      <a:endParaRPr/>
                    </a:p>
                  </a:txBody>
                  <a:tcPr marL="0" marR="0" marT="0" marB="0">
                    <a:lnL w="12700">
                      <a:solidFill>
                        <a:srgbClr val="000000"/>
                      </a:solidFill>
                      <a:prstDash val="solid"/>
                    </a:lnL>
                    <a:lnR w="12700">
                      <a:solidFill>
                        <a:srgbClr val="000000"/>
                      </a:solidFill>
                      <a:prstDash val="solid"/>
                    </a:lnR>
                    <a:lnT w="28575">
                      <a:solidFill>
                        <a:srgbClr val="000000"/>
                      </a:solidFill>
                      <a:prstDash val="solid"/>
                    </a:lnT>
                    <a:lnB w="12700">
                      <a:solidFill>
                        <a:srgbClr val="000000"/>
                      </a:solidFill>
                      <a:prstDash val="solid"/>
                    </a:lnB>
                    <a:solidFill>
                      <a:srgbClr val="000000">
                        <a:alpha val="19999"/>
                      </a:srgbClr>
                    </a:solidFill>
                  </a:tcPr>
                </a:tc>
                <a:tc vMerge="1">
                  <a:txBody>
                    <a:bodyPr/>
                    <a:lstStyle/>
                    <a:p>
                      <a:endParaRPr/>
                    </a:p>
                  </a:txBody>
                  <a:tcPr marL="0" marR="0" marT="159385" marB="0">
                    <a:lnL w="12700">
                      <a:solidFill>
                        <a:srgbClr val="000000"/>
                      </a:solidFill>
                      <a:prstDash val="solid"/>
                    </a:lnL>
                    <a:lnR w="12700">
                      <a:solidFill>
                        <a:srgbClr val="000000"/>
                      </a:solidFill>
                      <a:prstDash val="solid"/>
                    </a:lnR>
                    <a:lnT w="28575">
                      <a:solidFill>
                        <a:srgbClr val="000000"/>
                      </a:solidFill>
                      <a:prstDash val="solid"/>
                    </a:lnT>
                    <a:lnB w="12700">
                      <a:solidFill>
                        <a:srgbClr val="000000"/>
                      </a:solidFill>
                      <a:prstDash val="solid"/>
                    </a:lnB>
                    <a:solidFill>
                      <a:srgbClr val="000000">
                        <a:alpha val="19999"/>
                      </a:srgbClr>
                    </a:solidFill>
                  </a:tcPr>
                </a:tc>
                <a:tc vMerge="1">
                  <a:txBody>
                    <a:bodyPr/>
                    <a:lstStyle/>
                    <a:p>
                      <a:endParaRPr/>
                    </a:p>
                  </a:txBody>
                  <a:tcPr marL="0" marR="0" marT="123825" marB="0">
                    <a:lnL w="12700">
                      <a:solidFill>
                        <a:srgbClr val="000000"/>
                      </a:solidFill>
                      <a:prstDash val="solid"/>
                    </a:lnL>
                    <a:lnR w="12700">
                      <a:solidFill>
                        <a:srgbClr val="000000"/>
                      </a:solidFill>
                      <a:prstDash val="solid"/>
                    </a:lnR>
                    <a:lnT w="28575">
                      <a:solidFill>
                        <a:srgbClr val="000000"/>
                      </a:solidFill>
                      <a:prstDash val="solid"/>
                    </a:lnT>
                    <a:lnB w="12700">
                      <a:solidFill>
                        <a:srgbClr val="000000"/>
                      </a:solidFill>
                      <a:prstDash val="solid"/>
                    </a:lnB>
                    <a:solidFill>
                      <a:srgbClr val="000000">
                        <a:alpha val="19999"/>
                      </a:srgbClr>
                    </a:solidFill>
                  </a:tcPr>
                </a:tc>
                <a:tc vMerge="1">
                  <a:txBody>
                    <a:bodyPr/>
                    <a:lstStyle/>
                    <a:p>
                      <a:endParaRPr/>
                    </a:p>
                  </a:txBody>
                  <a:tcPr marL="0" marR="0" marT="83820" marB="0">
                    <a:lnL w="12700">
                      <a:solidFill>
                        <a:srgbClr val="000000"/>
                      </a:solidFill>
                      <a:prstDash val="solid"/>
                    </a:lnL>
                    <a:lnR w="12700">
                      <a:solidFill>
                        <a:srgbClr val="000000"/>
                      </a:solidFill>
                      <a:prstDash val="solid"/>
                    </a:lnR>
                    <a:lnT w="28575">
                      <a:solidFill>
                        <a:srgbClr val="000000"/>
                      </a:solidFill>
                      <a:prstDash val="solid"/>
                    </a:lnT>
                    <a:lnB w="12700">
                      <a:solidFill>
                        <a:srgbClr val="000000"/>
                      </a:solidFill>
                      <a:prstDash val="solid"/>
                    </a:lnB>
                    <a:solidFill>
                      <a:srgbClr val="000000">
                        <a:alpha val="19999"/>
                      </a:srgbClr>
                    </a:solidFill>
                  </a:tcPr>
                </a:tc>
                <a:tc>
                  <a:txBody>
                    <a:bodyPr/>
                    <a:lstStyle/>
                    <a:p>
                      <a:pPr algn="ctr">
                        <a:lnSpc>
                          <a:spcPct val="100000"/>
                        </a:lnSpc>
                        <a:spcBef>
                          <a:spcPts val="800"/>
                        </a:spcBef>
                      </a:pPr>
                      <a:r>
                        <a:rPr sz="1000" dirty="0"/>
                        <a:t>Excessive</a:t>
                      </a:r>
                      <a:r>
                        <a:rPr sz="1000" spc="-45" dirty="0"/>
                        <a:t> </a:t>
                      </a:r>
                      <a:r>
                        <a:rPr sz="1000" dirty="0"/>
                        <a:t>fluid</a:t>
                      </a:r>
                      <a:r>
                        <a:rPr sz="1000" spc="-30" dirty="0"/>
                        <a:t> </a:t>
                      </a:r>
                      <a:r>
                        <a:rPr sz="1000" spc="-10" dirty="0"/>
                        <a:t>pressure</a:t>
                      </a:r>
                      <a:endParaRPr sz="1000">
                        <a:latin typeface="Calibri"/>
                        <a:cs typeface="Calibri"/>
                      </a:endParaRPr>
                    </a:p>
                  </a:txBody>
                  <a:tcPr marL="0" marR="0" marT="101600" marB="0"/>
                </a:tc>
                <a:tc>
                  <a:txBody>
                    <a:bodyPr/>
                    <a:lstStyle/>
                    <a:p>
                      <a:pPr marL="1270" algn="ctr">
                        <a:lnSpc>
                          <a:spcPct val="100000"/>
                        </a:lnSpc>
                        <a:spcBef>
                          <a:spcPts val="800"/>
                        </a:spcBef>
                      </a:pPr>
                      <a:r>
                        <a:rPr sz="1000" spc="-50" dirty="0"/>
                        <a:t>5</a:t>
                      </a:r>
                      <a:endParaRPr sz="1000">
                        <a:latin typeface="Calibri"/>
                        <a:cs typeface="Calibri"/>
                      </a:endParaRPr>
                    </a:p>
                  </a:txBody>
                  <a:tcPr marL="0" marR="0" marT="101600" marB="0"/>
                </a:tc>
                <a:tc>
                  <a:txBody>
                    <a:bodyPr/>
                    <a:lstStyle/>
                    <a:p>
                      <a:pPr marL="1905" algn="ctr">
                        <a:lnSpc>
                          <a:spcPct val="100000"/>
                        </a:lnSpc>
                        <a:spcBef>
                          <a:spcPts val="800"/>
                        </a:spcBef>
                      </a:pPr>
                      <a:r>
                        <a:rPr sz="1000" spc="-50" dirty="0"/>
                        <a:t>4</a:t>
                      </a:r>
                      <a:endParaRPr sz="1000">
                        <a:latin typeface="Calibri"/>
                        <a:cs typeface="Calibri"/>
                      </a:endParaRPr>
                    </a:p>
                  </a:txBody>
                  <a:tcPr marL="0" marR="0" marT="101600" marB="0"/>
                </a:tc>
                <a:tc>
                  <a:txBody>
                    <a:bodyPr/>
                    <a:lstStyle/>
                    <a:p>
                      <a:pPr marL="1270" algn="ctr">
                        <a:lnSpc>
                          <a:spcPct val="100000"/>
                        </a:lnSpc>
                        <a:spcBef>
                          <a:spcPts val="800"/>
                        </a:spcBef>
                      </a:pPr>
                      <a:r>
                        <a:rPr sz="1000" spc="-25" dirty="0"/>
                        <a:t>140</a:t>
                      </a:r>
                      <a:endParaRPr sz="1000">
                        <a:latin typeface="Calibri"/>
                        <a:cs typeface="Calibri"/>
                      </a:endParaRPr>
                    </a:p>
                  </a:txBody>
                  <a:tcPr marL="0" marR="0" marT="101600" marB="0"/>
                </a:tc>
                <a:tc>
                  <a:txBody>
                    <a:bodyPr/>
                    <a:lstStyle/>
                    <a:p>
                      <a:pPr marL="1905" algn="ctr">
                        <a:lnSpc>
                          <a:spcPct val="100000"/>
                        </a:lnSpc>
                        <a:spcBef>
                          <a:spcPts val="40"/>
                        </a:spcBef>
                      </a:pPr>
                      <a:r>
                        <a:rPr sz="1000" dirty="0"/>
                        <a:t>Use</a:t>
                      </a:r>
                      <a:r>
                        <a:rPr sz="1000" spc="-35" dirty="0"/>
                        <a:t> </a:t>
                      </a:r>
                      <a:r>
                        <a:rPr sz="1000" dirty="0"/>
                        <a:t>higher</a:t>
                      </a:r>
                      <a:r>
                        <a:rPr sz="1000" spc="-10" dirty="0"/>
                        <a:t> strength</a:t>
                      </a:r>
                      <a:endParaRPr sz="1000"/>
                    </a:p>
                    <a:p>
                      <a:pPr marL="1270" algn="ctr">
                        <a:lnSpc>
                          <a:spcPct val="100000"/>
                        </a:lnSpc>
                        <a:spcBef>
                          <a:spcPts val="190"/>
                        </a:spcBef>
                      </a:pPr>
                      <a:r>
                        <a:rPr sz="1000" dirty="0"/>
                        <a:t>fluid</a:t>
                      </a:r>
                      <a:r>
                        <a:rPr sz="1000" spc="-40" dirty="0"/>
                        <a:t> </a:t>
                      </a:r>
                      <a:r>
                        <a:rPr sz="1000" spc="-10" dirty="0"/>
                        <a:t>lines</a:t>
                      </a:r>
                      <a:endParaRPr sz="1000">
                        <a:latin typeface="Calibri"/>
                        <a:cs typeface="Calibri"/>
                      </a:endParaRPr>
                    </a:p>
                  </a:txBody>
                  <a:tcPr marL="0" marR="0" marT="5080" marB="0"/>
                </a:tc>
                <a:tc>
                  <a:txBody>
                    <a:bodyPr/>
                    <a:lstStyle/>
                    <a:p>
                      <a:pPr algn="ctr">
                        <a:lnSpc>
                          <a:spcPct val="100000"/>
                        </a:lnSpc>
                        <a:spcBef>
                          <a:spcPts val="800"/>
                        </a:spcBef>
                      </a:pPr>
                      <a:r>
                        <a:rPr sz="1000" spc="-50" dirty="0"/>
                        <a:t>7</a:t>
                      </a:r>
                      <a:endParaRPr sz="1000">
                        <a:latin typeface="Calibri"/>
                        <a:cs typeface="Calibri"/>
                      </a:endParaRPr>
                    </a:p>
                  </a:txBody>
                  <a:tcPr marL="0" marR="0" marT="101600" marB="0"/>
                </a:tc>
                <a:tc>
                  <a:txBody>
                    <a:bodyPr/>
                    <a:lstStyle/>
                    <a:p>
                      <a:pPr marL="1905" algn="ctr">
                        <a:lnSpc>
                          <a:spcPct val="100000"/>
                        </a:lnSpc>
                        <a:spcBef>
                          <a:spcPts val="800"/>
                        </a:spcBef>
                      </a:pPr>
                      <a:r>
                        <a:rPr sz="1000" spc="-50" dirty="0"/>
                        <a:t>4</a:t>
                      </a:r>
                      <a:endParaRPr sz="1000">
                        <a:latin typeface="Calibri"/>
                        <a:cs typeface="Calibri"/>
                      </a:endParaRPr>
                    </a:p>
                  </a:txBody>
                  <a:tcPr marL="0" marR="0" marT="101600" marB="0"/>
                </a:tc>
                <a:tc>
                  <a:txBody>
                    <a:bodyPr/>
                    <a:lstStyle/>
                    <a:p>
                      <a:pPr marL="1270" algn="ctr">
                        <a:lnSpc>
                          <a:spcPct val="100000"/>
                        </a:lnSpc>
                        <a:spcBef>
                          <a:spcPts val="800"/>
                        </a:spcBef>
                      </a:pPr>
                      <a:r>
                        <a:rPr sz="1000" spc="-50" dirty="0"/>
                        <a:t>2</a:t>
                      </a:r>
                      <a:endParaRPr sz="1000">
                        <a:latin typeface="Calibri"/>
                        <a:cs typeface="Calibri"/>
                      </a:endParaRPr>
                    </a:p>
                  </a:txBody>
                  <a:tcPr marL="0" marR="0" marT="101600" marB="0"/>
                </a:tc>
                <a:tc>
                  <a:txBody>
                    <a:bodyPr/>
                    <a:lstStyle/>
                    <a:p>
                      <a:pPr algn="ctr">
                        <a:lnSpc>
                          <a:spcPct val="100000"/>
                        </a:lnSpc>
                        <a:spcBef>
                          <a:spcPts val="800"/>
                        </a:spcBef>
                      </a:pPr>
                      <a:r>
                        <a:rPr sz="1000" spc="-25" dirty="0"/>
                        <a:t>84</a:t>
                      </a:r>
                      <a:endParaRPr sz="1000">
                        <a:latin typeface="Calibri"/>
                        <a:cs typeface="Calibri"/>
                      </a:endParaRPr>
                    </a:p>
                  </a:txBody>
                  <a:tcPr marL="0" marR="0" marT="101600" marB="0"/>
                </a:tc>
                <a:extLst>
                  <a:ext uri="{0D108BD9-81ED-4DB2-BD59-A6C34878D82A}">
                    <a16:rowId xmlns:a16="http://schemas.microsoft.com/office/drawing/2014/main" val="10002"/>
                  </a:ext>
                </a:extLst>
              </a:tr>
              <a:tr h="339783">
                <a:tc vMerge="1">
                  <a:txBody>
                    <a:bodyPr/>
                    <a:lstStyle/>
                    <a:p>
                      <a:endParaRPr/>
                    </a:p>
                  </a:txBody>
                  <a:tcPr marL="0" marR="0" marT="0" marB="0">
                    <a:lnL w="12700">
                      <a:solidFill>
                        <a:srgbClr val="000000"/>
                      </a:solidFill>
                      <a:prstDash val="solid"/>
                    </a:lnL>
                    <a:lnR w="12700">
                      <a:solidFill>
                        <a:srgbClr val="000000"/>
                      </a:solidFill>
                      <a:prstDash val="solid"/>
                    </a:lnR>
                    <a:lnT w="28575">
                      <a:solidFill>
                        <a:srgbClr val="000000"/>
                      </a:solidFill>
                      <a:prstDash val="solid"/>
                    </a:lnT>
                    <a:lnB w="12700">
                      <a:solidFill>
                        <a:srgbClr val="000000"/>
                      </a:solidFill>
                      <a:prstDash val="solid"/>
                    </a:lnB>
                    <a:solidFill>
                      <a:srgbClr val="000000">
                        <a:alpha val="19999"/>
                      </a:srgbClr>
                    </a:solidFill>
                  </a:tcPr>
                </a:tc>
                <a:tc vMerge="1">
                  <a:txBody>
                    <a:bodyPr/>
                    <a:lstStyle/>
                    <a:p>
                      <a:endParaRPr/>
                    </a:p>
                  </a:txBody>
                  <a:tcPr marL="0" marR="0" marT="0" marB="0">
                    <a:lnL w="12700">
                      <a:solidFill>
                        <a:srgbClr val="000000"/>
                      </a:solidFill>
                      <a:prstDash val="solid"/>
                    </a:lnL>
                    <a:lnR w="12700">
                      <a:solidFill>
                        <a:srgbClr val="000000"/>
                      </a:solidFill>
                      <a:prstDash val="solid"/>
                    </a:lnR>
                    <a:lnT w="28575">
                      <a:solidFill>
                        <a:srgbClr val="000000"/>
                      </a:solidFill>
                      <a:prstDash val="solid"/>
                    </a:lnT>
                    <a:lnB w="12700">
                      <a:solidFill>
                        <a:srgbClr val="000000"/>
                      </a:solidFill>
                      <a:prstDash val="solid"/>
                    </a:lnB>
                    <a:solidFill>
                      <a:srgbClr val="000000">
                        <a:alpha val="19999"/>
                      </a:srgbClr>
                    </a:solidFill>
                  </a:tcPr>
                </a:tc>
                <a:tc rowSpan="2">
                  <a:txBody>
                    <a:bodyPr/>
                    <a:lstStyle/>
                    <a:p>
                      <a:pPr>
                        <a:lnSpc>
                          <a:spcPct val="100000"/>
                        </a:lnSpc>
                        <a:spcBef>
                          <a:spcPts val="570"/>
                        </a:spcBef>
                      </a:pPr>
                      <a:endParaRPr sz="1000"/>
                    </a:p>
                    <a:p>
                      <a:pPr algn="ctr">
                        <a:lnSpc>
                          <a:spcPct val="100000"/>
                        </a:lnSpc>
                      </a:pPr>
                      <a:r>
                        <a:rPr sz="1000" dirty="0"/>
                        <a:t>Excessive</a:t>
                      </a:r>
                      <a:r>
                        <a:rPr sz="1000" spc="-40" dirty="0"/>
                        <a:t> </a:t>
                      </a:r>
                      <a:r>
                        <a:rPr sz="1000" spc="-10" dirty="0"/>
                        <a:t>pedal</a:t>
                      </a:r>
                      <a:endParaRPr sz="1000"/>
                    </a:p>
                    <a:p>
                      <a:pPr algn="ctr">
                        <a:lnSpc>
                          <a:spcPct val="100000"/>
                        </a:lnSpc>
                        <a:spcBef>
                          <a:spcPts val="5"/>
                        </a:spcBef>
                      </a:pPr>
                      <a:r>
                        <a:rPr sz="1000" spc="-10" dirty="0"/>
                        <a:t>travel</a:t>
                      </a:r>
                      <a:endParaRPr sz="1000">
                        <a:latin typeface="Calibri"/>
                        <a:cs typeface="Calibri"/>
                      </a:endParaRPr>
                    </a:p>
                  </a:txBody>
                  <a:tcPr marL="0" marR="0" marT="72390" marB="0"/>
                </a:tc>
                <a:tc rowSpan="2">
                  <a:txBody>
                    <a:bodyPr/>
                    <a:lstStyle/>
                    <a:p>
                      <a:pPr>
                        <a:lnSpc>
                          <a:spcPct val="100000"/>
                        </a:lnSpc>
                        <a:spcBef>
                          <a:spcPts val="290"/>
                        </a:spcBef>
                      </a:pPr>
                      <a:endParaRPr sz="1000"/>
                    </a:p>
                    <a:p>
                      <a:pPr marL="436880" marR="17780" indent="-379730">
                        <a:lnSpc>
                          <a:spcPct val="114500"/>
                        </a:lnSpc>
                      </a:pPr>
                      <a:r>
                        <a:rPr sz="1000" spc="-10" dirty="0"/>
                        <a:t>Insufficient</a:t>
                      </a:r>
                      <a:r>
                        <a:rPr sz="1000" spc="50" dirty="0"/>
                        <a:t> </a:t>
                      </a:r>
                      <a:r>
                        <a:rPr sz="1000" spc="-10" dirty="0"/>
                        <a:t>braking force</a:t>
                      </a:r>
                      <a:endParaRPr sz="1000">
                        <a:latin typeface="Calibri"/>
                        <a:cs typeface="Calibri"/>
                      </a:endParaRPr>
                    </a:p>
                  </a:txBody>
                  <a:tcPr marL="0" marR="0" marT="36830" marB="0"/>
                </a:tc>
                <a:tc rowSpan="2">
                  <a:txBody>
                    <a:bodyPr/>
                    <a:lstStyle/>
                    <a:p>
                      <a:pPr>
                        <a:lnSpc>
                          <a:spcPct val="100000"/>
                        </a:lnSpc>
                        <a:spcBef>
                          <a:spcPts val="1240"/>
                        </a:spcBef>
                      </a:pPr>
                      <a:endParaRPr sz="1000"/>
                    </a:p>
                    <a:p>
                      <a:pPr algn="ctr">
                        <a:lnSpc>
                          <a:spcPct val="100000"/>
                        </a:lnSpc>
                      </a:pPr>
                      <a:r>
                        <a:rPr sz="1000" spc="-50" dirty="0"/>
                        <a:t>6</a:t>
                      </a:r>
                      <a:endParaRPr sz="1000">
                        <a:latin typeface="Calibri"/>
                        <a:cs typeface="Calibri"/>
                      </a:endParaRPr>
                    </a:p>
                  </a:txBody>
                  <a:tcPr marL="0" marR="0" marT="157480" marB="0"/>
                </a:tc>
                <a:tc>
                  <a:txBody>
                    <a:bodyPr/>
                    <a:lstStyle/>
                    <a:p>
                      <a:pPr marL="32384" algn="ctr">
                        <a:lnSpc>
                          <a:spcPct val="100000"/>
                        </a:lnSpc>
                        <a:spcBef>
                          <a:spcPts val="800"/>
                        </a:spcBef>
                      </a:pPr>
                      <a:r>
                        <a:rPr sz="1000" dirty="0"/>
                        <a:t>Low</a:t>
                      </a:r>
                      <a:r>
                        <a:rPr sz="1000" spc="-25" dirty="0"/>
                        <a:t> </a:t>
                      </a:r>
                      <a:r>
                        <a:rPr sz="1000" dirty="0"/>
                        <a:t>fluid</a:t>
                      </a:r>
                      <a:r>
                        <a:rPr sz="1000" spc="-20" dirty="0"/>
                        <a:t> </a:t>
                      </a:r>
                      <a:r>
                        <a:rPr sz="1000" dirty="0"/>
                        <a:t>in</a:t>
                      </a:r>
                      <a:r>
                        <a:rPr sz="1000" spc="-10" dirty="0"/>
                        <a:t> reservoir</a:t>
                      </a:r>
                      <a:endParaRPr sz="1000">
                        <a:latin typeface="Calibri"/>
                        <a:cs typeface="Calibri"/>
                      </a:endParaRPr>
                    </a:p>
                  </a:txBody>
                  <a:tcPr marL="0" marR="0" marT="101600" marB="0"/>
                </a:tc>
                <a:tc>
                  <a:txBody>
                    <a:bodyPr/>
                    <a:lstStyle/>
                    <a:p>
                      <a:pPr marL="31750" algn="ctr">
                        <a:lnSpc>
                          <a:spcPct val="100000"/>
                        </a:lnSpc>
                        <a:spcBef>
                          <a:spcPts val="800"/>
                        </a:spcBef>
                      </a:pPr>
                      <a:r>
                        <a:rPr sz="1000" spc="-50" dirty="0"/>
                        <a:t>3</a:t>
                      </a:r>
                      <a:endParaRPr sz="1000">
                        <a:latin typeface="Calibri"/>
                        <a:cs typeface="Calibri"/>
                      </a:endParaRPr>
                    </a:p>
                  </a:txBody>
                  <a:tcPr marL="0" marR="0" marT="101600" marB="0"/>
                </a:tc>
                <a:tc>
                  <a:txBody>
                    <a:bodyPr/>
                    <a:lstStyle/>
                    <a:p>
                      <a:pPr marL="1905" algn="ctr">
                        <a:lnSpc>
                          <a:spcPct val="100000"/>
                        </a:lnSpc>
                        <a:spcBef>
                          <a:spcPts val="800"/>
                        </a:spcBef>
                      </a:pPr>
                      <a:r>
                        <a:rPr sz="1000" spc="-50" dirty="0"/>
                        <a:t>2</a:t>
                      </a:r>
                      <a:endParaRPr sz="1000">
                        <a:latin typeface="Calibri"/>
                        <a:cs typeface="Calibri"/>
                      </a:endParaRPr>
                    </a:p>
                  </a:txBody>
                  <a:tcPr marL="0" marR="0" marT="101600" marB="0"/>
                </a:tc>
                <a:tc>
                  <a:txBody>
                    <a:bodyPr/>
                    <a:lstStyle/>
                    <a:p>
                      <a:pPr marL="1270" algn="ctr">
                        <a:lnSpc>
                          <a:spcPct val="100000"/>
                        </a:lnSpc>
                        <a:spcBef>
                          <a:spcPts val="800"/>
                        </a:spcBef>
                      </a:pPr>
                      <a:r>
                        <a:rPr sz="1000" spc="-25" dirty="0"/>
                        <a:t>140</a:t>
                      </a:r>
                      <a:endParaRPr sz="1000">
                        <a:latin typeface="Calibri"/>
                        <a:cs typeface="Calibri"/>
                      </a:endParaRPr>
                    </a:p>
                  </a:txBody>
                  <a:tcPr marL="0" marR="0" marT="101600" marB="0"/>
                </a:tc>
                <a:tc>
                  <a:txBody>
                    <a:bodyPr/>
                    <a:lstStyle/>
                    <a:p>
                      <a:pPr marL="1270" algn="ctr">
                        <a:lnSpc>
                          <a:spcPct val="100000"/>
                        </a:lnSpc>
                        <a:spcBef>
                          <a:spcPts val="40"/>
                        </a:spcBef>
                      </a:pPr>
                      <a:r>
                        <a:rPr sz="1000" dirty="0"/>
                        <a:t>Find</a:t>
                      </a:r>
                      <a:r>
                        <a:rPr sz="1000" spc="-15" dirty="0"/>
                        <a:t> </a:t>
                      </a:r>
                      <a:r>
                        <a:rPr sz="1000" dirty="0"/>
                        <a:t>out</a:t>
                      </a:r>
                      <a:r>
                        <a:rPr sz="1000" spc="-20" dirty="0"/>
                        <a:t> </a:t>
                      </a:r>
                      <a:r>
                        <a:rPr sz="1000" dirty="0"/>
                        <a:t>leakage</a:t>
                      </a:r>
                      <a:r>
                        <a:rPr sz="1000" spc="-20" dirty="0"/>
                        <a:t> </a:t>
                      </a:r>
                      <a:r>
                        <a:rPr sz="1000" spc="-25" dirty="0"/>
                        <a:t>and</a:t>
                      </a:r>
                      <a:endParaRPr sz="1000"/>
                    </a:p>
                    <a:p>
                      <a:pPr marL="1905" algn="ctr">
                        <a:lnSpc>
                          <a:spcPct val="100000"/>
                        </a:lnSpc>
                        <a:spcBef>
                          <a:spcPts val="195"/>
                        </a:spcBef>
                      </a:pPr>
                      <a:r>
                        <a:rPr sz="1000" dirty="0"/>
                        <a:t>repair</a:t>
                      </a:r>
                      <a:r>
                        <a:rPr sz="1000" spc="-5" dirty="0"/>
                        <a:t> </a:t>
                      </a:r>
                      <a:r>
                        <a:rPr sz="1000" spc="-25" dirty="0"/>
                        <a:t>it</a:t>
                      </a:r>
                      <a:endParaRPr sz="1000">
                        <a:latin typeface="Calibri"/>
                        <a:cs typeface="Calibri"/>
                      </a:endParaRPr>
                    </a:p>
                  </a:txBody>
                  <a:tcPr marL="0" marR="0" marT="5080" marB="0"/>
                </a:tc>
                <a:tc>
                  <a:txBody>
                    <a:bodyPr/>
                    <a:lstStyle/>
                    <a:p>
                      <a:pPr algn="ctr">
                        <a:lnSpc>
                          <a:spcPct val="100000"/>
                        </a:lnSpc>
                        <a:spcBef>
                          <a:spcPts val="800"/>
                        </a:spcBef>
                      </a:pPr>
                      <a:r>
                        <a:rPr sz="1000" spc="-50" dirty="0"/>
                        <a:t>6</a:t>
                      </a:r>
                      <a:endParaRPr sz="1000">
                        <a:latin typeface="Calibri"/>
                        <a:cs typeface="Calibri"/>
                      </a:endParaRPr>
                    </a:p>
                  </a:txBody>
                  <a:tcPr marL="0" marR="0" marT="101600" marB="0"/>
                </a:tc>
                <a:tc>
                  <a:txBody>
                    <a:bodyPr/>
                    <a:lstStyle/>
                    <a:p>
                      <a:pPr marL="1905" algn="ctr">
                        <a:lnSpc>
                          <a:spcPct val="100000"/>
                        </a:lnSpc>
                        <a:spcBef>
                          <a:spcPts val="800"/>
                        </a:spcBef>
                      </a:pPr>
                      <a:r>
                        <a:rPr sz="1000" spc="-50" dirty="0"/>
                        <a:t>4</a:t>
                      </a:r>
                      <a:endParaRPr sz="1000">
                        <a:latin typeface="Calibri"/>
                        <a:cs typeface="Calibri"/>
                      </a:endParaRPr>
                    </a:p>
                  </a:txBody>
                  <a:tcPr marL="0" marR="0" marT="101600" marB="0"/>
                </a:tc>
                <a:tc>
                  <a:txBody>
                    <a:bodyPr/>
                    <a:lstStyle/>
                    <a:p>
                      <a:pPr marL="1270" algn="ctr">
                        <a:lnSpc>
                          <a:spcPct val="100000"/>
                        </a:lnSpc>
                        <a:spcBef>
                          <a:spcPts val="800"/>
                        </a:spcBef>
                      </a:pPr>
                      <a:r>
                        <a:rPr sz="1000" spc="-50" dirty="0"/>
                        <a:t>2</a:t>
                      </a:r>
                      <a:endParaRPr sz="1000">
                        <a:latin typeface="Calibri"/>
                        <a:cs typeface="Calibri"/>
                      </a:endParaRPr>
                    </a:p>
                  </a:txBody>
                  <a:tcPr marL="0" marR="0" marT="101600" marB="0"/>
                </a:tc>
                <a:tc>
                  <a:txBody>
                    <a:bodyPr/>
                    <a:lstStyle/>
                    <a:p>
                      <a:pPr algn="ctr">
                        <a:lnSpc>
                          <a:spcPct val="100000"/>
                        </a:lnSpc>
                        <a:spcBef>
                          <a:spcPts val="800"/>
                        </a:spcBef>
                      </a:pPr>
                      <a:r>
                        <a:rPr sz="1000" spc="-25" dirty="0"/>
                        <a:t>48</a:t>
                      </a:r>
                      <a:endParaRPr sz="1000">
                        <a:latin typeface="Calibri"/>
                        <a:cs typeface="Calibri"/>
                      </a:endParaRPr>
                    </a:p>
                  </a:txBody>
                  <a:tcPr marL="0" marR="0" marT="101600" marB="0"/>
                </a:tc>
                <a:extLst>
                  <a:ext uri="{0D108BD9-81ED-4DB2-BD59-A6C34878D82A}">
                    <a16:rowId xmlns:a16="http://schemas.microsoft.com/office/drawing/2014/main" val="10003"/>
                  </a:ext>
                </a:extLst>
              </a:tr>
              <a:tr h="362198">
                <a:tc vMerge="1">
                  <a:txBody>
                    <a:bodyPr/>
                    <a:lstStyle/>
                    <a:p>
                      <a:endParaRPr/>
                    </a:p>
                  </a:txBody>
                  <a:tcPr marL="0" marR="0" marT="0" marB="0">
                    <a:lnL w="12700">
                      <a:solidFill>
                        <a:srgbClr val="000000"/>
                      </a:solidFill>
                      <a:prstDash val="solid"/>
                    </a:lnL>
                    <a:lnR w="12700">
                      <a:solidFill>
                        <a:srgbClr val="000000"/>
                      </a:solidFill>
                      <a:prstDash val="solid"/>
                    </a:lnR>
                    <a:lnT w="28575">
                      <a:solidFill>
                        <a:srgbClr val="000000"/>
                      </a:solidFill>
                      <a:prstDash val="solid"/>
                    </a:lnT>
                    <a:lnB w="12700">
                      <a:solidFill>
                        <a:srgbClr val="000000"/>
                      </a:solidFill>
                      <a:prstDash val="solid"/>
                    </a:lnB>
                    <a:solidFill>
                      <a:srgbClr val="000000">
                        <a:alpha val="19999"/>
                      </a:srgbClr>
                    </a:solidFill>
                  </a:tcPr>
                </a:tc>
                <a:tc vMerge="1">
                  <a:txBody>
                    <a:bodyPr/>
                    <a:lstStyle/>
                    <a:p>
                      <a:endParaRPr/>
                    </a:p>
                  </a:txBody>
                  <a:tcPr marL="0" marR="0" marT="0" marB="0">
                    <a:lnL w="12700">
                      <a:solidFill>
                        <a:srgbClr val="000000"/>
                      </a:solidFill>
                      <a:prstDash val="solid"/>
                    </a:lnL>
                    <a:lnR w="12700">
                      <a:solidFill>
                        <a:srgbClr val="000000"/>
                      </a:solidFill>
                      <a:prstDash val="solid"/>
                    </a:lnR>
                    <a:lnT w="28575">
                      <a:solidFill>
                        <a:srgbClr val="000000"/>
                      </a:solidFill>
                      <a:prstDash val="solid"/>
                    </a:lnT>
                    <a:lnB w="12700">
                      <a:solidFill>
                        <a:srgbClr val="000000"/>
                      </a:solidFill>
                      <a:prstDash val="solid"/>
                    </a:lnB>
                    <a:solidFill>
                      <a:srgbClr val="000000">
                        <a:alpha val="19999"/>
                      </a:srgbClr>
                    </a:solidFill>
                  </a:tcPr>
                </a:tc>
                <a:tc vMerge="1">
                  <a:txBody>
                    <a:bodyPr/>
                    <a:lstStyle/>
                    <a:p>
                      <a:endParaRPr/>
                    </a:p>
                  </a:txBody>
                  <a:tcPr marL="0" marR="0" marT="7239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0000">
                        <a:alpha val="19999"/>
                      </a:srgbClr>
                    </a:solidFill>
                  </a:tcPr>
                </a:tc>
                <a:tc vMerge="1">
                  <a:txBody>
                    <a:bodyPr/>
                    <a:lstStyle/>
                    <a:p>
                      <a:endParaRPr/>
                    </a:p>
                  </a:txBody>
                  <a:tcPr marL="0" marR="0" marT="3683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0000">
                        <a:alpha val="19999"/>
                      </a:srgbClr>
                    </a:solidFill>
                  </a:tcPr>
                </a:tc>
                <a:tc vMerge="1">
                  <a:txBody>
                    <a:bodyPr/>
                    <a:lstStyle/>
                    <a:p>
                      <a:endParaRPr/>
                    </a:p>
                  </a:txBody>
                  <a:tcPr marL="0" marR="0" marT="157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0000">
                        <a:alpha val="19999"/>
                      </a:srgbClr>
                    </a:solidFill>
                  </a:tcPr>
                </a:tc>
                <a:tc>
                  <a:txBody>
                    <a:bodyPr/>
                    <a:lstStyle/>
                    <a:p>
                      <a:pPr algn="ctr">
                        <a:lnSpc>
                          <a:spcPct val="100000"/>
                        </a:lnSpc>
                        <a:spcBef>
                          <a:spcPts val="990"/>
                        </a:spcBef>
                      </a:pPr>
                      <a:r>
                        <a:rPr sz="1000" dirty="0"/>
                        <a:t>Air</a:t>
                      </a:r>
                      <a:r>
                        <a:rPr sz="1000" spc="-10" dirty="0"/>
                        <a:t> </a:t>
                      </a:r>
                      <a:r>
                        <a:rPr sz="1000" dirty="0"/>
                        <a:t>trapped</a:t>
                      </a:r>
                      <a:r>
                        <a:rPr sz="1000" spc="-25" dirty="0"/>
                        <a:t> </a:t>
                      </a:r>
                      <a:r>
                        <a:rPr sz="1000" dirty="0"/>
                        <a:t>in</a:t>
                      </a:r>
                      <a:r>
                        <a:rPr sz="1000" spc="-30" dirty="0"/>
                        <a:t> </a:t>
                      </a:r>
                      <a:r>
                        <a:rPr sz="1000" spc="-10" dirty="0"/>
                        <a:t>system</a:t>
                      </a:r>
                      <a:endParaRPr sz="1000">
                        <a:latin typeface="Calibri"/>
                        <a:cs typeface="Calibri"/>
                      </a:endParaRPr>
                    </a:p>
                  </a:txBody>
                  <a:tcPr marL="0" marR="0" marT="125730" marB="0"/>
                </a:tc>
                <a:tc>
                  <a:txBody>
                    <a:bodyPr/>
                    <a:lstStyle/>
                    <a:p>
                      <a:pPr marL="1270" algn="ctr">
                        <a:lnSpc>
                          <a:spcPct val="100000"/>
                        </a:lnSpc>
                        <a:spcBef>
                          <a:spcPts val="990"/>
                        </a:spcBef>
                      </a:pPr>
                      <a:r>
                        <a:rPr sz="1000" spc="-50" dirty="0"/>
                        <a:t>7</a:t>
                      </a:r>
                      <a:endParaRPr sz="1000">
                        <a:latin typeface="Calibri"/>
                        <a:cs typeface="Calibri"/>
                      </a:endParaRPr>
                    </a:p>
                  </a:txBody>
                  <a:tcPr marL="0" marR="0" marT="125730" marB="0"/>
                </a:tc>
                <a:tc>
                  <a:txBody>
                    <a:bodyPr/>
                    <a:lstStyle/>
                    <a:p>
                      <a:pPr marL="1905" algn="ctr">
                        <a:lnSpc>
                          <a:spcPct val="100000"/>
                        </a:lnSpc>
                        <a:spcBef>
                          <a:spcPts val="990"/>
                        </a:spcBef>
                      </a:pPr>
                      <a:r>
                        <a:rPr sz="1000" spc="-50" dirty="0"/>
                        <a:t>4</a:t>
                      </a:r>
                      <a:endParaRPr sz="1000">
                        <a:latin typeface="Calibri"/>
                        <a:cs typeface="Calibri"/>
                      </a:endParaRPr>
                    </a:p>
                  </a:txBody>
                  <a:tcPr marL="0" marR="0" marT="125730" marB="0"/>
                </a:tc>
                <a:tc>
                  <a:txBody>
                    <a:bodyPr/>
                    <a:lstStyle/>
                    <a:p>
                      <a:pPr marL="1270" algn="ctr">
                        <a:lnSpc>
                          <a:spcPct val="100000"/>
                        </a:lnSpc>
                        <a:spcBef>
                          <a:spcPts val="990"/>
                        </a:spcBef>
                      </a:pPr>
                      <a:r>
                        <a:rPr sz="1000" spc="-25" dirty="0"/>
                        <a:t>168</a:t>
                      </a:r>
                      <a:endParaRPr sz="1000">
                        <a:latin typeface="Calibri"/>
                        <a:cs typeface="Calibri"/>
                      </a:endParaRPr>
                    </a:p>
                  </a:txBody>
                  <a:tcPr marL="0" marR="0" marT="125730" marB="0"/>
                </a:tc>
                <a:tc>
                  <a:txBody>
                    <a:bodyPr/>
                    <a:lstStyle/>
                    <a:p>
                      <a:pPr marL="109220">
                        <a:lnSpc>
                          <a:spcPct val="100000"/>
                        </a:lnSpc>
                        <a:spcBef>
                          <a:spcPts val="229"/>
                        </a:spcBef>
                      </a:pPr>
                      <a:r>
                        <a:rPr sz="1000" dirty="0"/>
                        <a:t>Bleed</a:t>
                      </a:r>
                      <a:r>
                        <a:rPr sz="1000" spc="-10" dirty="0"/>
                        <a:t> </a:t>
                      </a:r>
                      <a:r>
                        <a:rPr sz="1000" dirty="0"/>
                        <a:t>the</a:t>
                      </a:r>
                      <a:r>
                        <a:rPr sz="1000" spc="-5" dirty="0"/>
                        <a:t> </a:t>
                      </a:r>
                      <a:r>
                        <a:rPr sz="1000" dirty="0"/>
                        <a:t>system</a:t>
                      </a:r>
                      <a:r>
                        <a:rPr sz="1000" spc="-40" dirty="0"/>
                        <a:t> </a:t>
                      </a:r>
                      <a:r>
                        <a:rPr sz="1000" spc="-25" dirty="0"/>
                        <a:t>and</a:t>
                      </a:r>
                      <a:endParaRPr sz="1000"/>
                    </a:p>
                    <a:p>
                      <a:pPr marL="132080">
                        <a:lnSpc>
                          <a:spcPct val="100000"/>
                        </a:lnSpc>
                        <a:spcBef>
                          <a:spcPts val="190"/>
                        </a:spcBef>
                      </a:pPr>
                      <a:r>
                        <a:rPr sz="1000" dirty="0"/>
                        <a:t>refill</a:t>
                      </a:r>
                      <a:r>
                        <a:rPr sz="1000" spc="-5" dirty="0"/>
                        <a:t> </a:t>
                      </a:r>
                      <a:r>
                        <a:rPr sz="1000" dirty="0"/>
                        <a:t>master</a:t>
                      </a:r>
                      <a:r>
                        <a:rPr sz="1000" spc="-35" dirty="0"/>
                        <a:t> </a:t>
                      </a:r>
                      <a:r>
                        <a:rPr sz="1000" spc="-10" dirty="0"/>
                        <a:t>cylinder</a:t>
                      </a:r>
                      <a:endParaRPr sz="1000">
                        <a:latin typeface="Calibri"/>
                        <a:cs typeface="Calibri"/>
                      </a:endParaRPr>
                    </a:p>
                  </a:txBody>
                  <a:tcPr marL="0" marR="0" marT="29209" marB="0"/>
                </a:tc>
                <a:tc>
                  <a:txBody>
                    <a:bodyPr/>
                    <a:lstStyle/>
                    <a:p>
                      <a:pPr algn="ctr">
                        <a:lnSpc>
                          <a:spcPct val="100000"/>
                        </a:lnSpc>
                        <a:spcBef>
                          <a:spcPts val="990"/>
                        </a:spcBef>
                      </a:pPr>
                      <a:r>
                        <a:rPr sz="1000" spc="-50" dirty="0"/>
                        <a:t>6</a:t>
                      </a:r>
                      <a:endParaRPr sz="1000">
                        <a:latin typeface="Calibri"/>
                        <a:cs typeface="Calibri"/>
                      </a:endParaRPr>
                    </a:p>
                  </a:txBody>
                  <a:tcPr marL="0" marR="0" marT="125730" marB="0"/>
                </a:tc>
                <a:tc>
                  <a:txBody>
                    <a:bodyPr/>
                    <a:lstStyle/>
                    <a:p>
                      <a:pPr marL="1905" algn="ctr">
                        <a:lnSpc>
                          <a:spcPct val="100000"/>
                        </a:lnSpc>
                        <a:spcBef>
                          <a:spcPts val="990"/>
                        </a:spcBef>
                      </a:pPr>
                      <a:r>
                        <a:rPr sz="1000" spc="-50" dirty="0"/>
                        <a:t>3</a:t>
                      </a:r>
                      <a:endParaRPr sz="1000">
                        <a:latin typeface="Calibri"/>
                        <a:cs typeface="Calibri"/>
                      </a:endParaRPr>
                    </a:p>
                  </a:txBody>
                  <a:tcPr marL="0" marR="0" marT="125730" marB="0"/>
                </a:tc>
                <a:tc>
                  <a:txBody>
                    <a:bodyPr/>
                    <a:lstStyle/>
                    <a:p>
                      <a:pPr marL="1270" algn="ctr">
                        <a:lnSpc>
                          <a:spcPct val="100000"/>
                        </a:lnSpc>
                        <a:spcBef>
                          <a:spcPts val="990"/>
                        </a:spcBef>
                      </a:pPr>
                      <a:r>
                        <a:rPr sz="1000" spc="-50" dirty="0"/>
                        <a:t>4</a:t>
                      </a:r>
                      <a:endParaRPr sz="1000">
                        <a:latin typeface="Calibri"/>
                        <a:cs typeface="Calibri"/>
                      </a:endParaRPr>
                    </a:p>
                  </a:txBody>
                  <a:tcPr marL="0" marR="0" marT="125730" marB="0"/>
                </a:tc>
                <a:tc>
                  <a:txBody>
                    <a:bodyPr/>
                    <a:lstStyle/>
                    <a:p>
                      <a:pPr algn="ctr">
                        <a:lnSpc>
                          <a:spcPct val="100000"/>
                        </a:lnSpc>
                        <a:spcBef>
                          <a:spcPts val="990"/>
                        </a:spcBef>
                      </a:pPr>
                      <a:r>
                        <a:rPr sz="1000" spc="-25" dirty="0"/>
                        <a:t>72</a:t>
                      </a:r>
                      <a:endParaRPr sz="1000">
                        <a:latin typeface="Calibri"/>
                        <a:cs typeface="Calibri"/>
                      </a:endParaRPr>
                    </a:p>
                  </a:txBody>
                  <a:tcPr marL="0" marR="0" marT="125730" marB="0"/>
                </a:tc>
                <a:extLst>
                  <a:ext uri="{0D108BD9-81ED-4DB2-BD59-A6C34878D82A}">
                    <a16:rowId xmlns:a16="http://schemas.microsoft.com/office/drawing/2014/main" val="10004"/>
                  </a:ext>
                </a:extLst>
              </a:tr>
              <a:tr h="517962">
                <a:tc rowSpan="2">
                  <a:txBody>
                    <a:bodyPr/>
                    <a:lstStyle/>
                    <a:p>
                      <a:pPr>
                        <a:lnSpc>
                          <a:spcPct val="100000"/>
                        </a:lnSpc>
                      </a:pPr>
                      <a:endParaRPr sz="1000" dirty="0"/>
                    </a:p>
                    <a:p>
                      <a:pPr>
                        <a:lnSpc>
                          <a:spcPct val="100000"/>
                        </a:lnSpc>
                      </a:pPr>
                      <a:endParaRPr sz="1000" dirty="0"/>
                    </a:p>
                    <a:p>
                      <a:pPr>
                        <a:lnSpc>
                          <a:spcPct val="100000"/>
                        </a:lnSpc>
                        <a:spcBef>
                          <a:spcPts val="50"/>
                        </a:spcBef>
                      </a:pPr>
                      <a:endParaRPr sz="1000" dirty="0"/>
                    </a:p>
                    <a:p>
                      <a:pPr marL="330835">
                        <a:lnSpc>
                          <a:spcPct val="100000"/>
                        </a:lnSpc>
                      </a:pPr>
                      <a:r>
                        <a:rPr sz="1000" b="1" spc="-10" dirty="0"/>
                        <a:t>KNUCKLE</a:t>
                      </a:r>
                      <a:endParaRPr sz="1000" dirty="0">
                        <a:latin typeface="Calibri"/>
                        <a:cs typeface="Calibri"/>
                      </a:endParaRPr>
                    </a:p>
                  </a:txBody>
                  <a:tcPr marL="0" marR="0" marT="0" marB="0"/>
                </a:tc>
                <a:tc rowSpan="2">
                  <a:txBody>
                    <a:bodyPr/>
                    <a:lstStyle/>
                    <a:p>
                      <a:pPr>
                        <a:lnSpc>
                          <a:spcPct val="100000"/>
                        </a:lnSpc>
                      </a:pPr>
                      <a:endParaRPr sz="1000"/>
                    </a:p>
                    <a:p>
                      <a:pPr>
                        <a:lnSpc>
                          <a:spcPct val="100000"/>
                        </a:lnSpc>
                      </a:pPr>
                      <a:endParaRPr sz="1000"/>
                    </a:p>
                    <a:p>
                      <a:pPr>
                        <a:lnSpc>
                          <a:spcPct val="100000"/>
                        </a:lnSpc>
                        <a:spcBef>
                          <a:spcPts val="50"/>
                        </a:spcBef>
                      </a:pPr>
                      <a:endParaRPr sz="1000"/>
                    </a:p>
                    <a:p>
                      <a:pPr marL="93980">
                        <a:lnSpc>
                          <a:spcPct val="100000"/>
                        </a:lnSpc>
                      </a:pPr>
                      <a:r>
                        <a:rPr sz="1000" dirty="0"/>
                        <a:t>Assist</a:t>
                      </a:r>
                      <a:r>
                        <a:rPr sz="1000" spc="-20" dirty="0"/>
                        <a:t> </a:t>
                      </a:r>
                      <a:r>
                        <a:rPr sz="1000" dirty="0"/>
                        <a:t>in </a:t>
                      </a:r>
                      <a:r>
                        <a:rPr sz="1000" spc="-10" dirty="0"/>
                        <a:t>steering</a:t>
                      </a:r>
                      <a:endParaRPr sz="1000">
                        <a:latin typeface="Calibri"/>
                        <a:cs typeface="Calibri"/>
                      </a:endParaRPr>
                    </a:p>
                  </a:txBody>
                  <a:tcPr marL="0" marR="0" marT="0" marB="0"/>
                </a:tc>
                <a:tc>
                  <a:txBody>
                    <a:bodyPr/>
                    <a:lstStyle/>
                    <a:p>
                      <a:pPr marL="30480" algn="ctr">
                        <a:lnSpc>
                          <a:spcPct val="100000"/>
                        </a:lnSpc>
                        <a:spcBef>
                          <a:spcPts val="45"/>
                        </a:spcBef>
                      </a:pPr>
                      <a:r>
                        <a:rPr sz="1000" dirty="0"/>
                        <a:t>Variation</a:t>
                      </a:r>
                      <a:r>
                        <a:rPr sz="1000" spc="-50" dirty="0"/>
                        <a:t> </a:t>
                      </a:r>
                      <a:r>
                        <a:rPr sz="1000" spc="-25" dirty="0"/>
                        <a:t>in</a:t>
                      </a:r>
                      <a:endParaRPr sz="1000"/>
                    </a:p>
                    <a:p>
                      <a:pPr marL="133350" marR="125095" algn="ctr">
                        <a:lnSpc>
                          <a:spcPts val="1520"/>
                        </a:lnSpc>
                        <a:spcBef>
                          <a:spcPts val="50"/>
                        </a:spcBef>
                      </a:pPr>
                      <a:r>
                        <a:rPr sz="1000" dirty="0"/>
                        <a:t>camber</a:t>
                      </a:r>
                      <a:r>
                        <a:rPr sz="1000" spc="-30" dirty="0"/>
                        <a:t> </a:t>
                      </a:r>
                      <a:r>
                        <a:rPr sz="1000" dirty="0"/>
                        <a:t>angle</a:t>
                      </a:r>
                      <a:r>
                        <a:rPr sz="1000" spc="-20" dirty="0"/>
                        <a:t> </a:t>
                      </a:r>
                      <a:r>
                        <a:rPr sz="1000" spc="-25" dirty="0"/>
                        <a:t>of </a:t>
                      </a:r>
                      <a:r>
                        <a:rPr sz="1000" dirty="0"/>
                        <a:t>both</a:t>
                      </a:r>
                      <a:r>
                        <a:rPr sz="1000" spc="-15" dirty="0"/>
                        <a:t> </a:t>
                      </a:r>
                      <a:r>
                        <a:rPr sz="1000" spc="-10" dirty="0"/>
                        <a:t>wheels</a:t>
                      </a:r>
                      <a:endParaRPr sz="1000">
                        <a:latin typeface="Calibri"/>
                        <a:cs typeface="Calibri"/>
                      </a:endParaRPr>
                    </a:p>
                  </a:txBody>
                  <a:tcPr marL="0" marR="0" marT="5715" marB="0"/>
                </a:tc>
                <a:tc>
                  <a:txBody>
                    <a:bodyPr/>
                    <a:lstStyle/>
                    <a:p>
                      <a:pPr>
                        <a:lnSpc>
                          <a:spcPct val="100000"/>
                        </a:lnSpc>
                        <a:spcBef>
                          <a:spcPts val="295"/>
                        </a:spcBef>
                      </a:pPr>
                      <a:endParaRPr sz="1000"/>
                    </a:p>
                    <a:p>
                      <a:pPr marL="62230">
                        <a:lnSpc>
                          <a:spcPct val="100000"/>
                        </a:lnSpc>
                      </a:pPr>
                      <a:r>
                        <a:rPr sz="1000" dirty="0"/>
                        <a:t>Tire</a:t>
                      </a:r>
                      <a:r>
                        <a:rPr sz="1000" spc="-15" dirty="0"/>
                        <a:t> </a:t>
                      </a:r>
                      <a:r>
                        <a:rPr sz="1000" dirty="0"/>
                        <a:t>may</a:t>
                      </a:r>
                      <a:r>
                        <a:rPr sz="1000" spc="-25" dirty="0"/>
                        <a:t> </a:t>
                      </a:r>
                      <a:r>
                        <a:rPr sz="1000" dirty="0"/>
                        <a:t>burst</a:t>
                      </a:r>
                      <a:r>
                        <a:rPr sz="1000" spc="-20" dirty="0"/>
                        <a:t> </a:t>
                      </a:r>
                      <a:r>
                        <a:rPr sz="1000" spc="-25" dirty="0"/>
                        <a:t>out</a:t>
                      </a:r>
                      <a:endParaRPr sz="1000">
                        <a:latin typeface="Calibri"/>
                        <a:cs typeface="Calibri"/>
                      </a:endParaRPr>
                    </a:p>
                  </a:txBody>
                  <a:tcPr marL="0" marR="0" marT="37465" marB="0"/>
                </a:tc>
                <a:tc>
                  <a:txBody>
                    <a:bodyPr/>
                    <a:lstStyle/>
                    <a:p>
                      <a:pPr>
                        <a:lnSpc>
                          <a:spcPct val="100000"/>
                        </a:lnSpc>
                        <a:spcBef>
                          <a:spcPts val="295"/>
                        </a:spcBef>
                      </a:pPr>
                      <a:endParaRPr sz="1000"/>
                    </a:p>
                    <a:p>
                      <a:pPr algn="ctr">
                        <a:lnSpc>
                          <a:spcPct val="100000"/>
                        </a:lnSpc>
                      </a:pPr>
                      <a:r>
                        <a:rPr sz="1000" spc="-50" dirty="0"/>
                        <a:t>9</a:t>
                      </a:r>
                      <a:endParaRPr sz="1000">
                        <a:latin typeface="Calibri"/>
                        <a:cs typeface="Calibri"/>
                      </a:endParaRPr>
                    </a:p>
                  </a:txBody>
                  <a:tcPr marL="0" marR="0" marT="37465" marB="0"/>
                </a:tc>
                <a:tc>
                  <a:txBody>
                    <a:bodyPr/>
                    <a:lstStyle/>
                    <a:p>
                      <a:pPr marL="654685" marR="195580" indent="-452755">
                        <a:lnSpc>
                          <a:spcPct val="114500"/>
                        </a:lnSpc>
                        <a:spcBef>
                          <a:spcPts val="610"/>
                        </a:spcBef>
                      </a:pPr>
                      <a:r>
                        <a:rPr sz="1000" dirty="0"/>
                        <a:t>Improper</a:t>
                      </a:r>
                      <a:r>
                        <a:rPr sz="1000" spc="-45" dirty="0"/>
                        <a:t> </a:t>
                      </a:r>
                      <a:r>
                        <a:rPr sz="1000" dirty="0"/>
                        <a:t>positioning</a:t>
                      </a:r>
                      <a:r>
                        <a:rPr sz="1000" spc="-65" dirty="0"/>
                        <a:t> </a:t>
                      </a:r>
                      <a:r>
                        <a:rPr sz="1000" spc="-25" dirty="0"/>
                        <a:t>of </a:t>
                      </a:r>
                      <a:r>
                        <a:rPr sz="1000" spc="-10" dirty="0"/>
                        <a:t>knuckle</a:t>
                      </a:r>
                      <a:endParaRPr sz="1000">
                        <a:latin typeface="Calibri"/>
                        <a:cs typeface="Calibri"/>
                      </a:endParaRPr>
                    </a:p>
                  </a:txBody>
                  <a:tcPr marL="0" marR="0" marT="77470" marB="0"/>
                </a:tc>
                <a:tc>
                  <a:txBody>
                    <a:bodyPr/>
                    <a:lstStyle/>
                    <a:p>
                      <a:pPr>
                        <a:lnSpc>
                          <a:spcPct val="100000"/>
                        </a:lnSpc>
                        <a:spcBef>
                          <a:spcPts val="295"/>
                        </a:spcBef>
                      </a:pPr>
                      <a:endParaRPr sz="1000"/>
                    </a:p>
                    <a:p>
                      <a:pPr marL="1270" algn="ctr">
                        <a:lnSpc>
                          <a:spcPct val="100000"/>
                        </a:lnSpc>
                      </a:pPr>
                      <a:r>
                        <a:rPr sz="1000" spc="-50" dirty="0"/>
                        <a:t>8</a:t>
                      </a:r>
                      <a:endParaRPr sz="1000">
                        <a:latin typeface="Calibri"/>
                        <a:cs typeface="Calibri"/>
                      </a:endParaRPr>
                    </a:p>
                  </a:txBody>
                  <a:tcPr marL="0" marR="0" marT="37465" marB="0"/>
                </a:tc>
                <a:tc>
                  <a:txBody>
                    <a:bodyPr/>
                    <a:lstStyle/>
                    <a:p>
                      <a:pPr>
                        <a:lnSpc>
                          <a:spcPct val="100000"/>
                        </a:lnSpc>
                        <a:spcBef>
                          <a:spcPts val="295"/>
                        </a:spcBef>
                      </a:pPr>
                      <a:endParaRPr sz="1000"/>
                    </a:p>
                    <a:p>
                      <a:pPr marL="1905" algn="ctr">
                        <a:lnSpc>
                          <a:spcPct val="100000"/>
                        </a:lnSpc>
                      </a:pPr>
                      <a:r>
                        <a:rPr sz="1000" spc="-50" dirty="0"/>
                        <a:t>9</a:t>
                      </a:r>
                      <a:endParaRPr sz="1000">
                        <a:latin typeface="Calibri"/>
                        <a:cs typeface="Calibri"/>
                      </a:endParaRPr>
                    </a:p>
                  </a:txBody>
                  <a:tcPr marL="0" marR="0" marT="37465" marB="0"/>
                </a:tc>
                <a:tc>
                  <a:txBody>
                    <a:bodyPr/>
                    <a:lstStyle/>
                    <a:p>
                      <a:pPr>
                        <a:lnSpc>
                          <a:spcPct val="100000"/>
                        </a:lnSpc>
                        <a:spcBef>
                          <a:spcPts val="295"/>
                        </a:spcBef>
                      </a:pPr>
                      <a:endParaRPr sz="1000"/>
                    </a:p>
                    <a:p>
                      <a:pPr marL="1270" algn="ctr">
                        <a:lnSpc>
                          <a:spcPct val="100000"/>
                        </a:lnSpc>
                      </a:pPr>
                      <a:r>
                        <a:rPr sz="1000" spc="-25" dirty="0"/>
                        <a:t>648</a:t>
                      </a:r>
                      <a:endParaRPr sz="1000">
                        <a:latin typeface="Calibri"/>
                        <a:cs typeface="Calibri"/>
                      </a:endParaRPr>
                    </a:p>
                  </a:txBody>
                  <a:tcPr marL="0" marR="0" marT="37465" marB="0"/>
                </a:tc>
                <a:tc>
                  <a:txBody>
                    <a:bodyPr/>
                    <a:lstStyle/>
                    <a:p>
                      <a:pPr marL="19050" marR="10160" indent="97155">
                        <a:lnSpc>
                          <a:spcPct val="114500"/>
                        </a:lnSpc>
                        <a:spcBef>
                          <a:spcPts val="610"/>
                        </a:spcBef>
                      </a:pPr>
                      <a:r>
                        <a:rPr sz="1000" dirty="0"/>
                        <a:t>Set</a:t>
                      </a:r>
                      <a:r>
                        <a:rPr sz="1000" spc="-20" dirty="0"/>
                        <a:t> </a:t>
                      </a:r>
                      <a:r>
                        <a:rPr sz="1000" dirty="0"/>
                        <a:t>knuckle</a:t>
                      </a:r>
                      <a:r>
                        <a:rPr sz="1000" spc="-25" dirty="0"/>
                        <a:t> </a:t>
                      </a:r>
                      <a:r>
                        <a:rPr sz="1000" dirty="0"/>
                        <a:t>in</a:t>
                      </a:r>
                      <a:r>
                        <a:rPr sz="1000" spc="-25" dirty="0"/>
                        <a:t> </a:t>
                      </a:r>
                      <a:r>
                        <a:rPr sz="1000" spc="-10" dirty="0"/>
                        <a:t>proper </a:t>
                      </a:r>
                      <a:r>
                        <a:rPr sz="1000" dirty="0"/>
                        <a:t>position</a:t>
                      </a:r>
                      <a:r>
                        <a:rPr sz="1000" spc="-45" dirty="0"/>
                        <a:t> </a:t>
                      </a:r>
                      <a:r>
                        <a:rPr sz="1000" dirty="0"/>
                        <a:t>at</a:t>
                      </a:r>
                      <a:r>
                        <a:rPr sz="1000" spc="-10" dirty="0"/>
                        <a:t> </a:t>
                      </a:r>
                      <a:r>
                        <a:rPr sz="1000" dirty="0"/>
                        <a:t>same</a:t>
                      </a:r>
                      <a:r>
                        <a:rPr sz="1000" spc="-30" dirty="0"/>
                        <a:t> </a:t>
                      </a:r>
                      <a:r>
                        <a:rPr sz="1000" spc="-10" dirty="0"/>
                        <a:t>camber</a:t>
                      </a:r>
                      <a:endParaRPr sz="1000">
                        <a:latin typeface="Calibri"/>
                        <a:cs typeface="Calibri"/>
                      </a:endParaRPr>
                    </a:p>
                  </a:txBody>
                  <a:tcPr marL="0" marR="0" marT="77470" marB="0"/>
                </a:tc>
                <a:tc>
                  <a:txBody>
                    <a:bodyPr/>
                    <a:lstStyle/>
                    <a:p>
                      <a:pPr>
                        <a:lnSpc>
                          <a:spcPct val="100000"/>
                        </a:lnSpc>
                        <a:spcBef>
                          <a:spcPts val="295"/>
                        </a:spcBef>
                      </a:pPr>
                      <a:endParaRPr sz="1000"/>
                    </a:p>
                    <a:p>
                      <a:pPr algn="ctr">
                        <a:lnSpc>
                          <a:spcPct val="100000"/>
                        </a:lnSpc>
                      </a:pPr>
                      <a:r>
                        <a:rPr sz="1000" spc="-50" dirty="0"/>
                        <a:t>5</a:t>
                      </a:r>
                      <a:endParaRPr sz="1000">
                        <a:latin typeface="Calibri"/>
                        <a:cs typeface="Calibri"/>
                      </a:endParaRPr>
                    </a:p>
                  </a:txBody>
                  <a:tcPr marL="0" marR="0" marT="37465" marB="0"/>
                </a:tc>
                <a:tc>
                  <a:txBody>
                    <a:bodyPr/>
                    <a:lstStyle/>
                    <a:p>
                      <a:pPr>
                        <a:lnSpc>
                          <a:spcPct val="100000"/>
                        </a:lnSpc>
                        <a:spcBef>
                          <a:spcPts val="295"/>
                        </a:spcBef>
                      </a:pPr>
                      <a:endParaRPr sz="1000"/>
                    </a:p>
                    <a:p>
                      <a:pPr marL="1905" algn="ctr">
                        <a:lnSpc>
                          <a:spcPct val="100000"/>
                        </a:lnSpc>
                      </a:pPr>
                      <a:r>
                        <a:rPr sz="1000" spc="-50" dirty="0"/>
                        <a:t>4</a:t>
                      </a:r>
                      <a:endParaRPr sz="1000">
                        <a:latin typeface="Calibri"/>
                        <a:cs typeface="Calibri"/>
                      </a:endParaRPr>
                    </a:p>
                  </a:txBody>
                  <a:tcPr marL="0" marR="0" marT="37465" marB="0"/>
                </a:tc>
                <a:tc>
                  <a:txBody>
                    <a:bodyPr/>
                    <a:lstStyle/>
                    <a:p>
                      <a:pPr>
                        <a:lnSpc>
                          <a:spcPct val="100000"/>
                        </a:lnSpc>
                        <a:spcBef>
                          <a:spcPts val="295"/>
                        </a:spcBef>
                      </a:pPr>
                      <a:endParaRPr sz="1000"/>
                    </a:p>
                    <a:p>
                      <a:pPr marL="1270" algn="ctr">
                        <a:lnSpc>
                          <a:spcPct val="100000"/>
                        </a:lnSpc>
                      </a:pPr>
                      <a:r>
                        <a:rPr sz="1000" spc="-50" dirty="0"/>
                        <a:t>5</a:t>
                      </a:r>
                      <a:endParaRPr sz="1000">
                        <a:latin typeface="Calibri"/>
                        <a:cs typeface="Calibri"/>
                      </a:endParaRPr>
                    </a:p>
                  </a:txBody>
                  <a:tcPr marL="0" marR="0" marT="37465" marB="0"/>
                </a:tc>
                <a:tc>
                  <a:txBody>
                    <a:bodyPr/>
                    <a:lstStyle/>
                    <a:p>
                      <a:pPr>
                        <a:lnSpc>
                          <a:spcPct val="100000"/>
                        </a:lnSpc>
                        <a:spcBef>
                          <a:spcPts val="295"/>
                        </a:spcBef>
                      </a:pPr>
                      <a:endParaRPr sz="1000"/>
                    </a:p>
                    <a:p>
                      <a:pPr marL="1905" algn="ctr">
                        <a:lnSpc>
                          <a:spcPct val="100000"/>
                        </a:lnSpc>
                      </a:pPr>
                      <a:r>
                        <a:rPr sz="1000" spc="-25" dirty="0"/>
                        <a:t>100</a:t>
                      </a:r>
                      <a:endParaRPr sz="1000">
                        <a:latin typeface="Calibri"/>
                        <a:cs typeface="Calibri"/>
                      </a:endParaRPr>
                    </a:p>
                  </a:txBody>
                  <a:tcPr marL="0" marR="0" marT="37465" marB="0"/>
                </a:tc>
                <a:extLst>
                  <a:ext uri="{0D108BD9-81ED-4DB2-BD59-A6C34878D82A}">
                    <a16:rowId xmlns:a16="http://schemas.microsoft.com/office/drawing/2014/main" val="10005"/>
                  </a:ext>
                </a:extLst>
              </a:tr>
              <a:tr h="518573">
                <a:tc vMerge="1">
                  <a:txBody>
                    <a:bodyPr/>
                    <a:lstStyle/>
                    <a:p>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0000">
                        <a:alpha val="19999"/>
                      </a:srgbClr>
                    </a:solidFill>
                  </a:tcPr>
                </a:tc>
                <a:tc vMerge="1">
                  <a:txBody>
                    <a:bodyPr/>
                    <a:lstStyle/>
                    <a:p>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0000">
                        <a:alpha val="19999"/>
                      </a:srgbClr>
                    </a:solidFill>
                  </a:tcPr>
                </a:tc>
                <a:tc>
                  <a:txBody>
                    <a:bodyPr/>
                    <a:lstStyle/>
                    <a:p>
                      <a:pPr marL="93345" marR="21590" indent="-66040">
                        <a:lnSpc>
                          <a:spcPct val="114700"/>
                        </a:lnSpc>
                        <a:spcBef>
                          <a:spcPts val="615"/>
                        </a:spcBef>
                      </a:pPr>
                      <a:r>
                        <a:rPr sz="1000" dirty="0"/>
                        <a:t>Excessive</a:t>
                      </a:r>
                      <a:r>
                        <a:rPr sz="1000" spc="-40" dirty="0"/>
                        <a:t> </a:t>
                      </a:r>
                      <a:r>
                        <a:rPr sz="1000" dirty="0"/>
                        <a:t>heating</a:t>
                      </a:r>
                      <a:r>
                        <a:rPr sz="1000" spc="-30" dirty="0"/>
                        <a:t> </a:t>
                      </a:r>
                      <a:r>
                        <a:rPr sz="1000" spc="-25" dirty="0"/>
                        <a:t>in </a:t>
                      </a:r>
                      <a:r>
                        <a:rPr sz="1000" dirty="0"/>
                        <a:t>knuckle</a:t>
                      </a:r>
                      <a:r>
                        <a:rPr sz="1000" spc="-50" dirty="0"/>
                        <a:t> </a:t>
                      </a:r>
                      <a:r>
                        <a:rPr sz="1000" spc="-10" dirty="0"/>
                        <a:t>assembly</a:t>
                      </a:r>
                      <a:endParaRPr sz="1000">
                        <a:latin typeface="Calibri"/>
                        <a:cs typeface="Calibri"/>
                      </a:endParaRPr>
                    </a:p>
                  </a:txBody>
                  <a:tcPr marL="0" marR="0" marT="78105" marB="0"/>
                </a:tc>
                <a:tc>
                  <a:txBody>
                    <a:bodyPr/>
                    <a:lstStyle/>
                    <a:p>
                      <a:pPr marL="170180">
                        <a:lnSpc>
                          <a:spcPct val="100000"/>
                        </a:lnSpc>
                        <a:spcBef>
                          <a:spcPts val="50"/>
                        </a:spcBef>
                      </a:pPr>
                      <a:r>
                        <a:rPr sz="1000" dirty="0"/>
                        <a:t>Bearing</a:t>
                      </a:r>
                      <a:r>
                        <a:rPr sz="1000" spc="-45" dirty="0"/>
                        <a:t> </a:t>
                      </a:r>
                      <a:r>
                        <a:rPr sz="1000" spc="-10" dirty="0"/>
                        <a:t>failure</a:t>
                      </a:r>
                      <a:endParaRPr sz="1000"/>
                    </a:p>
                    <a:p>
                      <a:pPr marL="299720" marR="103505" indent="-187960">
                        <a:lnSpc>
                          <a:spcPts val="1520"/>
                        </a:lnSpc>
                        <a:spcBef>
                          <a:spcPts val="60"/>
                        </a:spcBef>
                      </a:pPr>
                      <a:r>
                        <a:rPr sz="1000" dirty="0"/>
                        <a:t>leads</a:t>
                      </a:r>
                      <a:r>
                        <a:rPr sz="1000" spc="-20" dirty="0"/>
                        <a:t> </a:t>
                      </a:r>
                      <a:r>
                        <a:rPr sz="1000" dirty="0"/>
                        <a:t>to</a:t>
                      </a:r>
                      <a:r>
                        <a:rPr sz="1000" spc="-20" dirty="0"/>
                        <a:t> </a:t>
                      </a:r>
                      <a:r>
                        <a:rPr sz="1000" spc="-10" dirty="0"/>
                        <a:t>bursting </a:t>
                      </a:r>
                      <a:r>
                        <a:rPr sz="1000" dirty="0"/>
                        <a:t>out</a:t>
                      </a:r>
                      <a:r>
                        <a:rPr sz="1000" spc="-10" dirty="0"/>
                        <a:t> </a:t>
                      </a:r>
                      <a:r>
                        <a:rPr sz="1000" dirty="0"/>
                        <a:t>of </a:t>
                      </a:r>
                      <a:r>
                        <a:rPr sz="1000" spc="-20" dirty="0"/>
                        <a:t>tire</a:t>
                      </a:r>
                      <a:endParaRPr sz="1000">
                        <a:latin typeface="Calibri"/>
                        <a:cs typeface="Calibri"/>
                      </a:endParaRPr>
                    </a:p>
                  </a:txBody>
                  <a:tcPr marL="0" marR="0" marT="6350" marB="0"/>
                </a:tc>
                <a:tc>
                  <a:txBody>
                    <a:bodyPr/>
                    <a:lstStyle/>
                    <a:p>
                      <a:pPr>
                        <a:lnSpc>
                          <a:spcPct val="100000"/>
                        </a:lnSpc>
                        <a:spcBef>
                          <a:spcPts val="305"/>
                        </a:spcBef>
                      </a:pPr>
                      <a:endParaRPr sz="1000"/>
                    </a:p>
                    <a:p>
                      <a:pPr algn="ctr">
                        <a:lnSpc>
                          <a:spcPct val="100000"/>
                        </a:lnSpc>
                      </a:pPr>
                      <a:r>
                        <a:rPr sz="1000" spc="-50" dirty="0"/>
                        <a:t>9</a:t>
                      </a:r>
                      <a:endParaRPr sz="1000">
                        <a:latin typeface="Calibri"/>
                        <a:cs typeface="Calibri"/>
                      </a:endParaRPr>
                    </a:p>
                  </a:txBody>
                  <a:tcPr marL="0" marR="0" marT="38735" marB="0"/>
                </a:tc>
                <a:tc>
                  <a:txBody>
                    <a:bodyPr/>
                    <a:lstStyle/>
                    <a:p>
                      <a:pPr>
                        <a:lnSpc>
                          <a:spcPct val="100000"/>
                        </a:lnSpc>
                        <a:spcBef>
                          <a:spcPts val="305"/>
                        </a:spcBef>
                      </a:pPr>
                      <a:endParaRPr sz="1000"/>
                    </a:p>
                    <a:p>
                      <a:pPr marL="31115" algn="ctr">
                        <a:lnSpc>
                          <a:spcPct val="100000"/>
                        </a:lnSpc>
                      </a:pPr>
                      <a:r>
                        <a:rPr sz="1000" dirty="0"/>
                        <a:t>Proper</a:t>
                      </a:r>
                      <a:r>
                        <a:rPr sz="1000" spc="-30" dirty="0"/>
                        <a:t> </a:t>
                      </a:r>
                      <a:r>
                        <a:rPr sz="1000" dirty="0"/>
                        <a:t>placing</a:t>
                      </a:r>
                      <a:r>
                        <a:rPr sz="1000" spc="-30" dirty="0"/>
                        <a:t> </a:t>
                      </a:r>
                      <a:r>
                        <a:rPr sz="1000" dirty="0"/>
                        <a:t>of</a:t>
                      </a:r>
                      <a:r>
                        <a:rPr sz="1000" spc="-15" dirty="0"/>
                        <a:t> </a:t>
                      </a:r>
                      <a:r>
                        <a:rPr sz="1000" spc="-10" dirty="0"/>
                        <a:t>bearing</a:t>
                      </a:r>
                      <a:endParaRPr sz="1000">
                        <a:latin typeface="Calibri"/>
                        <a:cs typeface="Calibri"/>
                      </a:endParaRPr>
                    </a:p>
                  </a:txBody>
                  <a:tcPr marL="0" marR="0" marT="38735" marB="0"/>
                </a:tc>
                <a:tc>
                  <a:txBody>
                    <a:bodyPr/>
                    <a:lstStyle/>
                    <a:p>
                      <a:pPr>
                        <a:lnSpc>
                          <a:spcPct val="100000"/>
                        </a:lnSpc>
                        <a:spcBef>
                          <a:spcPts val="305"/>
                        </a:spcBef>
                      </a:pPr>
                      <a:endParaRPr sz="1000"/>
                    </a:p>
                    <a:p>
                      <a:pPr marL="1270" algn="ctr">
                        <a:lnSpc>
                          <a:spcPct val="100000"/>
                        </a:lnSpc>
                      </a:pPr>
                      <a:r>
                        <a:rPr sz="1000" spc="-50" dirty="0"/>
                        <a:t>8</a:t>
                      </a:r>
                      <a:endParaRPr sz="1000">
                        <a:latin typeface="Calibri"/>
                        <a:cs typeface="Calibri"/>
                      </a:endParaRPr>
                    </a:p>
                  </a:txBody>
                  <a:tcPr marL="0" marR="0" marT="38735" marB="0"/>
                </a:tc>
                <a:tc>
                  <a:txBody>
                    <a:bodyPr/>
                    <a:lstStyle/>
                    <a:p>
                      <a:pPr>
                        <a:lnSpc>
                          <a:spcPct val="100000"/>
                        </a:lnSpc>
                        <a:spcBef>
                          <a:spcPts val="305"/>
                        </a:spcBef>
                      </a:pPr>
                      <a:endParaRPr sz="1000"/>
                    </a:p>
                    <a:p>
                      <a:pPr marL="1905" algn="ctr">
                        <a:lnSpc>
                          <a:spcPct val="100000"/>
                        </a:lnSpc>
                      </a:pPr>
                      <a:r>
                        <a:rPr sz="1000" spc="-50" dirty="0"/>
                        <a:t>9</a:t>
                      </a:r>
                      <a:endParaRPr sz="1000">
                        <a:latin typeface="Calibri"/>
                        <a:cs typeface="Calibri"/>
                      </a:endParaRPr>
                    </a:p>
                  </a:txBody>
                  <a:tcPr marL="0" marR="0" marT="38735" marB="0"/>
                </a:tc>
                <a:tc>
                  <a:txBody>
                    <a:bodyPr/>
                    <a:lstStyle/>
                    <a:p>
                      <a:pPr>
                        <a:lnSpc>
                          <a:spcPct val="100000"/>
                        </a:lnSpc>
                        <a:spcBef>
                          <a:spcPts val="305"/>
                        </a:spcBef>
                      </a:pPr>
                      <a:endParaRPr sz="1000"/>
                    </a:p>
                    <a:p>
                      <a:pPr marL="1270" algn="ctr">
                        <a:lnSpc>
                          <a:spcPct val="100000"/>
                        </a:lnSpc>
                      </a:pPr>
                      <a:r>
                        <a:rPr sz="1000" spc="-25" dirty="0"/>
                        <a:t>648</a:t>
                      </a:r>
                      <a:endParaRPr sz="1000">
                        <a:latin typeface="Calibri"/>
                        <a:cs typeface="Calibri"/>
                      </a:endParaRPr>
                    </a:p>
                  </a:txBody>
                  <a:tcPr marL="0" marR="0" marT="38735" marB="0"/>
                </a:tc>
                <a:tc>
                  <a:txBody>
                    <a:bodyPr/>
                    <a:lstStyle/>
                    <a:p>
                      <a:pPr>
                        <a:lnSpc>
                          <a:spcPct val="100000"/>
                        </a:lnSpc>
                        <a:spcBef>
                          <a:spcPts val="305"/>
                        </a:spcBef>
                      </a:pPr>
                      <a:endParaRPr sz="1000"/>
                    </a:p>
                    <a:p>
                      <a:pPr marL="31750" algn="ctr">
                        <a:lnSpc>
                          <a:spcPct val="100000"/>
                        </a:lnSpc>
                      </a:pPr>
                      <a:r>
                        <a:rPr sz="1000" dirty="0"/>
                        <a:t>Proper</a:t>
                      </a:r>
                      <a:r>
                        <a:rPr sz="1000" spc="-45" dirty="0"/>
                        <a:t> </a:t>
                      </a:r>
                      <a:r>
                        <a:rPr sz="1000" dirty="0"/>
                        <a:t>bearing</a:t>
                      </a:r>
                      <a:r>
                        <a:rPr sz="1000" spc="-35" dirty="0"/>
                        <a:t> </a:t>
                      </a:r>
                      <a:r>
                        <a:rPr sz="1000" spc="-10" dirty="0"/>
                        <a:t>position</a:t>
                      </a:r>
                      <a:endParaRPr sz="1000">
                        <a:latin typeface="Calibri"/>
                        <a:cs typeface="Calibri"/>
                      </a:endParaRPr>
                    </a:p>
                  </a:txBody>
                  <a:tcPr marL="0" marR="0" marT="38735" marB="0"/>
                </a:tc>
                <a:tc>
                  <a:txBody>
                    <a:bodyPr/>
                    <a:lstStyle/>
                    <a:p>
                      <a:pPr>
                        <a:lnSpc>
                          <a:spcPct val="100000"/>
                        </a:lnSpc>
                        <a:spcBef>
                          <a:spcPts val="305"/>
                        </a:spcBef>
                      </a:pPr>
                      <a:endParaRPr sz="1000"/>
                    </a:p>
                    <a:p>
                      <a:pPr algn="ctr">
                        <a:lnSpc>
                          <a:spcPct val="100000"/>
                        </a:lnSpc>
                      </a:pPr>
                      <a:r>
                        <a:rPr sz="1000" spc="-50" dirty="0"/>
                        <a:t>5</a:t>
                      </a:r>
                      <a:endParaRPr sz="1000">
                        <a:latin typeface="Calibri"/>
                        <a:cs typeface="Calibri"/>
                      </a:endParaRPr>
                    </a:p>
                  </a:txBody>
                  <a:tcPr marL="0" marR="0" marT="38735" marB="0"/>
                </a:tc>
                <a:tc>
                  <a:txBody>
                    <a:bodyPr/>
                    <a:lstStyle/>
                    <a:p>
                      <a:pPr>
                        <a:lnSpc>
                          <a:spcPct val="100000"/>
                        </a:lnSpc>
                        <a:spcBef>
                          <a:spcPts val="305"/>
                        </a:spcBef>
                      </a:pPr>
                      <a:endParaRPr sz="1000"/>
                    </a:p>
                    <a:p>
                      <a:pPr marL="1905" algn="ctr">
                        <a:lnSpc>
                          <a:spcPct val="100000"/>
                        </a:lnSpc>
                      </a:pPr>
                      <a:r>
                        <a:rPr sz="1000" spc="-50" dirty="0"/>
                        <a:t>4</a:t>
                      </a:r>
                      <a:endParaRPr sz="1000">
                        <a:latin typeface="Calibri"/>
                        <a:cs typeface="Calibri"/>
                      </a:endParaRPr>
                    </a:p>
                  </a:txBody>
                  <a:tcPr marL="0" marR="0" marT="38735" marB="0"/>
                </a:tc>
                <a:tc>
                  <a:txBody>
                    <a:bodyPr/>
                    <a:lstStyle/>
                    <a:p>
                      <a:pPr>
                        <a:lnSpc>
                          <a:spcPct val="100000"/>
                        </a:lnSpc>
                        <a:spcBef>
                          <a:spcPts val="305"/>
                        </a:spcBef>
                      </a:pPr>
                      <a:endParaRPr sz="1000"/>
                    </a:p>
                    <a:p>
                      <a:pPr marL="1270" algn="ctr">
                        <a:lnSpc>
                          <a:spcPct val="100000"/>
                        </a:lnSpc>
                      </a:pPr>
                      <a:r>
                        <a:rPr sz="1000" spc="-50" dirty="0"/>
                        <a:t>5</a:t>
                      </a:r>
                      <a:endParaRPr sz="1000">
                        <a:latin typeface="Calibri"/>
                        <a:cs typeface="Calibri"/>
                      </a:endParaRPr>
                    </a:p>
                  </a:txBody>
                  <a:tcPr marL="0" marR="0" marT="38735" marB="0"/>
                </a:tc>
                <a:tc>
                  <a:txBody>
                    <a:bodyPr/>
                    <a:lstStyle/>
                    <a:p>
                      <a:pPr>
                        <a:lnSpc>
                          <a:spcPct val="100000"/>
                        </a:lnSpc>
                        <a:spcBef>
                          <a:spcPts val="305"/>
                        </a:spcBef>
                      </a:pPr>
                      <a:endParaRPr sz="1000"/>
                    </a:p>
                    <a:p>
                      <a:pPr marL="1905" algn="ctr">
                        <a:lnSpc>
                          <a:spcPct val="100000"/>
                        </a:lnSpc>
                      </a:pPr>
                      <a:r>
                        <a:rPr sz="1000" spc="-25" dirty="0"/>
                        <a:t>100</a:t>
                      </a:r>
                      <a:endParaRPr sz="1000">
                        <a:latin typeface="Calibri"/>
                        <a:cs typeface="Calibri"/>
                      </a:endParaRPr>
                    </a:p>
                  </a:txBody>
                  <a:tcPr marL="0" marR="0" marT="38735" marB="0"/>
                </a:tc>
                <a:extLst>
                  <a:ext uri="{0D108BD9-81ED-4DB2-BD59-A6C34878D82A}">
                    <a16:rowId xmlns:a16="http://schemas.microsoft.com/office/drawing/2014/main" val="10006"/>
                  </a:ext>
                </a:extLst>
              </a:tr>
              <a:tr h="224731">
                <a:tc rowSpan="2">
                  <a:txBody>
                    <a:bodyPr/>
                    <a:lstStyle/>
                    <a:p>
                      <a:pPr>
                        <a:lnSpc>
                          <a:spcPct val="100000"/>
                        </a:lnSpc>
                        <a:spcBef>
                          <a:spcPts val="1055"/>
                        </a:spcBef>
                      </a:pPr>
                      <a:endParaRPr sz="1000"/>
                    </a:p>
                    <a:p>
                      <a:pPr marL="379730">
                        <a:lnSpc>
                          <a:spcPct val="100000"/>
                        </a:lnSpc>
                      </a:pPr>
                      <a:r>
                        <a:rPr sz="1000" b="1" spc="-10" dirty="0"/>
                        <a:t>PEDALS</a:t>
                      </a:r>
                      <a:endParaRPr sz="1000">
                        <a:latin typeface="Calibri"/>
                        <a:cs typeface="Calibri"/>
                      </a:endParaRPr>
                    </a:p>
                  </a:txBody>
                  <a:tcPr marL="0" marR="0" marT="133985" marB="0"/>
                </a:tc>
                <a:tc rowSpan="2">
                  <a:txBody>
                    <a:bodyPr/>
                    <a:lstStyle/>
                    <a:p>
                      <a:pPr>
                        <a:lnSpc>
                          <a:spcPct val="100000"/>
                        </a:lnSpc>
                        <a:spcBef>
                          <a:spcPts val="105"/>
                        </a:spcBef>
                      </a:pPr>
                      <a:endParaRPr sz="1000" dirty="0"/>
                    </a:p>
                    <a:p>
                      <a:pPr marL="454025" marR="112395" indent="-335915">
                        <a:lnSpc>
                          <a:spcPct val="114500"/>
                        </a:lnSpc>
                      </a:pPr>
                      <a:r>
                        <a:rPr sz="1000" dirty="0"/>
                        <a:t>For</a:t>
                      </a:r>
                      <a:r>
                        <a:rPr sz="1000" spc="-15" dirty="0"/>
                        <a:t> </a:t>
                      </a:r>
                      <a:r>
                        <a:rPr sz="1000" dirty="0"/>
                        <a:t>actuation</a:t>
                      </a:r>
                      <a:r>
                        <a:rPr sz="1000" spc="-45" dirty="0"/>
                        <a:t> </a:t>
                      </a:r>
                      <a:r>
                        <a:rPr sz="1000" spc="-25" dirty="0"/>
                        <a:t>of A</a:t>
                      </a:r>
                      <a:r>
                        <a:rPr lang="en-US" sz="1000" spc="-25" dirty="0"/>
                        <a:t>CB</a:t>
                      </a:r>
                      <a:endParaRPr sz="1000" dirty="0">
                        <a:latin typeface="Calibri"/>
                        <a:cs typeface="Calibri"/>
                      </a:endParaRPr>
                    </a:p>
                  </a:txBody>
                  <a:tcPr marL="0" marR="0" marT="13335" marB="0"/>
                </a:tc>
                <a:tc rowSpan="2">
                  <a:txBody>
                    <a:bodyPr/>
                    <a:lstStyle/>
                    <a:p>
                      <a:pPr>
                        <a:lnSpc>
                          <a:spcPct val="100000"/>
                        </a:lnSpc>
                        <a:spcBef>
                          <a:spcPts val="105"/>
                        </a:spcBef>
                      </a:pPr>
                      <a:endParaRPr sz="1000"/>
                    </a:p>
                    <a:p>
                      <a:pPr marL="279400" marR="21590" indent="-251460">
                        <a:lnSpc>
                          <a:spcPct val="114500"/>
                        </a:lnSpc>
                      </a:pPr>
                      <a:r>
                        <a:rPr sz="1000" spc="-10" dirty="0"/>
                        <a:t>Constraints</a:t>
                      </a:r>
                      <a:r>
                        <a:rPr sz="1000" spc="-5" dirty="0"/>
                        <a:t> </a:t>
                      </a:r>
                      <a:r>
                        <a:rPr sz="1000" dirty="0"/>
                        <a:t>in</a:t>
                      </a:r>
                      <a:r>
                        <a:rPr sz="1000" spc="15" dirty="0"/>
                        <a:t> </a:t>
                      </a:r>
                      <a:r>
                        <a:rPr sz="1000" spc="-20" dirty="0"/>
                        <a:t>pedal </a:t>
                      </a:r>
                      <a:r>
                        <a:rPr sz="1000" spc="-10" dirty="0"/>
                        <a:t>movement</a:t>
                      </a:r>
                      <a:endParaRPr sz="1000">
                        <a:latin typeface="Calibri"/>
                        <a:cs typeface="Calibri"/>
                      </a:endParaRPr>
                    </a:p>
                  </a:txBody>
                  <a:tcPr marL="0" marR="0" marT="13335" marB="0"/>
                </a:tc>
                <a:tc rowSpan="2">
                  <a:txBody>
                    <a:bodyPr/>
                    <a:lstStyle/>
                    <a:p>
                      <a:pPr marL="316865">
                        <a:lnSpc>
                          <a:spcPct val="100000"/>
                        </a:lnSpc>
                        <a:spcBef>
                          <a:spcPts val="45"/>
                        </a:spcBef>
                      </a:pPr>
                      <a:r>
                        <a:rPr sz="1000" spc="-10" dirty="0"/>
                        <a:t>Improper</a:t>
                      </a:r>
                      <a:endParaRPr sz="1000"/>
                    </a:p>
                    <a:p>
                      <a:pPr marL="275590" indent="-53340">
                        <a:lnSpc>
                          <a:spcPct val="100000"/>
                        </a:lnSpc>
                        <a:spcBef>
                          <a:spcPts val="195"/>
                        </a:spcBef>
                      </a:pPr>
                      <a:r>
                        <a:rPr sz="1000" dirty="0"/>
                        <a:t>actuations</a:t>
                      </a:r>
                      <a:r>
                        <a:rPr sz="1000" spc="-55" dirty="0"/>
                        <a:t> </a:t>
                      </a:r>
                      <a:r>
                        <a:rPr sz="1000" spc="-25" dirty="0"/>
                        <a:t>in</a:t>
                      </a:r>
                      <a:endParaRPr sz="1000"/>
                    </a:p>
                    <a:p>
                      <a:pPr marL="235585" marR="227329" indent="39370">
                        <a:lnSpc>
                          <a:spcPct val="114500"/>
                        </a:lnSpc>
                        <a:spcBef>
                          <a:spcPts val="10"/>
                        </a:spcBef>
                      </a:pPr>
                      <a:r>
                        <a:rPr sz="1000" dirty="0"/>
                        <a:t>breaking</a:t>
                      </a:r>
                      <a:r>
                        <a:rPr sz="1000" spc="-45" dirty="0"/>
                        <a:t> </a:t>
                      </a:r>
                      <a:r>
                        <a:rPr sz="1000" spc="-50" dirty="0"/>
                        <a:t>&amp;</a:t>
                      </a:r>
                      <a:r>
                        <a:rPr sz="1000" spc="-10" dirty="0"/>
                        <a:t> acceleration</a:t>
                      </a:r>
                      <a:endParaRPr sz="1000">
                        <a:latin typeface="Calibri"/>
                        <a:cs typeface="Calibri"/>
                      </a:endParaRPr>
                    </a:p>
                  </a:txBody>
                  <a:tcPr marL="0" marR="0" marT="5715" marB="0"/>
                </a:tc>
                <a:tc rowSpan="2">
                  <a:txBody>
                    <a:bodyPr/>
                    <a:lstStyle/>
                    <a:p>
                      <a:pPr>
                        <a:lnSpc>
                          <a:spcPct val="100000"/>
                        </a:lnSpc>
                        <a:spcBef>
                          <a:spcPts val="1055"/>
                        </a:spcBef>
                      </a:pPr>
                      <a:endParaRPr sz="1000"/>
                    </a:p>
                    <a:p>
                      <a:pPr algn="ctr">
                        <a:lnSpc>
                          <a:spcPct val="100000"/>
                        </a:lnSpc>
                      </a:pPr>
                      <a:r>
                        <a:rPr sz="1000" spc="-50" dirty="0"/>
                        <a:t>5</a:t>
                      </a:r>
                      <a:endParaRPr sz="1000">
                        <a:latin typeface="Calibri"/>
                        <a:cs typeface="Calibri"/>
                      </a:endParaRPr>
                    </a:p>
                  </a:txBody>
                  <a:tcPr marL="0" marR="0" marT="133985" marB="0"/>
                </a:tc>
                <a:tc>
                  <a:txBody>
                    <a:bodyPr/>
                    <a:lstStyle/>
                    <a:p>
                      <a:pPr marL="635" algn="ctr">
                        <a:lnSpc>
                          <a:spcPct val="100000"/>
                        </a:lnSpc>
                        <a:spcBef>
                          <a:spcPts val="409"/>
                        </a:spcBef>
                      </a:pPr>
                      <a:r>
                        <a:rPr sz="1000" dirty="0"/>
                        <a:t>Faulty</a:t>
                      </a:r>
                      <a:r>
                        <a:rPr sz="1000" spc="-25" dirty="0"/>
                        <a:t> </a:t>
                      </a:r>
                      <a:r>
                        <a:rPr sz="1000" dirty="0"/>
                        <a:t>placing</a:t>
                      </a:r>
                      <a:r>
                        <a:rPr sz="1000" spc="-25" dirty="0"/>
                        <a:t> </a:t>
                      </a:r>
                      <a:r>
                        <a:rPr sz="1000" dirty="0"/>
                        <a:t>at</a:t>
                      </a:r>
                      <a:r>
                        <a:rPr sz="1000" spc="-10" dirty="0"/>
                        <a:t> spring</a:t>
                      </a:r>
                      <a:endParaRPr sz="1000">
                        <a:latin typeface="Calibri"/>
                        <a:cs typeface="Calibri"/>
                      </a:endParaRPr>
                    </a:p>
                  </a:txBody>
                  <a:tcPr marL="0" marR="0" marT="52069" marB="0"/>
                </a:tc>
                <a:tc>
                  <a:txBody>
                    <a:bodyPr/>
                    <a:lstStyle/>
                    <a:p>
                      <a:pPr marL="1270" algn="ctr">
                        <a:lnSpc>
                          <a:spcPct val="100000"/>
                        </a:lnSpc>
                        <a:spcBef>
                          <a:spcPts val="409"/>
                        </a:spcBef>
                      </a:pPr>
                      <a:r>
                        <a:rPr sz="1000" spc="-50" dirty="0"/>
                        <a:t>5</a:t>
                      </a:r>
                      <a:endParaRPr sz="1000">
                        <a:latin typeface="Calibri"/>
                        <a:cs typeface="Calibri"/>
                      </a:endParaRPr>
                    </a:p>
                  </a:txBody>
                  <a:tcPr marL="0" marR="0" marT="52069" marB="0"/>
                </a:tc>
                <a:tc>
                  <a:txBody>
                    <a:bodyPr/>
                    <a:lstStyle/>
                    <a:p>
                      <a:pPr marL="1905" algn="ctr">
                        <a:lnSpc>
                          <a:spcPct val="100000"/>
                        </a:lnSpc>
                        <a:spcBef>
                          <a:spcPts val="409"/>
                        </a:spcBef>
                      </a:pPr>
                      <a:r>
                        <a:rPr sz="1000" spc="-50" dirty="0"/>
                        <a:t>6</a:t>
                      </a:r>
                      <a:endParaRPr sz="1000">
                        <a:latin typeface="Calibri"/>
                        <a:cs typeface="Calibri"/>
                      </a:endParaRPr>
                    </a:p>
                  </a:txBody>
                  <a:tcPr marL="0" marR="0" marT="52069" marB="0"/>
                </a:tc>
                <a:tc>
                  <a:txBody>
                    <a:bodyPr/>
                    <a:lstStyle/>
                    <a:p>
                      <a:pPr marL="1270" algn="ctr">
                        <a:lnSpc>
                          <a:spcPct val="100000"/>
                        </a:lnSpc>
                        <a:spcBef>
                          <a:spcPts val="409"/>
                        </a:spcBef>
                      </a:pPr>
                      <a:r>
                        <a:rPr sz="1000" spc="-25" dirty="0"/>
                        <a:t>150</a:t>
                      </a:r>
                      <a:endParaRPr sz="1000">
                        <a:latin typeface="Calibri"/>
                        <a:cs typeface="Calibri"/>
                      </a:endParaRPr>
                    </a:p>
                  </a:txBody>
                  <a:tcPr marL="0" marR="0" marT="52069" marB="0"/>
                </a:tc>
                <a:tc>
                  <a:txBody>
                    <a:bodyPr/>
                    <a:lstStyle/>
                    <a:p>
                      <a:pPr marL="32384" algn="ctr">
                        <a:lnSpc>
                          <a:spcPct val="100000"/>
                        </a:lnSpc>
                        <a:spcBef>
                          <a:spcPts val="409"/>
                        </a:spcBef>
                      </a:pPr>
                      <a:r>
                        <a:rPr sz="1000" dirty="0"/>
                        <a:t>Proper</a:t>
                      </a:r>
                      <a:r>
                        <a:rPr sz="1000" spc="-30" dirty="0"/>
                        <a:t> </a:t>
                      </a:r>
                      <a:r>
                        <a:rPr sz="1000" dirty="0"/>
                        <a:t>placing</a:t>
                      </a:r>
                      <a:r>
                        <a:rPr sz="1000" spc="-30" dirty="0"/>
                        <a:t> </a:t>
                      </a:r>
                      <a:r>
                        <a:rPr sz="1000" dirty="0"/>
                        <a:t>of</a:t>
                      </a:r>
                      <a:r>
                        <a:rPr sz="1000" spc="-15" dirty="0"/>
                        <a:t> </a:t>
                      </a:r>
                      <a:r>
                        <a:rPr sz="1000" spc="-10" dirty="0"/>
                        <a:t>spring</a:t>
                      </a:r>
                      <a:endParaRPr sz="1000">
                        <a:latin typeface="Calibri"/>
                        <a:cs typeface="Calibri"/>
                      </a:endParaRPr>
                    </a:p>
                  </a:txBody>
                  <a:tcPr marL="0" marR="0" marT="52069" marB="0"/>
                </a:tc>
                <a:tc>
                  <a:txBody>
                    <a:bodyPr/>
                    <a:lstStyle/>
                    <a:p>
                      <a:pPr algn="ctr">
                        <a:lnSpc>
                          <a:spcPct val="100000"/>
                        </a:lnSpc>
                        <a:spcBef>
                          <a:spcPts val="409"/>
                        </a:spcBef>
                      </a:pPr>
                      <a:r>
                        <a:rPr sz="1000" spc="-50" dirty="0"/>
                        <a:t>8</a:t>
                      </a:r>
                      <a:endParaRPr sz="1000">
                        <a:latin typeface="Calibri"/>
                        <a:cs typeface="Calibri"/>
                      </a:endParaRPr>
                    </a:p>
                  </a:txBody>
                  <a:tcPr marL="0" marR="0" marT="52069" marB="0"/>
                </a:tc>
                <a:tc>
                  <a:txBody>
                    <a:bodyPr/>
                    <a:lstStyle/>
                    <a:p>
                      <a:pPr marL="1905" algn="ctr">
                        <a:lnSpc>
                          <a:spcPct val="100000"/>
                        </a:lnSpc>
                        <a:spcBef>
                          <a:spcPts val="409"/>
                        </a:spcBef>
                      </a:pPr>
                      <a:r>
                        <a:rPr sz="1000" spc="-50" dirty="0"/>
                        <a:t>3</a:t>
                      </a:r>
                      <a:endParaRPr sz="1000">
                        <a:latin typeface="Calibri"/>
                        <a:cs typeface="Calibri"/>
                      </a:endParaRPr>
                    </a:p>
                  </a:txBody>
                  <a:tcPr marL="0" marR="0" marT="52069" marB="0"/>
                </a:tc>
                <a:tc>
                  <a:txBody>
                    <a:bodyPr/>
                    <a:lstStyle/>
                    <a:p>
                      <a:pPr marL="1270" algn="ctr">
                        <a:lnSpc>
                          <a:spcPct val="100000"/>
                        </a:lnSpc>
                        <a:spcBef>
                          <a:spcPts val="409"/>
                        </a:spcBef>
                      </a:pPr>
                      <a:r>
                        <a:rPr sz="1000" spc="-50" dirty="0"/>
                        <a:t>2</a:t>
                      </a:r>
                      <a:endParaRPr sz="1000">
                        <a:latin typeface="Calibri"/>
                        <a:cs typeface="Calibri"/>
                      </a:endParaRPr>
                    </a:p>
                  </a:txBody>
                  <a:tcPr marL="0" marR="0" marT="52069" marB="0"/>
                </a:tc>
                <a:tc>
                  <a:txBody>
                    <a:bodyPr/>
                    <a:lstStyle/>
                    <a:p>
                      <a:pPr algn="ctr">
                        <a:lnSpc>
                          <a:spcPct val="100000"/>
                        </a:lnSpc>
                        <a:spcBef>
                          <a:spcPts val="409"/>
                        </a:spcBef>
                      </a:pPr>
                      <a:r>
                        <a:rPr sz="1000" spc="-25" dirty="0"/>
                        <a:t>48</a:t>
                      </a:r>
                      <a:endParaRPr sz="1000">
                        <a:latin typeface="Calibri"/>
                        <a:cs typeface="Calibri"/>
                      </a:endParaRPr>
                    </a:p>
                  </a:txBody>
                  <a:tcPr marL="0" marR="0" marT="52069" marB="0"/>
                </a:tc>
                <a:extLst>
                  <a:ext uri="{0D108BD9-81ED-4DB2-BD59-A6C34878D82A}">
                    <a16:rowId xmlns:a16="http://schemas.microsoft.com/office/drawing/2014/main" val="10007"/>
                  </a:ext>
                </a:extLst>
              </a:tr>
              <a:tr h="463329">
                <a:tc vMerge="1">
                  <a:txBody>
                    <a:bodyPr/>
                    <a:lstStyle/>
                    <a:p>
                      <a:endParaRPr/>
                    </a:p>
                  </a:txBody>
                  <a:tcPr marL="0" marR="0" marT="13398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0000">
                        <a:alpha val="19999"/>
                      </a:srgbClr>
                    </a:solidFill>
                  </a:tcPr>
                </a:tc>
                <a:tc vMerge="1">
                  <a:txBody>
                    <a:bodyPr/>
                    <a:lstStyle/>
                    <a:p>
                      <a:endParaRPr/>
                    </a:p>
                  </a:txBody>
                  <a:tcPr marL="0" marR="0" marT="133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0000">
                        <a:alpha val="19999"/>
                      </a:srgbClr>
                    </a:solidFill>
                  </a:tcPr>
                </a:tc>
                <a:tc vMerge="1">
                  <a:txBody>
                    <a:bodyPr/>
                    <a:lstStyle/>
                    <a:p>
                      <a:endParaRPr/>
                    </a:p>
                  </a:txBody>
                  <a:tcPr marL="0" marR="0" marT="133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0000">
                        <a:alpha val="19999"/>
                      </a:srgbClr>
                    </a:solidFill>
                  </a:tcPr>
                </a:tc>
                <a:tc vMerge="1">
                  <a:txBody>
                    <a:bodyPr/>
                    <a:lstStyle/>
                    <a:p>
                      <a:endParaRPr/>
                    </a:p>
                  </a:txBody>
                  <a:tcPr marL="0" marR="0" marT="57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0000">
                        <a:alpha val="19999"/>
                      </a:srgbClr>
                    </a:solidFill>
                  </a:tcPr>
                </a:tc>
                <a:tc vMerge="1">
                  <a:txBody>
                    <a:bodyPr/>
                    <a:lstStyle/>
                    <a:p>
                      <a:endParaRPr/>
                    </a:p>
                  </a:txBody>
                  <a:tcPr marL="0" marR="0" marT="13398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0000">
                        <a:alpha val="19999"/>
                      </a:srgbClr>
                    </a:solidFill>
                  </a:tcPr>
                </a:tc>
                <a:tc>
                  <a:txBody>
                    <a:bodyPr/>
                    <a:lstStyle/>
                    <a:p>
                      <a:pPr marL="635" algn="ctr">
                        <a:lnSpc>
                          <a:spcPct val="100000"/>
                        </a:lnSpc>
                        <a:spcBef>
                          <a:spcPts val="1200"/>
                        </a:spcBef>
                      </a:pPr>
                      <a:r>
                        <a:rPr sz="1000" spc="-10" dirty="0"/>
                        <a:t>Insufficient</a:t>
                      </a:r>
                      <a:r>
                        <a:rPr sz="1000" spc="-20" dirty="0"/>
                        <a:t> </a:t>
                      </a:r>
                      <a:r>
                        <a:rPr sz="1000" dirty="0"/>
                        <a:t>strength</a:t>
                      </a:r>
                      <a:r>
                        <a:rPr sz="1000" spc="-5" dirty="0"/>
                        <a:t> </a:t>
                      </a:r>
                      <a:r>
                        <a:rPr sz="1000" dirty="0"/>
                        <a:t>of</a:t>
                      </a:r>
                      <a:r>
                        <a:rPr sz="1000" spc="15" dirty="0"/>
                        <a:t> </a:t>
                      </a:r>
                      <a:r>
                        <a:rPr sz="1000" spc="-10" dirty="0"/>
                        <a:t>spring</a:t>
                      </a:r>
                      <a:endParaRPr sz="1000">
                        <a:latin typeface="Calibri"/>
                        <a:cs typeface="Calibri"/>
                      </a:endParaRPr>
                    </a:p>
                  </a:txBody>
                  <a:tcPr marL="0" marR="0" marT="152400" marB="0"/>
                </a:tc>
                <a:tc>
                  <a:txBody>
                    <a:bodyPr/>
                    <a:lstStyle/>
                    <a:p>
                      <a:pPr marL="1270" algn="ctr">
                        <a:lnSpc>
                          <a:spcPct val="100000"/>
                        </a:lnSpc>
                        <a:spcBef>
                          <a:spcPts val="1200"/>
                        </a:spcBef>
                      </a:pPr>
                      <a:r>
                        <a:rPr sz="1000" spc="-50" dirty="0"/>
                        <a:t>5</a:t>
                      </a:r>
                      <a:endParaRPr sz="1000">
                        <a:latin typeface="Calibri"/>
                        <a:cs typeface="Calibri"/>
                      </a:endParaRPr>
                    </a:p>
                  </a:txBody>
                  <a:tcPr marL="0" marR="0" marT="152400" marB="0"/>
                </a:tc>
                <a:tc>
                  <a:txBody>
                    <a:bodyPr/>
                    <a:lstStyle/>
                    <a:p>
                      <a:pPr marL="1905" algn="ctr">
                        <a:lnSpc>
                          <a:spcPct val="100000"/>
                        </a:lnSpc>
                        <a:spcBef>
                          <a:spcPts val="1200"/>
                        </a:spcBef>
                      </a:pPr>
                      <a:r>
                        <a:rPr sz="1000" spc="-50" dirty="0"/>
                        <a:t>7</a:t>
                      </a:r>
                      <a:endParaRPr sz="1000">
                        <a:latin typeface="Calibri"/>
                        <a:cs typeface="Calibri"/>
                      </a:endParaRPr>
                    </a:p>
                  </a:txBody>
                  <a:tcPr marL="0" marR="0" marT="152400" marB="0"/>
                </a:tc>
                <a:tc>
                  <a:txBody>
                    <a:bodyPr/>
                    <a:lstStyle/>
                    <a:p>
                      <a:pPr marL="1270" algn="ctr">
                        <a:lnSpc>
                          <a:spcPct val="100000"/>
                        </a:lnSpc>
                        <a:spcBef>
                          <a:spcPts val="1200"/>
                        </a:spcBef>
                      </a:pPr>
                      <a:r>
                        <a:rPr sz="1000" spc="-25" dirty="0"/>
                        <a:t>175</a:t>
                      </a:r>
                      <a:endParaRPr sz="1000">
                        <a:latin typeface="Calibri"/>
                        <a:cs typeface="Calibri"/>
                      </a:endParaRPr>
                    </a:p>
                  </a:txBody>
                  <a:tcPr marL="0" marR="0" marT="152400" marB="0"/>
                </a:tc>
                <a:tc>
                  <a:txBody>
                    <a:bodyPr/>
                    <a:lstStyle/>
                    <a:p>
                      <a:pPr marL="1270" algn="ctr">
                        <a:lnSpc>
                          <a:spcPct val="100000"/>
                        </a:lnSpc>
                        <a:spcBef>
                          <a:spcPts val="1200"/>
                        </a:spcBef>
                      </a:pPr>
                      <a:r>
                        <a:rPr sz="1000" dirty="0"/>
                        <a:t>Select</a:t>
                      </a:r>
                      <a:r>
                        <a:rPr sz="1000" spc="-20" dirty="0"/>
                        <a:t> </a:t>
                      </a:r>
                      <a:r>
                        <a:rPr sz="1000" dirty="0"/>
                        <a:t>proper</a:t>
                      </a:r>
                      <a:r>
                        <a:rPr sz="1000" spc="-15" dirty="0"/>
                        <a:t> </a:t>
                      </a:r>
                      <a:r>
                        <a:rPr sz="1000" spc="-10" dirty="0"/>
                        <a:t>spring</a:t>
                      </a:r>
                      <a:endParaRPr sz="1000">
                        <a:latin typeface="Calibri"/>
                        <a:cs typeface="Calibri"/>
                      </a:endParaRPr>
                    </a:p>
                  </a:txBody>
                  <a:tcPr marL="0" marR="0" marT="152400" marB="0"/>
                </a:tc>
                <a:tc>
                  <a:txBody>
                    <a:bodyPr/>
                    <a:lstStyle/>
                    <a:p>
                      <a:pPr algn="ctr">
                        <a:lnSpc>
                          <a:spcPct val="100000"/>
                        </a:lnSpc>
                        <a:spcBef>
                          <a:spcPts val="1200"/>
                        </a:spcBef>
                      </a:pPr>
                      <a:r>
                        <a:rPr sz="1000" spc="-50" dirty="0"/>
                        <a:t>8</a:t>
                      </a:r>
                      <a:endParaRPr sz="1000">
                        <a:latin typeface="Calibri"/>
                        <a:cs typeface="Calibri"/>
                      </a:endParaRPr>
                    </a:p>
                  </a:txBody>
                  <a:tcPr marL="0" marR="0" marT="152400" marB="0"/>
                </a:tc>
                <a:tc>
                  <a:txBody>
                    <a:bodyPr/>
                    <a:lstStyle/>
                    <a:p>
                      <a:pPr marL="1905" algn="ctr">
                        <a:lnSpc>
                          <a:spcPct val="100000"/>
                        </a:lnSpc>
                        <a:spcBef>
                          <a:spcPts val="1200"/>
                        </a:spcBef>
                      </a:pPr>
                      <a:r>
                        <a:rPr sz="1000" spc="-50" dirty="0"/>
                        <a:t>3</a:t>
                      </a:r>
                      <a:endParaRPr sz="1000">
                        <a:latin typeface="Calibri"/>
                        <a:cs typeface="Calibri"/>
                      </a:endParaRPr>
                    </a:p>
                  </a:txBody>
                  <a:tcPr marL="0" marR="0" marT="152400" marB="0"/>
                </a:tc>
                <a:tc>
                  <a:txBody>
                    <a:bodyPr/>
                    <a:lstStyle/>
                    <a:p>
                      <a:pPr marL="1270" algn="ctr">
                        <a:lnSpc>
                          <a:spcPct val="100000"/>
                        </a:lnSpc>
                        <a:spcBef>
                          <a:spcPts val="1200"/>
                        </a:spcBef>
                      </a:pPr>
                      <a:r>
                        <a:rPr sz="1000" spc="-50" dirty="0"/>
                        <a:t>2</a:t>
                      </a:r>
                      <a:endParaRPr sz="1000">
                        <a:latin typeface="Calibri"/>
                        <a:cs typeface="Calibri"/>
                      </a:endParaRPr>
                    </a:p>
                  </a:txBody>
                  <a:tcPr marL="0" marR="0" marT="152400" marB="0"/>
                </a:tc>
                <a:tc>
                  <a:txBody>
                    <a:bodyPr/>
                    <a:lstStyle/>
                    <a:p>
                      <a:pPr algn="ctr">
                        <a:lnSpc>
                          <a:spcPct val="100000"/>
                        </a:lnSpc>
                        <a:spcBef>
                          <a:spcPts val="1200"/>
                        </a:spcBef>
                      </a:pPr>
                      <a:r>
                        <a:rPr sz="1000" spc="-25" dirty="0"/>
                        <a:t>48</a:t>
                      </a:r>
                      <a:endParaRPr sz="1000">
                        <a:latin typeface="Calibri"/>
                        <a:cs typeface="Calibri"/>
                      </a:endParaRPr>
                    </a:p>
                  </a:txBody>
                  <a:tcPr marL="0" marR="0" marT="152400" marB="0"/>
                </a:tc>
                <a:extLst>
                  <a:ext uri="{0D108BD9-81ED-4DB2-BD59-A6C34878D82A}">
                    <a16:rowId xmlns:a16="http://schemas.microsoft.com/office/drawing/2014/main" val="10008"/>
                  </a:ext>
                </a:extLst>
              </a:tr>
              <a:tr h="340372">
                <a:tc rowSpan="2">
                  <a:txBody>
                    <a:bodyPr/>
                    <a:lstStyle/>
                    <a:p>
                      <a:pPr>
                        <a:lnSpc>
                          <a:spcPct val="100000"/>
                        </a:lnSpc>
                        <a:spcBef>
                          <a:spcPts val="1060"/>
                        </a:spcBef>
                      </a:pPr>
                      <a:endParaRPr sz="1000"/>
                    </a:p>
                    <a:p>
                      <a:pPr marL="314325">
                        <a:lnSpc>
                          <a:spcPct val="100000"/>
                        </a:lnSpc>
                      </a:pPr>
                      <a:r>
                        <a:rPr sz="1000" b="1" spc="-10" dirty="0"/>
                        <a:t>STEERING</a:t>
                      </a:r>
                      <a:endParaRPr sz="1000">
                        <a:latin typeface="Calibri"/>
                        <a:cs typeface="Calibri"/>
                      </a:endParaRPr>
                    </a:p>
                  </a:txBody>
                  <a:tcPr marL="0" marR="0" marT="134620" marB="0"/>
                </a:tc>
                <a:tc rowSpan="2">
                  <a:txBody>
                    <a:bodyPr/>
                    <a:lstStyle/>
                    <a:p>
                      <a:pPr algn="ctr">
                        <a:lnSpc>
                          <a:spcPct val="100000"/>
                        </a:lnSpc>
                        <a:spcBef>
                          <a:spcPts val="45"/>
                        </a:spcBef>
                      </a:pPr>
                      <a:r>
                        <a:rPr sz="1000" dirty="0"/>
                        <a:t>To</a:t>
                      </a:r>
                      <a:r>
                        <a:rPr sz="1000" spc="-20" dirty="0"/>
                        <a:t> </a:t>
                      </a:r>
                      <a:r>
                        <a:rPr sz="1000" dirty="0"/>
                        <a:t>turn</a:t>
                      </a:r>
                      <a:r>
                        <a:rPr sz="1000" spc="-25" dirty="0"/>
                        <a:t> the</a:t>
                      </a:r>
                      <a:endParaRPr sz="1000"/>
                    </a:p>
                    <a:p>
                      <a:pPr algn="ctr">
                        <a:lnSpc>
                          <a:spcPct val="100000"/>
                        </a:lnSpc>
                        <a:spcBef>
                          <a:spcPts val="195"/>
                        </a:spcBef>
                      </a:pPr>
                      <a:r>
                        <a:rPr sz="1000" spc="-10" dirty="0"/>
                        <a:t>vehicle/angular</a:t>
                      </a:r>
                      <a:endParaRPr sz="1000"/>
                    </a:p>
                    <a:p>
                      <a:pPr marL="182245" marR="177165" algn="ctr">
                        <a:lnSpc>
                          <a:spcPct val="114500"/>
                        </a:lnSpc>
                        <a:spcBef>
                          <a:spcPts val="10"/>
                        </a:spcBef>
                      </a:pPr>
                      <a:r>
                        <a:rPr sz="1000" dirty="0"/>
                        <a:t>positioning</a:t>
                      </a:r>
                      <a:r>
                        <a:rPr sz="1000" spc="-65" dirty="0"/>
                        <a:t> </a:t>
                      </a:r>
                      <a:r>
                        <a:rPr sz="1000" spc="-25" dirty="0"/>
                        <a:t>of </a:t>
                      </a:r>
                      <a:r>
                        <a:rPr sz="1000" spc="-10" dirty="0"/>
                        <a:t>wheel</a:t>
                      </a:r>
                      <a:endParaRPr sz="1000">
                        <a:latin typeface="Calibri"/>
                        <a:cs typeface="Calibri"/>
                      </a:endParaRPr>
                    </a:p>
                  </a:txBody>
                  <a:tcPr marL="0" marR="0" marT="5715" marB="0"/>
                </a:tc>
                <a:tc rowSpan="2">
                  <a:txBody>
                    <a:bodyPr/>
                    <a:lstStyle/>
                    <a:p>
                      <a:pPr>
                        <a:lnSpc>
                          <a:spcPct val="100000"/>
                        </a:lnSpc>
                        <a:spcBef>
                          <a:spcPts val="105"/>
                        </a:spcBef>
                      </a:pPr>
                      <a:endParaRPr sz="1000"/>
                    </a:p>
                    <a:p>
                      <a:pPr marL="469900" marR="126364" indent="-337185">
                        <a:lnSpc>
                          <a:spcPct val="114500"/>
                        </a:lnSpc>
                        <a:spcBef>
                          <a:spcPts val="5"/>
                        </a:spcBef>
                      </a:pPr>
                      <a:r>
                        <a:rPr sz="1000" dirty="0"/>
                        <a:t>Steering</a:t>
                      </a:r>
                      <a:r>
                        <a:rPr sz="1000" spc="-40" dirty="0"/>
                        <a:t> </a:t>
                      </a:r>
                      <a:r>
                        <a:rPr sz="1000" dirty="0"/>
                        <a:t>hard</a:t>
                      </a:r>
                      <a:r>
                        <a:rPr sz="1000" spc="-25" dirty="0"/>
                        <a:t> to </a:t>
                      </a:r>
                      <a:r>
                        <a:rPr sz="1000" spc="-20" dirty="0"/>
                        <a:t>turn</a:t>
                      </a:r>
                      <a:endParaRPr sz="1000">
                        <a:latin typeface="Calibri"/>
                        <a:cs typeface="Calibri"/>
                      </a:endParaRPr>
                    </a:p>
                  </a:txBody>
                  <a:tcPr marL="0" marR="0" marT="13335" marB="0"/>
                </a:tc>
                <a:tc rowSpan="2">
                  <a:txBody>
                    <a:bodyPr/>
                    <a:lstStyle/>
                    <a:p>
                      <a:pPr>
                        <a:lnSpc>
                          <a:spcPct val="100000"/>
                        </a:lnSpc>
                        <a:spcBef>
                          <a:spcPts val="105"/>
                        </a:spcBef>
                      </a:pPr>
                      <a:endParaRPr sz="1000"/>
                    </a:p>
                    <a:p>
                      <a:pPr marL="118745" marR="85725" indent="5715">
                        <a:lnSpc>
                          <a:spcPct val="114500"/>
                        </a:lnSpc>
                        <a:spcBef>
                          <a:spcPts val="5"/>
                        </a:spcBef>
                      </a:pPr>
                      <a:r>
                        <a:rPr sz="1000" dirty="0"/>
                        <a:t>Difficult</a:t>
                      </a:r>
                      <a:r>
                        <a:rPr sz="1000" spc="-45" dirty="0"/>
                        <a:t> </a:t>
                      </a:r>
                      <a:r>
                        <a:rPr sz="1000" dirty="0"/>
                        <a:t>to</a:t>
                      </a:r>
                      <a:r>
                        <a:rPr sz="1000" spc="-25" dirty="0"/>
                        <a:t> </a:t>
                      </a:r>
                      <a:r>
                        <a:rPr sz="1000" spc="-10" dirty="0"/>
                        <a:t>steer, </a:t>
                      </a:r>
                      <a:r>
                        <a:rPr sz="1000" dirty="0"/>
                        <a:t>may</a:t>
                      </a:r>
                      <a:r>
                        <a:rPr sz="1000" spc="-35" dirty="0"/>
                        <a:t> </a:t>
                      </a:r>
                      <a:r>
                        <a:rPr sz="1000" dirty="0"/>
                        <a:t>under</a:t>
                      </a:r>
                      <a:r>
                        <a:rPr sz="1000" spc="-10" dirty="0"/>
                        <a:t> steer</a:t>
                      </a:r>
                      <a:endParaRPr sz="1000">
                        <a:latin typeface="Calibri"/>
                        <a:cs typeface="Calibri"/>
                      </a:endParaRPr>
                    </a:p>
                  </a:txBody>
                  <a:tcPr marL="0" marR="0" marT="13335" marB="0"/>
                </a:tc>
                <a:tc rowSpan="2">
                  <a:txBody>
                    <a:bodyPr/>
                    <a:lstStyle/>
                    <a:p>
                      <a:pPr>
                        <a:lnSpc>
                          <a:spcPct val="100000"/>
                        </a:lnSpc>
                        <a:spcBef>
                          <a:spcPts val="1060"/>
                        </a:spcBef>
                      </a:pPr>
                      <a:endParaRPr sz="1000"/>
                    </a:p>
                    <a:p>
                      <a:pPr algn="ctr">
                        <a:lnSpc>
                          <a:spcPct val="100000"/>
                        </a:lnSpc>
                      </a:pPr>
                      <a:r>
                        <a:rPr sz="1000" spc="-50" dirty="0"/>
                        <a:t>4</a:t>
                      </a:r>
                      <a:endParaRPr sz="1000">
                        <a:latin typeface="Calibri"/>
                        <a:cs typeface="Calibri"/>
                      </a:endParaRPr>
                    </a:p>
                  </a:txBody>
                  <a:tcPr marL="0" marR="0" marT="134620" marB="0"/>
                </a:tc>
                <a:tc>
                  <a:txBody>
                    <a:bodyPr/>
                    <a:lstStyle/>
                    <a:p>
                      <a:pPr marL="33020" algn="ctr">
                        <a:lnSpc>
                          <a:spcPct val="100000"/>
                        </a:lnSpc>
                        <a:spcBef>
                          <a:spcPts val="805"/>
                        </a:spcBef>
                      </a:pPr>
                      <a:r>
                        <a:rPr sz="1000" dirty="0"/>
                        <a:t>Low</a:t>
                      </a:r>
                      <a:r>
                        <a:rPr sz="1000" spc="-15" dirty="0"/>
                        <a:t> </a:t>
                      </a:r>
                      <a:r>
                        <a:rPr sz="1000" dirty="0"/>
                        <a:t>tire</a:t>
                      </a:r>
                      <a:r>
                        <a:rPr sz="1000" spc="-5" dirty="0"/>
                        <a:t> </a:t>
                      </a:r>
                      <a:r>
                        <a:rPr sz="1000" spc="-10" dirty="0"/>
                        <a:t>pressure</a:t>
                      </a:r>
                      <a:endParaRPr sz="1000">
                        <a:latin typeface="Calibri"/>
                        <a:cs typeface="Calibri"/>
                      </a:endParaRPr>
                    </a:p>
                  </a:txBody>
                  <a:tcPr marL="0" marR="0" marT="102235" marB="0"/>
                </a:tc>
                <a:tc>
                  <a:txBody>
                    <a:bodyPr/>
                    <a:lstStyle/>
                    <a:p>
                      <a:pPr marL="1270" algn="ctr">
                        <a:lnSpc>
                          <a:spcPct val="100000"/>
                        </a:lnSpc>
                        <a:spcBef>
                          <a:spcPts val="805"/>
                        </a:spcBef>
                      </a:pPr>
                      <a:r>
                        <a:rPr sz="1000" spc="-50" dirty="0"/>
                        <a:t>9</a:t>
                      </a:r>
                      <a:endParaRPr sz="1000">
                        <a:latin typeface="Calibri"/>
                        <a:cs typeface="Calibri"/>
                      </a:endParaRPr>
                    </a:p>
                  </a:txBody>
                  <a:tcPr marL="0" marR="0" marT="102235" marB="0"/>
                </a:tc>
                <a:tc>
                  <a:txBody>
                    <a:bodyPr/>
                    <a:lstStyle/>
                    <a:p>
                      <a:pPr marL="1905" algn="ctr">
                        <a:lnSpc>
                          <a:spcPct val="100000"/>
                        </a:lnSpc>
                        <a:spcBef>
                          <a:spcPts val="805"/>
                        </a:spcBef>
                      </a:pPr>
                      <a:r>
                        <a:rPr sz="1000" spc="-50" dirty="0"/>
                        <a:t>1</a:t>
                      </a:r>
                      <a:endParaRPr sz="1000">
                        <a:latin typeface="Calibri"/>
                        <a:cs typeface="Calibri"/>
                      </a:endParaRPr>
                    </a:p>
                  </a:txBody>
                  <a:tcPr marL="0" marR="0" marT="102235" marB="0"/>
                </a:tc>
                <a:tc>
                  <a:txBody>
                    <a:bodyPr/>
                    <a:lstStyle/>
                    <a:p>
                      <a:pPr algn="ctr">
                        <a:lnSpc>
                          <a:spcPct val="100000"/>
                        </a:lnSpc>
                        <a:spcBef>
                          <a:spcPts val="805"/>
                        </a:spcBef>
                      </a:pPr>
                      <a:r>
                        <a:rPr sz="1000" spc="-25" dirty="0"/>
                        <a:t>36</a:t>
                      </a:r>
                      <a:endParaRPr sz="1000">
                        <a:latin typeface="Calibri"/>
                        <a:cs typeface="Calibri"/>
                      </a:endParaRPr>
                    </a:p>
                  </a:txBody>
                  <a:tcPr marL="0" marR="0" marT="102235" marB="0"/>
                </a:tc>
                <a:tc>
                  <a:txBody>
                    <a:bodyPr/>
                    <a:lstStyle/>
                    <a:p>
                      <a:pPr algn="ctr">
                        <a:lnSpc>
                          <a:spcPct val="100000"/>
                        </a:lnSpc>
                        <a:spcBef>
                          <a:spcPts val="45"/>
                        </a:spcBef>
                      </a:pPr>
                      <a:r>
                        <a:rPr sz="1000" dirty="0"/>
                        <a:t>Proper</a:t>
                      </a:r>
                      <a:r>
                        <a:rPr sz="1000" spc="-35" dirty="0"/>
                        <a:t> </a:t>
                      </a:r>
                      <a:r>
                        <a:rPr sz="1000" dirty="0"/>
                        <a:t>sealing</a:t>
                      </a:r>
                      <a:r>
                        <a:rPr sz="1000" spc="-40" dirty="0"/>
                        <a:t> </a:t>
                      </a:r>
                      <a:r>
                        <a:rPr sz="1000" dirty="0"/>
                        <a:t>should</a:t>
                      </a:r>
                      <a:r>
                        <a:rPr sz="1000" spc="-40" dirty="0"/>
                        <a:t> </a:t>
                      </a:r>
                      <a:r>
                        <a:rPr sz="1000" spc="-25" dirty="0"/>
                        <a:t>be</a:t>
                      </a:r>
                      <a:endParaRPr sz="1000"/>
                    </a:p>
                    <a:p>
                      <a:pPr marL="635" algn="ctr">
                        <a:lnSpc>
                          <a:spcPct val="100000"/>
                        </a:lnSpc>
                        <a:spcBef>
                          <a:spcPts val="195"/>
                        </a:spcBef>
                      </a:pPr>
                      <a:r>
                        <a:rPr sz="1000" spc="-10" dirty="0"/>
                        <a:t>inspected</a:t>
                      </a:r>
                      <a:endParaRPr sz="1000">
                        <a:latin typeface="Calibri"/>
                        <a:cs typeface="Calibri"/>
                      </a:endParaRPr>
                    </a:p>
                  </a:txBody>
                  <a:tcPr marL="0" marR="0" marT="5715" marB="0"/>
                </a:tc>
                <a:tc>
                  <a:txBody>
                    <a:bodyPr/>
                    <a:lstStyle/>
                    <a:p>
                      <a:pPr algn="ctr">
                        <a:lnSpc>
                          <a:spcPct val="100000"/>
                        </a:lnSpc>
                        <a:spcBef>
                          <a:spcPts val="805"/>
                        </a:spcBef>
                      </a:pPr>
                      <a:r>
                        <a:rPr sz="1000" spc="-50" dirty="0"/>
                        <a:t>6</a:t>
                      </a:r>
                      <a:endParaRPr sz="1000">
                        <a:latin typeface="Calibri"/>
                        <a:cs typeface="Calibri"/>
                      </a:endParaRPr>
                    </a:p>
                  </a:txBody>
                  <a:tcPr marL="0" marR="0" marT="102235" marB="0"/>
                </a:tc>
                <a:tc>
                  <a:txBody>
                    <a:bodyPr/>
                    <a:lstStyle/>
                    <a:p>
                      <a:pPr marL="1905" algn="ctr">
                        <a:lnSpc>
                          <a:spcPct val="100000"/>
                        </a:lnSpc>
                        <a:spcBef>
                          <a:spcPts val="805"/>
                        </a:spcBef>
                      </a:pPr>
                      <a:r>
                        <a:rPr sz="1000" spc="-50" dirty="0"/>
                        <a:t>4</a:t>
                      </a:r>
                      <a:endParaRPr sz="1000">
                        <a:latin typeface="Calibri"/>
                        <a:cs typeface="Calibri"/>
                      </a:endParaRPr>
                    </a:p>
                  </a:txBody>
                  <a:tcPr marL="0" marR="0" marT="102235" marB="0"/>
                </a:tc>
                <a:tc>
                  <a:txBody>
                    <a:bodyPr/>
                    <a:lstStyle/>
                    <a:p>
                      <a:pPr marL="1270" algn="ctr">
                        <a:lnSpc>
                          <a:spcPct val="100000"/>
                        </a:lnSpc>
                        <a:spcBef>
                          <a:spcPts val="805"/>
                        </a:spcBef>
                      </a:pPr>
                      <a:r>
                        <a:rPr sz="1000" spc="-50" dirty="0"/>
                        <a:t>1</a:t>
                      </a:r>
                      <a:endParaRPr sz="1000">
                        <a:latin typeface="Calibri"/>
                        <a:cs typeface="Calibri"/>
                      </a:endParaRPr>
                    </a:p>
                  </a:txBody>
                  <a:tcPr marL="0" marR="0" marT="102235" marB="0"/>
                </a:tc>
                <a:tc>
                  <a:txBody>
                    <a:bodyPr/>
                    <a:lstStyle/>
                    <a:p>
                      <a:pPr algn="ctr">
                        <a:lnSpc>
                          <a:spcPct val="100000"/>
                        </a:lnSpc>
                        <a:spcBef>
                          <a:spcPts val="805"/>
                        </a:spcBef>
                      </a:pPr>
                      <a:r>
                        <a:rPr sz="1000" spc="-25" dirty="0"/>
                        <a:t>24</a:t>
                      </a:r>
                      <a:endParaRPr sz="1000">
                        <a:latin typeface="Calibri"/>
                        <a:cs typeface="Calibri"/>
                      </a:endParaRPr>
                    </a:p>
                  </a:txBody>
                  <a:tcPr marL="0" marR="0" marT="102235" marB="0"/>
                </a:tc>
                <a:extLst>
                  <a:ext uri="{0D108BD9-81ED-4DB2-BD59-A6C34878D82A}">
                    <a16:rowId xmlns:a16="http://schemas.microsoft.com/office/drawing/2014/main" val="10009"/>
                  </a:ext>
                </a:extLst>
              </a:tr>
              <a:tr h="347687">
                <a:tc vMerge="1">
                  <a:txBody>
                    <a:bodyPr/>
                    <a:lstStyle/>
                    <a:p>
                      <a:endParaRPr/>
                    </a:p>
                  </a:txBody>
                  <a:tcPr marL="0" marR="0" marT="1346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0000">
                        <a:alpha val="19999"/>
                      </a:srgbClr>
                    </a:solidFill>
                  </a:tcPr>
                </a:tc>
                <a:tc vMerge="1">
                  <a:txBody>
                    <a:bodyPr/>
                    <a:lstStyle/>
                    <a:p>
                      <a:endParaRPr/>
                    </a:p>
                  </a:txBody>
                  <a:tcPr marL="0" marR="0" marT="57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0000">
                        <a:alpha val="19999"/>
                      </a:srgbClr>
                    </a:solidFill>
                  </a:tcPr>
                </a:tc>
                <a:tc vMerge="1">
                  <a:txBody>
                    <a:bodyPr/>
                    <a:lstStyle/>
                    <a:p>
                      <a:endParaRPr/>
                    </a:p>
                  </a:txBody>
                  <a:tcPr marL="0" marR="0" marT="133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0000">
                        <a:alpha val="19999"/>
                      </a:srgbClr>
                    </a:solidFill>
                  </a:tcPr>
                </a:tc>
                <a:tc vMerge="1">
                  <a:txBody>
                    <a:bodyPr/>
                    <a:lstStyle/>
                    <a:p>
                      <a:endParaRPr/>
                    </a:p>
                  </a:txBody>
                  <a:tcPr marL="0" marR="0" marT="133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0000">
                        <a:alpha val="19999"/>
                      </a:srgbClr>
                    </a:solidFill>
                  </a:tcPr>
                </a:tc>
                <a:tc vMerge="1">
                  <a:txBody>
                    <a:bodyPr/>
                    <a:lstStyle/>
                    <a:p>
                      <a:endParaRPr/>
                    </a:p>
                  </a:txBody>
                  <a:tcPr marL="0" marR="0" marT="1346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0000">
                        <a:alpha val="19999"/>
                      </a:srgbClr>
                    </a:solidFill>
                  </a:tcPr>
                </a:tc>
                <a:tc>
                  <a:txBody>
                    <a:bodyPr/>
                    <a:lstStyle/>
                    <a:p>
                      <a:pPr algn="ctr">
                        <a:lnSpc>
                          <a:spcPct val="100000"/>
                        </a:lnSpc>
                        <a:spcBef>
                          <a:spcPts val="45"/>
                        </a:spcBef>
                      </a:pPr>
                      <a:r>
                        <a:rPr sz="1000" dirty="0"/>
                        <a:t>Wheels</a:t>
                      </a:r>
                      <a:r>
                        <a:rPr sz="1000" spc="-30" dirty="0"/>
                        <a:t> </a:t>
                      </a:r>
                      <a:r>
                        <a:rPr sz="1000" dirty="0"/>
                        <a:t>are</a:t>
                      </a:r>
                      <a:r>
                        <a:rPr sz="1000" spc="-5" dirty="0"/>
                        <a:t> </a:t>
                      </a:r>
                      <a:r>
                        <a:rPr sz="1000" dirty="0"/>
                        <a:t>not</a:t>
                      </a:r>
                      <a:r>
                        <a:rPr sz="1000" spc="-35" dirty="0"/>
                        <a:t> </a:t>
                      </a:r>
                      <a:r>
                        <a:rPr sz="1000" spc="-10" dirty="0"/>
                        <a:t>properly</a:t>
                      </a:r>
                      <a:endParaRPr sz="1000"/>
                    </a:p>
                    <a:p>
                      <a:pPr algn="ctr">
                        <a:lnSpc>
                          <a:spcPct val="100000"/>
                        </a:lnSpc>
                        <a:spcBef>
                          <a:spcPts val="195"/>
                        </a:spcBef>
                      </a:pPr>
                      <a:r>
                        <a:rPr sz="1000" spc="-10" dirty="0"/>
                        <a:t>aligned</a:t>
                      </a:r>
                      <a:endParaRPr sz="1000">
                        <a:latin typeface="Calibri"/>
                        <a:cs typeface="Calibri"/>
                      </a:endParaRPr>
                    </a:p>
                  </a:txBody>
                  <a:tcPr marL="0" marR="0" marT="5715" marB="0"/>
                </a:tc>
                <a:tc>
                  <a:txBody>
                    <a:bodyPr/>
                    <a:lstStyle/>
                    <a:p>
                      <a:pPr marL="1270" algn="ctr">
                        <a:lnSpc>
                          <a:spcPct val="100000"/>
                        </a:lnSpc>
                        <a:spcBef>
                          <a:spcPts val="805"/>
                        </a:spcBef>
                      </a:pPr>
                      <a:r>
                        <a:rPr sz="1000" spc="-50" dirty="0"/>
                        <a:t>8</a:t>
                      </a:r>
                      <a:endParaRPr sz="1000">
                        <a:latin typeface="Calibri"/>
                        <a:cs typeface="Calibri"/>
                      </a:endParaRPr>
                    </a:p>
                  </a:txBody>
                  <a:tcPr marL="0" marR="0" marT="102235" marB="0"/>
                </a:tc>
                <a:tc>
                  <a:txBody>
                    <a:bodyPr/>
                    <a:lstStyle/>
                    <a:p>
                      <a:pPr marL="1905" algn="ctr">
                        <a:lnSpc>
                          <a:spcPct val="100000"/>
                        </a:lnSpc>
                        <a:spcBef>
                          <a:spcPts val="805"/>
                        </a:spcBef>
                      </a:pPr>
                      <a:r>
                        <a:rPr sz="1000" spc="-50" dirty="0"/>
                        <a:t>7</a:t>
                      </a:r>
                      <a:endParaRPr sz="1000">
                        <a:latin typeface="Calibri"/>
                        <a:cs typeface="Calibri"/>
                      </a:endParaRPr>
                    </a:p>
                  </a:txBody>
                  <a:tcPr marL="0" marR="0" marT="102235" marB="0"/>
                </a:tc>
                <a:tc>
                  <a:txBody>
                    <a:bodyPr/>
                    <a:lstStyle/>
                    <a:p>
                      <a:pPr marL="1270" algn="ctr">
                        <a:lnSpc>
                          <a:spcPct val="100000"/>
                        </a:lnSpc>
                        <a:spcBef>
                          <a:spcPts val="805"/>
                        </a:spcBef>
                      </a:pPr>
                      <a:r>
                        <a:rPr sz="1000" spc="-25" dirty="0"/>
                        <a:t>224</a:t>
                      </a:r>
                      <a:endParaRPr sz="1000">
                        <a:latin typeface="Calibri"/>
                        <a:cs typeface="Calibri"/>
                      </a:endParaRPr>
                    </a:p>
                  </a:txBody>
                  <a:tcPr marL="0" marR="0" marT="102235" marB="0"/>
                </a:tc>
                <a:tc>
                  <a:txBody>
                    <a:bodyPr/>
                    <a:lstStyle/>
                    <a:p>
                      <a:pPr algn="ctr">
                        <a:lnSpc>
                          <a:spcPct val="100000"/>
                        </a:lnSpc>
                        <a:spcBef>
                          <a:spcPts val="805"/>
                        </a:spcBef>
                      </a:pPr>
                      <a:r>
                        <a:rPr sz="1000" dirty="0"/>
                        <a:t>Aligned</a:t>
                      </a:r>
                      <a:r>
                        <a:rPr sz="1000" spc="-25" dirty="0"/>
                        <a:t> </a:t>
                      </a:r>
                      <a:r>
                        <a:rPr sz="1000" dirty="0"/>
                        <a:t>wheel</a:t>
                      </a:r>
                      <a:r>
                        <a:rPr sz="1000" spc="-15" dirty="0"/>
                        <a:t> </a:t>
                      </a:r>
                      <a:r>
                        <a:rPr sz="1000" spc="-10" dirty="0"/>
                        <a:t>properly</a:t>
                      </a:r>
                      <a:endParaRPr sz="1000">
                        <a:latin typeface="Calibri"/>
                        <a:cs typeface="Calibri"/>
                      </a:endParaRPr>
                    </a:p>
                  </a:txBody>
                  <a:tcPr marL="0" marR="0" marT="102235" marB="0"/>
                </a:tc>
                <a:tc>
                  <a:txBody>
                    <a:bodyPr/>
                    <a:lstStyle/>
                    <a:p>
                      <a:pPr algn="ctr">
                        <a:lnSpc>
                          <a:spcPct val="100000"/>
                        </a:lnSpc>
                        <a:spcBef>
                          <a:spcPts val="805"/>
                        </a:spcBef>
                      </a:pPr>
                      <a:r>
                        <a:rPr sz="1000" spc="-50" dirty="0"/>
                        <a:t>6</a:t>
                      </a:r>
                      <a:endParaRPr sz="1000">
                        <a:latin typeface="Calibri"/>
                        <a:cs typeface="Calibri"/>
                      </a:endParaRPr>
                    </a:p>
                  </a:txBody>
                  <a:tcPr marL="0" marR="0" marT="102235" marB="0"/>
                </a:tc>
                <a:tc>
                  <a:txBody>
                    <a:bodyPr/>
                    <a:lstStyle/>
                    <a:p>
                      <a:pPr marL="1905" algn="ctr">
                        <a:lnSpc>
                          <a:spcPct val="100000"/>
                        </a:lnSpc>
                        <a:spcBef>
                          <a:spcPts val="805"/>
                        </a:spcBef>
                      </a:pPr>
                      <a:r>
                        <a:rPr sz="1000" spc="-50" dirty="0"/>
                        <a:t>7</a:t>
                      </a:r>
                      <a:endParaRPr sz="1000">
                        <a:latin typeface="Calibri"/>
                        <a:cs typeface="Calibri"/>
                      </a:endParaRPr>
                    </a:p>
                  </a:txBody>
                  <a:tcPr marL="0" marR="0" marT="102235" marB="0"/>
                </a:tc>
                <a:tc>
                  <a:txBody>
                    <a:bodyPr/>
                    <a:lstStyle/>
                    <a:p>
                      <a:pPr marL="1270" algn="ctr">
                        <a:lnSpc>
                          <a:spcPct val="100000"/>
                        </a:lnSpc>
                        <a:spcBef>
                          <a:spcPts val="805"/>
                        </a:spcBef>
                      </a:pPr>
                      <a:r>
                        <a:rPr sz="1000" spc="-50" dirty="0"/>
                        <a:t>6</a:t>
                      </a:r>
                      <a:endParaRPr sz="1000">
                        <a:latin typeface="Calibri"/>
                        <a:cs typeface="Calibri"/>
                      </a:endParaRPr>
                    </a:p>
                  </a:txBody>
                  <a:tcPr marL="0" marR="0" marT="102235" marB="0"/>
                </a:tc>
                <a:tc>
                  <a:txBody>
                    <a:bodyPr/>
                    <a:lstStyle/>
                    <a:p>
                      <a:pPr marL="1905" algn="ctr">
                        <a:lnSpc>
                          <a:spcPct val="100000"/>
                        </a:lnSpc>
                        <a:spcBef>
                          <a:spcPts val="805"/>
                        </a:spcBef>
                      </a:pPr>
                      <a:r>
                        <a:rPr sz="1000" spc="-25" dirty="0"/>
                        <a:t>252</a:t>
                      </a:r>
                      <a:endParaRPr sz="1000">
                        <a:latin typeface="Calibri"/>
                        <a:cs typeface="Calibri"/>
                      </a:endParaRPr>
                    </a:p>
                  </a:txBody>
                  <a:tcPr marL="0" marR="0" marT="102235" marB="0"/>
                </a:tc>
                <a:extLst>
                  <a:ext uri="{0D108BD9-81ED-4DB2-BD59-A6C34878D82A}">
                    <a16:rowId xmlns:a16="http://schemas.microsoft.com/office/drawing/2014/main" val="10010"/>
                  </a:ext>
                </a:extLst>
              </a:tr>
              <a:tr h="161633">
                <a:tc rowSpan="2">
                  <a:txBody>
                    <a:bodyPr/>
                    <a:lstStyle/>
                    <a:p>
                      <a:pPr>
                        <a:lnSpc>
                          <a:spcPct val="100000"/>
                        </a:lnSpc>
                      </a:pPr>
                      <a:endParaRPr sz="1000"/>
                    </a:p>
                    <a:p>
                      <a:pPr>
                        <a:lnSpc>
                          <a:spcPct val="100000"/>
                        </a:lnSpc>
                        <a:spcBef>
                          <a:spcPts val="555"/>
                        </a:spcBef>
                      </a:pPr>
                      <a:endParaRPr sz="1000"/>
                    </a:p>
                    <a:p>
                      <a:pPr marL="337185">
                        <a:lnSpc>
                          <a:spcPct val="100000"/>
                        </a:lnSpc>
                      </a:pPr>
                      <a:r>
                        <a:rPr sz="1000" b="1" spc="-10" dirty="0"/>
                        <a:t>BATTERY</a:t>
                      </a:r>
                      <a:endParaRPr sz="1000">
                        <a:latin typeface="Calibri"/>
                        <a:cs typeface="Calibri"/>
                      </a:endParaRPr>
                    </a:p>
                  </a:txBody>
                  <a:tcPr marL="0" marR="0" marT="0" marB="0"/>
                </a:tc>
                <a:tc rowSpan="2">
                  <a:txBody>
                    <a:bodyPr/>
                    <a:lstStyle/>
                    <a:p>
                      <a:pPr>
                        <a:lnSpc>
                          <a:spcPct val="100000"/>
                        </a:lnSpc>
                        <a:spcBef>
                          <a:spcPts val="1060"/>
                        </a:spcBef>
                      </a:pPr>
                      <a:endParaRPr sz="1000"/>
                    </a:p>
                    <a:p>
                      <a:pPr marL="31750" algn="ctr">
                        <a:lnSpc>
                          <a:spcPct val="100000"/>
                        </a:lnSpc>
                      </a:pPr>
                      <a:r>
                        <a:rPr sz="1000" dirty="0"/>
                        <a:t>Provides</a:t>
                      </a:r>
                      <a:r>
                        <a:rPr sz="1000" spc="-50" dirty="0"/>
                        <a:t> </a:t>
                      </a:r>
                      <a:r>
                        <a:rPr sz="1000" spc="-10" dirty="0"/>
                        <a:t>electric</a:t>
                      </a:r>
                      <a:endParaRPr sz="1000"/>
                    </a:p>
                    <a:p>
                      <a:pPr algn="ctr">
                        <a:lnSpc>
                          <a:spcPct val="100000"/>
                        </a:lnSpc>
                        <a:spcBef>
                          <a:spcPts val="195"/>
                        </a:spcBef>
                      </a:pPr>
                      <a:r>
                        <a:rPr sz="1000" spc="-10" dirty="0"/>
                        <a:t>energy</a:t>
                      </a:r>
                      <a:endParaRPr sz="1000">
                        <a:latin typeface="Calibri"/>
                        <a:cs typeface="Calibri"/>
                      </a:endParaRPr>
                    </a:p>
                  </a:txBody>
                  <a:tcPr marL="0" marR="0" marT="134620" marB="0"/>
                </a:tc>
                <a:tc rowSpan="2">
                  <a:txBody>
                    <a:bodyPr/>
                    <a:lstStyle/>
                    <a:p>
                      <a:pPr>
                        <a:lnSpc>
                          <a:spcPct val="100000"/>
                        </a:lnSpc>
                        <a:spcBef>
                          <a:spcPts val="105"/>
                        </a:spcBef>
                      </a:pPr>
                      <a:endParaRPr sz="1000"/>
                    </a:p>
                    <a:p>
                      <a:pPr marL="381635" marR="232410" indent="-142240">
                        <a:lnSpc>
                          <a:spcPct val="114500"/>
                        </a:lnSpc>
                        <a:spcBef>
                          <a:spcPts val="5"/>
                        </a:spcBef>
                      </a:pPr>
                      <a:r>
                        <a:rPr sz="1000" dirty="0"/>
                        <a:t>Discharge</a:t>
                      </a:r>
                      <a:r>
                        <a:rPr sz="1000" spc="-50" dirty="0"/>
                        <a:t> </a:t>
                      </a:r>
                      <a:r>
                        <a:rPr sz="1000" spc="-25" dirty="0"/>
                        <a:t>of </a:t>
                      </a:r>
                      <a:r>
                        <a:rPr sz="1000" spc="-10" dirty="0"/>
                        <a:t>battery</a:t>
                      </a:r>
                      <a:endParaRPr sz="1000">
                        <a:latin typeface="Calibri"/>
                        <a:cs typeface="Calibri"/>
                      </a:endParaRPr>
                    </a:p>
                  </a:txBody>
                  <a:tcPr marL="0" marR="0" marT="13335" marB="0"/>
                </a:tc>
                <a:tc rowSpan="2">
                  <a:txBody>
                    <a:bodyPr/>
                    <a:lstStyle/>
                    <a:p>
                      <a:pPr marL="1270" algn="ctr">
                        <a:lnSpc>
                          <a:spcPct val="100000"/>
                        </a:lnSpc>
                        <a:spcBef>
                          <a:spcPts val="50"/>
                        </a:spcBef>
                      </a:pPr>
                      <a:r>
                        <a:rPr sz="1000" dirty="0"/>
                        <a:t>Failure</a:t>
                      </a:r>
                      <a:r>
                        <a:rPr sz="1000" spc="-15" dirty="0"/>
                        <a:t> </a:t>
                      </a:r>
                      <a:r>
                        <a:rPr sz="1000" dirty="0"/>
                        <a:t>of</a:t>
                      </a:r>
                      <a:r>
                        <a:rPr sz="1000" spc="-15" dirty="0"/>
                        <a:t> </a:t>
                      </a:r>
                      <a:r>
                        <a:rPr sz="1000" spc="-25" dirty="0"/>
                        <a:t>sub</a:t>
                      </a:r>
                      <a:endParaRPr sz="1000" dirty="0"/>
                    </a:p>
                    <a:p>
                      <a:pPr algn="ctr">
                        <a:lnSpc>
                          <a:spcPct val="100000"/>
                        </a:lnSpc>
                        <a:spcBef>
                          <a:spcPts val="190"/>
                        </a:spcBef>
                      </a:pPr>
                      <a:r>
                        <a:rPr sz="1000" dirty="0"/>
                        <a:t>components</a:t>
                      </a:r>
                      <a:r>
                        <a:rPr sz="1000" spc="-60" dirty="0"/>
                        <a:t> </a:t>
                      </a:r>
                      <a:r>
                        <a:rPr sz="1000" spc="-20" dirty="0"/>
                        <a:t>runs</a:t>
                      </a:r>
                      <a:endParaRPr sz="1000" dirty="0"/>
                    </a:p>
                    <a:p>
                      <a:pPr marL="46990" marR="38735" algn="ctr">
                        <a:lnSpc>
                          <a:spcPct val="114500"/>
                        </a:lnSpc>
                        <a:spcBef>
                          <a:spcPts val="15"/>
                        </a:spcBef>
                      </a:pPr>
                      <a:r>
                        <a:rPr sz="1000" dirty="0"/>
                        <a:t>on</a:t>
                      </a:r>
                      <a:r>
                        <a:rPr sz="1000" spc="-10" dirty="0"/>
                        <a:t> </a:t>
                      </a:r>
                      <a:r>
                        <a:rPr sz="1000" dirty="0"/>
                        <a:t>electric</a:t>
                      </a:r>
                      <a:r>
                        <a:rPr sz="1000" spc="-30" dirty="0"/>
                        <a:t> </a:t>
                      </a:r>
                      <a:r>
                        <a:rPr sz="1000" spc="-10" dirty="0"/>
                        <a:t>battery, </a:t>
                      </a:r>
                      <a:r>
                        <a:rPr sz="1000" dirty="0"/>
                        <a:t>brake</a:t>
                      </a:r>
                      <a:r>
                        <a:rPr sz="1000" spc="-15" dirty="0"/>
                        <a:t> </a:t>
                      </a:r>
                      <a:r>
                        <a:rPr sz="1000" dirty="0"/>
                        <a:t>light,</a:t>
                      </a:r>
                      <a:r>
                        <a:rPr sz="1000" spc="-10" dirty="0"/>
                        <a:t> starter</a:t>
                      </a:r>
                      <a:endParaRPr sz="1000" dirty="0">
                        <a:latin typeface="Calibri"/>
                        <a:cs typeface="Calibri"/>
                      </a:endParaRPr>
                    </a:p>
                  </a:txBody>
                  <a:tcPr marL="0" marR="0" marT="6350" marB="0"/>
                </a:tc>
                <a:tc rowSpan="2">
                  <a:txBody>
                    <a:bodyPr/>
                    <a:lstStyle/>
                    <a:p>
                      <a:pPr>
                        <a:lnSpc>
                          <a:spcPct val="100000"/>
                        </a:lnSpc>
                      </a:pPr>
                      <a:endParaRPr sz="1000"/>
                    </a:p>
                    <a:p>
                      <a:pPr>
                        <a:lnSpc>
                          <a:spcPct val="100000"/>
                        </a:lnSpc>
                        <a:spcBef>
                          <a:spcPts val="555"/>
                        </a:spcBef>
                      </a:pPr>
                      <a:endParaRPr sz="1000"/>
                    </a:p>
                    <a:p>
                      <a:pPr algn="ctr">
                        <a:lnSpc>
                          <a:spcPct val="100000"/>
                        </a:lnSpc>
                      </a:pPr>
                      <a:r>
                        <a:rPr sz="1000" spc="-50" dirty="0"/>
                        <a:t>7</a:t>
                      </a:r>
                      <a:endParaRPr sz="1000">
                        <a:latin typeface="Calibri"/>
                        <a:cs typeface="Calibri"/>
                      </a:endParaRPr>
                    </a:p>
                  </a:txBody>
                  <a:tcPr marL="0" marR="0" marT="0" marB="0"/>
                </a:tc>
                <a:tc>
                  <a:txBody>
                    <a:bodyPr/>
                    <a:lstStyle/>
                    <a:p>
                      <a:pPr marL="31750" algn="ctr">
                        <a:lnSpc>
                          <a:spcPct val="100000"/>
                        </a:lnSpc>
                        <a:spcBef>
                          <a:spcPts val="50"/>
                        </a:spcBef>
                      </a:pPr>
                      <a:r>
                        <a:rPr sz="1000" dirty="0"/>
                        <a:t>Reverse</a:t>
                      </a:r>
                      <a:r>
                        <a:rPr sz="1000" spc="-10" dirty="0"/>
                        <a:t> connection</a:t>
                      </a:r>
                      <a:endParaRPr sz="1000">
                        <a:latin typeface="Calibri"/>
                        <a:cs typeface="Calibri"/>
                      </a:endParaRPr>
                    </a:p>
                  </a:txBody>
                  <a:tcPr marL="0" marR="0" marT="6350" marB="0"/>
                </a:tc>
                <a:tc>
                  <a:txBody>
                    <a:bodyPr/>
                    <a:lstStyle/>
                    <a:p>
                      <a:pPr marL="1270" algn="ctr">
                        <a:lnSpc>
                          <a:spcPct val="100000"/>
                        </a:lnSpc>
                        <a:spcBef>
                          <a:spcPts val="50"/>
                        </a:spcBef>
                      </a:pPr>
                      <a:r>
                        <a:rPr sz="1000" spc="-50" dirty="0"/>
                        <a:t>8</a:t>
                      </a:r>
                      <a:endParaRPr sz="1000">
                        <a:latin typeface="Calibri"/>
                        <a:cs typeface="Calibri"/>
                      </a:endParaRPr>
                    </a:p>
                  </a:txBody>
                  <a:tcPr marL="0" marR="0" marT="6350" marB="0"/>
                </a:tc>
                <a:tc>
                  <a:txBody>
                    <a:bodyPr/>
                    <a:lstStyle/>
                    <a:p>
                      <a:pPr marL="1905" algn="ctr">
                        <a:lnSpc>
                          <a:spcPct val="100000"/>
                        </a:lnSpc>
                        <a:spcBef>
                          <a:spcPts val="50"/>
                        </a:spcBef>
                      </a:pPr>
                      <a:r>
                        <a:rPr sz="1000" spc="-50" dirty="0"/>
                        <a:t>2</a:t>
                      </a:r>
                      <a:endParaRPr sz="1000">
                        <a:latin typeface="Calibri"/>
                        <a:cs typeface="Calibri"/>
                      </a:endParaRPr>
                    </a:p>
                  </a:txBody>
                  <a:tcPr marL="0" marR="0" marT="6350" marB="0"/>
                </a:tc>
                <a:tc>
                  <a:txBody>
                    <a:bodyPr/>
                    <a:lstStyle/>
                    <a:p>
                      <a:pPr marL="1270" algn="ctr">
                        <a:lnSpc>
                          <a:spcPct val="100000"/>
                        </a:lnSpc>
                        <a:spcBef>
                          <a:spcPts val="50"/>
                        </a:spcBef>
                      </a:pPr>
                      <a:r>
                        <a:rPr sz="1000" spc="-25" dirty="0"/>
                        <a:t>112</a:t>
                      </a:r>
                      <a:endParaRPr sz="1000">
                        <a:latin typeface="Calibri"/>
                        <a:cs typeface="Calibri"/>
                      </a:endParaRPr>
                    </a:p>
                  </a:txBody>
                  <a:tcPr marL="0" marR="0" marT="6350" marB="0"/>
                </a:tc>
                <a:tc>
                  <a:txBody>
                    <a:bodyPr/>
                    <a:lstStyle/>
                    <a:p>
                      <a:pPr marL="1905" algn="ctr">
                        <a:lnSpc>
                          <a:spcPct val="100000"/>
                        </a:lnSpc>
                        <a:spcBef>
                          <a:spcPts val="50"/>
                        </a:spcBef>
                      </a:pPr>
                      <a:r>
                        <a:rPr sz="1000" dirty="0"/>
                        <a:t>Proper</a:t>
                      </a:r>
                      <a:r>
                        <a:rPr sz="1000" spc="-20" dirty="0"/>
                        <a:t> </a:t>
                      </a:r>
                      <a:r>
                        <a:rPr sz="1000" spc="-10" dirty="0"/>
                        <a:t>connections</a:t>
                      </a:r>
                      <a:endParaRPr sz="1000">
                        <a:latin typeface="Calibri"/>
                        <a:cs typeface="Calibri"/>
                      </a:endParaRPr>
                    </a:p>
                  </a:txBody>
                  <a:tcPr marL="0" marR="0" marT="6350" marB="0"/>
                </a:tc>
                <a:tc>
                  <a:txBody>
                    <a:bodyPr/>
                    <a:lstStyle/>
                    <a:p>
                      <a:pPr algn="ctr">
                        <a:lnSpc>
                          <a:spcPct val="100000"/>
                        </a:lnSpc>
                        <a:spcBef>
                          <a:spcPts val="50"/>
                        </a:spcBef>
                      </a:pPr>
                      <a:r>
                        <a:rPr sz="1000" spc="-50" dirty="0"/>
                        <a:t>7</a:t>
                      </a:r>
                      <a:endParaRPr sz="1000">
                        <a:latin typeface="Calibri"/>
                        <a:cs typeface="Calibri"/>
                      </a:endParaRPr>
                    </a:p>
                  </a:txBody>
                  <a:tcPr marL="0" marR="0" marT="6350" marB="0"/>
                </a:tc>
                <a:tc>
                  <a:txBody>
                    <a:bodyPr/>
                    <a:lstStyle/>
                    <a:p>
                      <a:pPr marL="1905" algn="ctr">
                        <a:lnSpc>
                          <a:spcPct val="100000"/>
                        </a:lnSpc>
                        <a:spcBef>
                          <a:spcPts val="50"/>
                        </a:spcBef>
                      </a:pPr>
                      <a:r>
                        <a:rPr sz="1000" spc="-50" dirty="0"/>
                        <a:t>5</a:t>
                      </a:r>
                      <a:endParaRPr sz="1000">
                        <a:latin typeface="Calibri"/>
                        <a:cs typeface="Calibri"/>
                      </a:endParaRPr>
                    </a:p>
                  </a:txBody>
                  <a:tcPr marL="0" marR="0" marT="6350" marB="0"/>
                </a:tc>
                <a:tc>
                  <a:txBody>
                    <a:bodyPr/>
                    <a:lstStyle/>
                    <a:p>
                      <a:pPr marL="1270" algn="ctr">
                        <a:lnSpc>
                          <a:spcPct val="100000"/>
                        </a:lnSpc>
                        <a:spcBef>
                          <a:spcPts val="50"/>
                        </a:spcBef>
                      </a:pPr>
                      <a:r>
                        <a:rPr sz="1000" spc="-50" dirty="0"/>
                        <a:t>2</a:t>
                      </a:r>
                      <a:endParaRPr sz="1000">
                        <a:latin typeface="Calibri"/>
                        <a:cs typeface="Calibri"/>
                      </a:endParaRPr>
                    </a:p>
                  </a:txBody>
                  <a:tcPr marL="0" marR="0" marT="6350" marB="0"/>
                </a:tc>
                <a:tc>
                  <a:txBody>
                    <a:bodyPr/>
                    <a:lstStyle/>
                    <a:p>
                      <a:pPr algn="ctr">
                        <a:lnSpc>
                          <a:spcPct val="100000"/>
                        </a:lnSpc>
                        <a:spcBef>
                          <a:spcPts val="50"/>
                        </a:spcBef>
                      </a:pPr>
                      <a:r>
                        <a:rPr sz="1000" spc="-25" dirty="0"/>
                        <a:t>70</a:t>
                      </a:r>
                      <a:endParaRPr sz="1000">
                        <a:latin typeface="Calibri"/>
                        <a:cs typeface="Calibri"/>
                      </a:endParaRPr>
                    </a:p>
                  </a:txBody>
                  <a:tcPr marL="0" marR="0" marT="6350" marB="0"/>
                </a:tc>
                <a:extLst>
                  <a:ext uri="{0D108BD9-81ED-4DB2-BD59-A6C34878D82A}">
                    <a16:rowId xmlns:a16="http://schemas.microsoft.com/office/drawing/2014/main" val="10011"/>
                  </a:ext>
                </a:extLst>
              </a:tr>
              <a:tr h="606274">
                <a:tc vMerge="1">
                  <a:txBody>
                    <a:bodyPr/>
                    <a:lstStyle/>
                    <a:p>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0000">
                        <a:alpha val="19999"/>
                      </a:srgbClr>
                    </a:solidFill>
                  </a:tcPr>
                </a:tc>
                <a:tc vMerge="1">
                  <a:txBody>
                    <a:bodyPr/>
                    <a:lstStyle/>
                    <a:p>
                      <a:endParaRPr/>
                    </a:p>
                  </a:txBody>
                  <a:tcPr marL="0" marR="0" marT="1346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0000">
                        <a:alpha val="19999"/>
                      </a:srgbClr>
                    </a:solidFill>
                  </a:tcPr>
                </a:tc>
                <a:tc vMerge="1">
                  <a:txBody>
                    <a:bodyPr/>
                    <a:lstStyle/>
                    <a:p>
                      <a:endParaRPr/>
                    </a:p>
                  </a:txBody>
                  <a:tcPr marL="0" marR="0" marT="133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0000">
                        <a:alpha val="19999"/>
                      </a:srgbClr>
                    </a:solidFill>
                  </a:tcPr>
                </a:tc>
                <a:tc vMerge="1">
                  <a:txBody>
                    <a:bodyPr/>
                    <a:lstStyle/>
                    <a:p>
                      <a:endParaRPr/>
                    </a:p>
                  </a:txBody>
                  <a:tcPr marL="0" marR="0" marT="63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0000">
                        <a:alpha val="19999"/>
                      </a:srgbClr>
                    </a:solidFill>
                  </a:tcPr>
                </a:tc>
                <a:tc vMerge="1">
                  <a:txBody>
                    <a:bodyPr/>
                    <a:lstStyle/>
                    <a:p>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0000">
                        <a:alpha val="19999"/>
                      </a:srgbClr>
                    </a:solidFill>
                  </a:tcPr>
                </a:tc>
                <a:tc>
                  <a:txBody>
                    <a:bodyPr/>
                    <a:lstStyle/>
                    <a:p>
                      <a:pPr>
                        <a:lnSpc>
                          <a:spcPct val="100000"/>
                        </a:lnSpc>
                        <a:spcBef>
                          <a:spcPts val="1060"/>
                        </a:spcBef>
                      </a:pPr>
                      <a:endParaRPr sz="1000"/>
                    </a:p>
                    <a:p>
                      <a:pPr algn="ctr">
                        <a:lnSpc>
                          <a:spcPct val="100000"/>
                        </a:lnSpc>
                      </a:pPr>
                      <a:r>
                        <a:rPr sz="1000" dirty="0"/>
                        <a:t>Excessive</a:t>
                      </a:r>
                      <a:r>
                        <a:rPr sz="1000" spc="-40" dirty="0"/>
                        <a:t> </a:t>
                      </a:r>
                      <a:r>
                        <a:rPr sz="1000" spc="-25" dirty="0"/>
                        <a:t>use</a:t>
                      </a:r>
                      <a:endParaRPr sz="1000">
                        <a:latin typeface="Calibri"/>
                        <a:cs typeface="Calibri"/>
                      </a:endParaRPr>
                    </a:p>
                  </a:txBody>
                  <a:tcPr marL="0" marR="0" marT="134620" marB="0"/>
                </a:tc>
                <a:tc>
                  <a:txBody>
                    <a:bodyPr/>
                    <a:lstStyle/>
                    <a:p>
                      <a:pPr>
                        <a:lnSpc>
                          <a:spcPct val="100000"/>
                        </a:lnSpc>
                        <a:spcBef>
                          <a:spcPts val="1060"/>
                        </a:spcBef>
                      </a:pPr>
                      <a:endParaRPr sz="1000"/>
                    </a:p>
                    <a:p>
                      <a:pPr marL="1270" algn="ctr">
                        <a:lnSpc>
                          <a:spcPct val="100000"/>
                        </a:lnSpc>
                      </a:pPr>
                      <a:r>
                        <a:rPr sz="1000" spc="-50" dirty="0"/>
                        <a:t>8</a:t>
                      </a:r>
                      <a:endParaRPr sz="1000">
                        <a:latin typeface="Calibri"/>
                        <a:cs typeface="Calibri"/>
                      </a:endParaRPr>
                    </a:p>
                  </a:txBody>
                  <a:tcPr marL="0" marR="0" marT="134620" marB="0"/>
                </a:tc>
                <a:tc>
                  <a:txBody>
                    <a:bodyPr/>
                    <a:lstStyle/>
                    <a:p>
                      <a:pPr>
                        <a:lnSpc>
                          <a:spcPct val="100000"/>
                        </a:lnSpc>
                        <a:spcBef>
                          <a:spcPts val="1060"/>
                        </a:spcBef>
                      </a:pPr>
                      <a:endParaRPr sz="1000"/>
                    </a:p>
                    <a:p>
                      <a:pPr marL="1905" algn="ctr">
                        <a:lnSpc>
                          <a:spcPct val="100000"/>
                        </a:lnSpc>
                      </a:pPr>
                      <a:r>
                        <a:rPr sz="1000" spc="-50" dirty="0"/>
                        <a:t>1</a:t>
                      </a:r>
                      <a:endParaRPr sz="1000">
                        <a:latin typeface="Calibri"/>
                        <a:cs typeface="Calibri"/>
                      </a:endParaRPr>
                    </a:p>
                  </a:txBody>
                  <a:tcPr marL="0" marR="0" marT="134620" marB="0"/>
                </a:tc>
                <a:tc>
                  <a:txBody>
                    <a:bodyPr/>
                    <a:lstStyle/>
                    <a:p>
                      <a:pPr>
                        <a:lnSpc>
                          <a:spcPct val="100000"/>
                        </a:lnSpc>
                        <a:spcBef>
                          <a:spcPts val="1060"/>
                        </a:spcBef>
                      </a:pPr>
                      <a:endParaRPr sz="1000"/>
                    </a:p>
                    <a:p>
                      <a:pPr algn="ctr">
                        <a:lnSpc>
                          <a:spcPct val="100000"/>
                        </a:lnSpc>
                      </a:pPr>
                      <a:r>
                        <a:rPr sz="1000" spc="-25" dirty="0"/>
                        <a:t>56</a:t>
                      </a:r>
                      <a:endParaRPr sz="1000">
                        <a:latin typeface="Calibri"/>
                        <a:cs typeface="Calibri"/>
                      </a:endParaRPr>
                    </a:p>
                  </a:txBody>
                  <a:tcPr marL="0" marR="0" marT="134620" marB="0"/>
                </a:tc>
                <a:tc>
                  <a:txBody>
                    <a:bodyPr/>
                    <a:lstStyle/>
                    <a:p>
                      <a:pPr>
                        <a:lnSpc>
                          <a:spcPct val="100000"/>
                        </a:lnSpc>
                        <a:spcBef>
                          <a:spcPts val="110"/>
                        </a:spcBef>
                      </a:pPr>
                      <a:endParaRPr sz="1000"/>
                    </a:p>
                    <a:p>
                      <a:pPr marL="269240" marR="106045" indent="-155575">
                        <a:lnSpc>
                          <a:spcPct val="114500"/>
                        </a:lnSpc>
                      </a:pPr>
                      <a:r>
                        <a:rPr sz="1000" dirty="0"/>
                        <a:t>Keep</a:t>
                      </a:r>
                      <a:r>
                        <a:rPr sz="1000" spc="-35" dirty="0"/>
                        <a:t> </a:t>
                      </a:r>
                      <a:r>
                        <a:rPr sz="1000" dirty="0"/>
                        <a:t>running</a:t>
                      </a:r>
                      <a:r>
                        <a:rPr sz="1000" spc="-25" dirty="0"/>
                        <a:t> </a:t>
                      </a:r>
                      <a:r>
                        <a:rPr sz="1000" spc="-10" dirty="0"/>
                        <a:t>battery </a:t>
                      </a:r>
                      <a:r>
                        <a:rPr sz="1000" dirty="0"/>
                        <a:t>charging</a:t>
                      </a:r>
                      <a:r>
                        <a:rPr sz="1000" spc="-45" dirty="0"/>
                        <a:t> </a:t>
                      </a:r>
                      <a:r>
                        <a:rPr sz="1000" spc="-10" dirty="0"/>
                        <a:t>source</a:t>
                      </a:r>
                      <a:endParaRPr sz="1000">
                        <a:latin typeface="Calibri"/>
                        <a:cs typeface="Calibri"/>
                      </a:endParaRPr>
                    </a:p>
                  </a:txBody>
                  <a:tcPr marL="0" marR="0" marT="13970" marB="0"/>
                </a:tc>
                <a:tc>
                  <a:txBody>
                    <a:bodyPr/>
                    <a:lstStyle/>
                    <a:p>
                      <a:pPr>
                        <a:lnSpc>
                          <a:spcPct val="100000"/>
                        </a:lnSpc>
                        <a:spcBef>
                          <a:spcPts val="1060"/>
                        </a:spcBef>
                      </a:pPr>
                      <a:endParaRPr sz="1000"/>
                    </a:p>
                    <a:p>
                      <a:pPr algn="ctr">
                        <a:lnSpc>
                          <a:spcPct val="100000"/>
                        </a:lnSpc>
                      </a:pPr>
                      <a:r>
                        <a:rPr sz="1000" spc="-50" dirty="0"/>
                        <a:t>7</a:t>
                      </a:r>
                      <a:endParaRPr sz="1000">
                        <a:latin typeface="Calibri"/>
                        <a:cs typeface="Calibri"/>
                      </a:endParaRPr>
                    </a:p>
                  </a:txBody>
                  <a:tcPr marL="0" marR="0" marT="134620" marB="0"/>
                </a:tc>
                <a:tc>
                  <a:txBody>
                    <a:bodyPr/>
                    <a:lstStyle/>
                    <a:p>
                      <a:pPr>
                        <a:lnSpc>
                          <a:spcPct val="100000"/>
                        </a:lnSpc>
                        <a:spcBef>
                          <a:spcPts val="1060"/>
                        </a:spcBef>
                      </a:pPr>
                      <a:endParaRPr sz="1000"/>
                    </a:p>
                    <a:p>
                      <a:pPr marL="1905" algn="ctr">
                        <a:lnSpc>
                          <a:spcPct val="100000"/>
                        </a:lnSpc>
                      </a:pPr>
                      <a:r>
                        <a:rPr sz="1000" spc="-50" dirty="0"/>
                        <a:t>1</a:t>
                      </a:r>
                      <a:endParaRPr sz="1000">
                        <a:latin typeface="Calibri"/>
                        <a:cs typeface="Calibri"/>
                      </a:endParaRPr>
                    </a:p>
                  </a:txBody>
                  <a:tcPr marL="0" marR="0" marT="134620" marB="0"/>
                </a:tc>
                <a:tc>
                  <a:txBody>
                    <a:bodyPr/>
                    <a:lstStyle/>
                    <a:p>
                      <a:pPr>
                        <a:lnSpc>
                          <a:spcPct val="100000"/>
                        </a:lnSpc>
                        <a:spcBef>
                          <a:spcPts val="1060"/>
                        </a:spcBef>
                      </a:pPr>
                      <a:endParaRPr sz="1000"/>
                    </a:p>
                    <a:p>
                      <a:pPr marL="1270" algn="ctr">
                        <a:lnSpc>
                          <a:spcPct val="100000"/>
                        </a:lnSpc>
                      </a:pPr>
                      <a:r>
                        <a:rPr sz="1000" spc="-50" dirty="0"/>
                        <a:t>2</a:t>
                      </a:r>
                      <a:endParaRPr sz="1000">
                        <a:latin typeface="Calibri"/>
                        <a:cs typeface="Calibri"/>
                      </a:endParaRPr>
                    </a:p>
                  </a:txBody>
                  <a:tcPr marL="0" marR="0" marT="134620" marB="0"/>
                </a:tc>
                <a:tc>
                  <a:txBody>
                    <a:bodyPr/>
                    <a:lstStyle/>
                    <a:p>
                      <a:pPr>
                        <a:lnSpc>
                          <a:spcPct val="100000"/>
                        </a:lnSpc>
                        <a:spcBef>
                          <a:spcPts val="1060"/>
                        </a:spcBef>
                      </a:pPr>
                      <a:endParaRPr sz="1000"/>
                    </a:p>
                    <a:p>
                      <a:pPr algn="ctr">
                        <a:lnSpc>
                          <a:spcPct val="100000"/>
                        </a:lnSpc>
                      </a:pPr>
                      <a:r>
                        <a:rPr sz="1000" spc="-25" dirty="0"/>
                        <a:t>14</a:t>
                      </a:r>
                      <a:endParaRPr sz="1000">
                        <a:latin typeface="Calibri"/>
                        <a:cs typeface="Calibri"/>
                      </a:endParaRPr>
                    </a:p>
                  </a:txBody>
                  <a:tcPr marL="0" marR="0" marT="134620" marB="0"/>
                </a:tc>
                <a:extLst>
                  <a:ext uri="{0D108BD9-81ED-4DB2-BD59-A6C34878D82A}">
                    <a16:rowId xmlns:a16="http://schemas.microsoft.com/office/drawing/2014/main" val="10012"/>
                  </a:ext>
                </a:extLst>
              </a:tr>
              <a:tr h="340963">
                <a:tc rowSpan="2">
                  <a:txBody>
                    <a:bodyPr/>
                    <a:lstStyle/>
                    <a:p>
                      <a:pPr>
                        <a:lnSpc>
                          <a:spcPct val="100000"/>
                        </a:lnSpc>
                        <a:spcBef>
                          <a:spcPts val="1060"/>
                        </a:spcBef>
                      </a:pPr>
                      <a:endParaRPr sz="1000"/>
                    </a:p>
                    <a:p>
                      <a:pPr marL="144780">
                        <a:lnSpc>
                          <a:spcPct val="100000"/>
                        </a:lnSpc>
                      </a:pPr>
                      <a:r>
                        <a:rPr sz="1000" b="1" spc="-10" dirty="0"/>
                        <a:t>TRANSMISSION</a:t>
                      </a:r>
                      <a:endParaRPr sz="1000">
                        <a:latin typeface="Calibri"/>
                        <a:cs typeface="Calibri"/>
                      </a:endParaRPr>
                    </a:p>
                  </a:txBody>
                  <a:tcPr marL="0" marR="0" marT="134620" marB="0"/>
                </a:tc>
                <a:tc rowSpan="2">
                  <a:txBody>
                    <a:bodyPr/>
                    <a:lstStyle/>
                    <a:p>
                      <a:pPr>
                        <a:lnSpc>
                          <a:spcPct val="100000"/>
                        </a:lnSpc>
                        <a:spcBef>
                          <a:spcPts val="110"/>
                        </a:spcBef>
                      </a:pPr>
                      <a:endParaRPr sz="1000"/>
                    </a:p>
                    <a:p>
                      <a:pPr marL="180975" marR="104775" indent="-68580">
                        <a:lnSpc>
                          <a:spcPct val="114500"/>
                        </a:lnSpc>
                      </a:pPr>
                      <a:r>
                        <a:rPr sz="1000" dirty="0"/>
                        <a:t>Transmit</a:t>
                      </a:r>
                      <a:r>
                        <a:rPr sz="1000" spc="-35" dirty="0"/>
                        <a:t> </a:t>
                      </a:r>
                      <a:r>
                        <a:rPr sz="1000" spc="-10" dirty="0"/>
                        <a:t>engine </a:t>
                      </a:r>
                      <a:r>
                        <a:rPr sz="1000" dirty="0"/>
                        <a:t>power</a:t>
                      </a:r>
                      <a:r>
                        <a:rPr sz="1000" spc="-25" dirty="0"/>
                        <a:t> </a:t>
                      </a:r>
                      <a:r>
                        <a:rPr sz="1000" dirty="0"/>
                        <a:t>to</a:t>
                      </a:r>
                      <a:r>
                        <a:rPr sz="1000" spc="-10" dirty="0"/>
                        <a:t> </a:t>
                      </a:r>
                      <a:r>
                        <a:rPr sz="1000" spc="-20" dirty="0"/>
                        <a:t>axle</a:t>
                      </a:r>
                      <a:endParaRPr sz="1000">
                        <a:latin typeface="Calibri"/>
                        <a:cs typeface="Calibri"/>
                      </a:endParaRPr>
                    </a:p>
                  </a:txBody>
                  <a:tcPr marL="0" marR="0" marT="13970" marB="0"/>
                </a:tc>
                <a:tc rowSpan="2">
                  <a:txBody>
                    <a:bodyPr/>
                    <a:lstStyle/>
                    <a:p>
                      <a:pPr>
                        <a:lnSpc>
                          <a:spcPct val="100000"/>
                        </a:lnSpc>
                        <a:spcBef>
                          <a:spcPts val="110"/>
                        </a:spcBef>
                      </a:pPr>
                      <a:endParaRPr sz="1000"/>
                    </a:p>
                    <a:p>
                      <a:pPr marL="469900" marR="102870" indent="-361315">
                        <a:lnSpc>
                          <a:spcPct val="114500"/>
                        </a:lnSpc>
                      </a:pPr>
                      <a:r>
                        <a:rPr sz="1000" dirty="0"/>
                        <a:t>Outward</a:t>
                      </a:r>
                      <a:r>
                        <a:rPr sz="1000" spc="-35" dirty="0"/>
                        <a:t> </a:t>
                      </a:r>
                      <a:r>
                        <a:rPr sz="1000" dirty="0"/>
                        <a:t>shaft</a:t>
                      </a:r>
                      <a:r>
                        <a:rPr sz="1000" spc="-30" dirty="0"/>
                        <a:t> </a:t>
                      </a:r>
                      <a:r>
                        <a:rPr sz="1000" spc="-25" dirty="0"/>
                        <a:t>of </a:t>
                      </a:r>
                      <a:r>
                        <a:rPr sz="1000" spc="-20" dirty="0"/>
                        <a:t>turn</a:t>
                      </a:r>
                      <a:endParaRPr sz="1000">
                        <a:latin typeface="Calibri"/>
                        <a:cs typeface="Calibri"/>
                      </a:endParaRPr>
                    </a:p>
                  </a:txBody>
                  <a:tcPr marL="0" marR="0" marT="13970" marB="0"/>
                </a:tc>
                <a:tc rowSpan="2">
                  <a:txBody>
                    <a:bodyPr/>
                    <a:lstStyle/>
                    <a:p>
                      <a:pPr>
                        <a:lnSpc>
                          <a:spcPct val="100000"/>
                        </a:lnSpc>
                        <a:spcBef>
                          <a:spcPts val="110"/>
                        </a:spcBef>
                      </a:pPr>
                      <a:endParaRPr sz="1000"/>
                    </a:p>
                    <a:p>
                      <a:pPr marL="374650" marR="228600" indent="-137160">
                        <a:lnSpc>
                          <a:spcPct val="114500"/>
                        </a:lnSpc>
                      </a:pPr>
                      <a:r>
                        <a:rPr sz="1000" dirty="0"/>
                        <a:t>Vehicle</a:t>
                      </a:r>
                      <a:r>
                        <a:rPr sz="1000" spc="-35" dirty="0"/>
                        <a:t> </a:t>
                      </a:r>
                      <a:r>
                        <a:rPr sz="1000" spc="-20" dirty="0"/>
                        <a:t>stop </a:t>
                      </a:r>
                      <a:r>
                        <a:rPr sz="1000" spc="-10" dirty="0"/>
                        <a:t>moving</a:t>
                      </a:r>
                      <a:endParaRPr sz="1000">
                        <a:latin typeface="Calibri"/>
                        <a:cs typeface="Calibri"/>
                      </a:endParaRPr>
                    </a:p>
                  </a:txBody>
                  <a:tcPr marL="0" marR="0" marT="13970" marB="0"/>
                </a:tc>
                <a:tc rowSpan="2">
                  <a:txBody>
                    <a:bodyPr/>
                    <a:lstStyle/>
                    <a:p>
                      <a:pPr>
                        <a:lnSpc>
                          <a:spcPct val="100000"/>
                        </a:lnSpc>
                        <a:spcBef>
                          <a:spcPts val="1060"/>
                        </a:spcBef>
                      </a:pPr>
                      <a:endParaRPr sz="1000"/>
                    </a:p>
                    <a:p>
                      <a:pPr algn="ctr">
                        <a:lnSpc>
                          <a:spcPct val="100000"/>
                        </a:lnSpc>
                      </a:pPr>
                      <a:r>
                        <a:rPr sz="1000" spc="-50" dirty="0"/>
                        <a:t>9</a:t>
                      </a:r>
                      <a:endParaRPr sz="1000">
                        <a:latin typeface="Calibri"/>
                        <a:cs typeface="Calibri"/>
                      </a:endParaRPr>
                    </a:p>
                  </a:txBody>
                  <a:tcPr marL="0" marR="0" marT="134620" marB="0"/>
                </a:tc>
                <a:tc>
                  <a:txBody>
                    <a:bodyPr/>
                    <a:lstStyle/>
                    <a:p>
                      <a:pPr algn="ctr">
                        <a:lnSpc>
                          <a:spcPct val="100000"/>
                        </a:lnSpc>
                        <a:spcBef>
                          <a:spcPts val="50"/>
                        </a:spcBef>
                      </a:pPr>
                      <a:r>
                        <a:rPr sz="1000" dirty="0"/>
                        <a:t>Improper</a:t>
                      </a:r>
                      <a:r>
                        <a:rPr sz="1000" spc="-40" dirty="0"/>
                        <a:t> </a:t>
                      </a:r>
                      <a:r>
                        <a:rPr sz="1000" dirty="0"/>
                        <a:t>selection</a:t>
                      </a:r>
                      <a:r>
                        <a:rPr sz="1000" spc="-55" dirty="0"/>
                        <a:t> </a:t>
                      </a:r>
                      <a:r>
                        <a:rPr sz="1000" spc="-25" dirty="0"/>
                        <a:t>of</a:t>
                      </a:r>
                      <a:endParaRPr sz="1000"/>
                    </a:p>
                    <a:p>
                      <a:pPr marL="1270" algn="ctr">
                        <a:lnSpc>
                          <a:spcPct val="100000"/>
                        </a:lnSpc>
                        <a:spcBef>
                          <a:spcPts val="190"/>
                        </a:spcBef>
                      </a:pPr>
                      <a:r>
                        <a:rPr sz="1000" dirty="0"/>
                        <a:t>sprocket</a:t>
                      </a:r>
                      <a:r>
                        <a:rPr sz="1000" spc="-20" dirty="0"/>
                        <a:t> </a:t>
                      </a:r>
                      <a:r>
                        <a:rPr sz="1000" spc="-10" dirty="0"/>
                        <a:t>wheel</a:t>
                      </a:r>
                      <a:endParaRPr sz="1000">
                        <a:latin typeface="Calibri"/>
                        <a:cs typeface="Calibri"/>
                      </a:endParaRPr>
                    </a:p>
                  </a:txBody>
                  <a:tcPr marL="0" marR="0" marT="6350" marB="0"/>
                </a:tc>
                <a:tc>
                  <a:txBody>
                    <a:bodyPr/>
                    <a:lstStyle/>
                    <a:p>
                      <a:pPr marL="1270" algn="ctr">
                        <a:lnSpc>
                          <a:spcPct val="100000"/>
                        </a:lnSpc>
                        <a:spcBef>
                          <a:spcPts val="810"/>
                        </a:spcBef>
                      </a:pPr>
                      <a:r>
                        <a:rPr sz="1000" spc="-50" dirty="0"/>
                        <a:t>4</a:t>
                      </a:r>
                      <a:endParaRPr sz="1000">
                        <a:latin typeface="Calibri"/>
                        <a:cs typeface="Calibri"/>
                      </a:endParaRPr>
                    </a:p>
                  </a:txBody>
                  <a:tcPr marL="0" marR="0" marT="102870" marB="0"/>
                </a:tc>
                <a:tc>
                  <a:txBody>
                    <a:bodyPr/>
                    <a:lstStyle/>
                    <a:p>
                      <a:pPr marL="1905" algn="ctr">
                        <a:lnSpc>
                          <a:spcPct val="100000"/>
                        </a:lnSpc>
                        <a:spcBef>
                          <a:spcPts val="810"/>
                        </a:spcBef>
                      </a:pPr>
                      <a:r>
                        <a:rPr sz="1000" spc="-50" dirty="0"/>
                        <a:t>8</a:t>
                      </a:r>
                      <a:endParaRPr sz="1000">
                        <a:latin typeface="Calibri"/>
                        <a:cs typeface="Calibri"/>
                      </a:endParaRPr>
                    </a:p>
                  </a:txBody>
                  <a:tcPr marL="0" marR="0" marT="102870" marB="0"/>
                </a:tc>
                <a:tc>
                  <a:txBody>
                    <a:bodyPr/>
                    <a:lstStyle/>
                    <a:p>
                      <a:pPr marL="1270" algn="ctr">
                        <a:lnSpc>
                          <a:spcPct val="100000"/>
                        </a:lnSpc>
                        <a:spcBef>
                          <a:spcPts val="810"/>
                        </a:spcBef>
                      </a:pPr>
                      <a:r>
                        <a:rPr sz="1000" spc="-25" dirty="0"/>
                        <a:t>288</a:t>
                      </a:r>
                      <a:endParaRPr sz="1000">
                        <a:latin typeface="Calibri"/>
                        <a:cs typeface="Calibri"/>
                      </a:endParaRPr>
                    </a:p>
                  </a:txBody>
                  <a:tcPr marL="0" marR="0" marT="102870" marB="0"/>
                </a:tc>
                <a:tc>
                  <a:txBody>
                    <a:bodyPr/>
                    <a:lstStyle/>
                    <a:p>
                      <a:pPr marL="1270" algn="ctr">
                        <a:lnSpc>
                          <a:spcPct val="100000"/>
                        </a:lnSpc>
                        <a:spcBef>
                          <a:spcPts val="50"/>
                        </a:spcBef>
                      </a:pPr>
                      <a:r>
                        <a:rPr sz="1000" dirty="0"/>
                        <a:t>Select</a:t>
                      </a:r>
                      <a:r>
                        <a:rPr sz="1000" spc="-35" dirty="0"/>
                        <a:t> </a:t>
                      </a:r>
                      <a:r>
                        <a:rPr sz="1000" dirty="0"/>
                        <a:t>proper</a:t>
                      </a:r>
                      <a:r>
                        <a:rPr sz="1000" spc="-20" dirty="0"/>
                        <a:t> </a:t>
                      </a:r>
                      <a:r>
                        <a:rPr sz="1000" spc="-10" dirty="0"/>
                        <a:t>sprocket</a:t>
                      </a:r>
                      <a:endParaRPr sz="1000"/>
                    </a:p>
                    <a:p>
                      <a:pPr marL="635" algn="ctr">
                        <a:lnSpc>
                          <a:spcPct val="100000"/>
                        </a:lnSpc>
                        <a:spcBef>
                          <a:spcPts val="190"/>
                        </a:spcBef>
                      </a:pPr>
                      <a:r>
                        <a:rPr sz="1000" spc="-10" dirty="0"/>
                        <a:t>wheel</a:t>
                      </a:r>
                      <a:endParaRPr sz="1000">
                        <a:latin typeface="Calibri"/>
                        <a:cs typeface="Calibri"/>
                      </a:endParaRPr>
                    </a:p>
                  </a:txBody>
                  <a:tcPr marL="0" marR="0" marT="6350" marB="0"/>
                </a:tc>
                <a:tc>
                  <a:txBody>
                    <a:bodyPr/>
                    <a:lstStyle/>
                    <a:p>
                      <a:pPr algn="ctr">
                        <a:lnSpc>
                          <a:spcPct val="100000"/>
                        </a:lnSpc>
                        <a:spcBef>
                          <a:spcPts val="810"/>
                        </a:spcBef>
                      </a:pPr>
                      <a:r>
                        <a:rPr sz="1000" spc="-50" dirty="0"/>
                        <a:t>4</a:t>
                      </a:r>
                      <a:endParaRPr sz="1000">
                        <a:latin typeface="Calibri"/>
                        <a:cs typeface="Calibri"/>
                      </a:endParaRPr>
                    </a:p>
                  </a:txBody>
                  <a:tcPr marL="0" marR="0" marT="102870" marB="0"/>
                </a:tc>
                <a:tc>
                  <a:txBody>
                    <a:bodyPr/>
                    <a:lstStyle/>
                    <a:p>
                      <a:pPr marL="1905" algn="ctr">
                        <a:lnSpc>
                          <a:spcPct val="100000"/>
                        </a:lnSpc>
                        <a:spcBef>
                          <a:spcPts val="810"/>
                        </a:spcBef>
                      </a:pPr>
                      <a:r>
                        <a:rPr sz="1000" spc="-50" dirty="0"/>
                        <a:t>4</a:t>
                      </a:r>
                      <a:endParaRPr sz="1000">
                        <a:latin typeface="Calibri"/>
                        <a:cs typeface="Calibri"/>
                      </a:endParaRPr>
                    </a:p>
                  </a:txBody>
                  <a:tcPr marL="0" marR="0" marT="102870" marB="0"/>
                </a:tc>
                <a:tc>
                  <a:txBody>
                    <a:bodyPr/>
                    <a:lstStyle/>
                    <a:p>
                      <a:pPr marL="1270" algn="ctr">
                        <a:lnSpc>
                          <a:spcPct val="100000"/>
                        </a:lnSpc>
                        <a:spcBef>
                          <a:spcPts val="810"/>
                        </a:spcBef>
                      </a:pPr>
                      <a:r>
                        <a:rPr sz="1000" spc="-50" dirty="0"/>
                        <a:t>2</a:t>
                      </a:r>
                      <a:endParaRPr sz="1000">
                        <a:latin typeface="Calibri"/>
                        <a:cs typeface="Calibri"/>
                      </a:endParaRPr>
                    </a:p>
                  </a:txBody>
                  <a:tcPr marL="0" marR="0" marT="102870" marB="0"/>
                </a:tc>
                <a:tc>
                  <a:txBody>
                    <a:bodyPr/>
                    <a:lstStyle/>
                    <a:p>
                      <a:pPr algn="ctr">
                        <a:lnSpc>
                          <a:spcPct val="100000"/>
                        </a:lnSpc>
                        <a:spcBef>
                          <a:spcPts val="810"/>
                        </a:spcBef>
                      </a:pPr>
                      <a:r>
                        <a:rPr sz="1000" spc="-25" dirty="0"/>
                        <a:t>32</a:t>
                      </a:r>
                      <a:endParaRPr sz="1000">
                        <a:latin typeface="Calibri"/>
                        <a:cs typeface="Calibri"/>
                      </a:endParaRPr>
                    </a:p>
                  </a:txBody>
                  <a:tcPr marL="0" marR="0" marT="102870" marB="0"/>
                </a:tc>
                <a:extLst>
                  <a:ext uri="{0D108BD9-81ED-4DB2-BD59-A6C34878D82A}">
                    <a16:rowId xmlns:a16="http://schemas.microsoft.com/office/drawing/2014/main" val="10013"/>
                  </a:ext>
                </a:extLst>
              </a:tr>
              <a:tr h="340963">
                <a:tc vMerge="1">
                  <a:txBody>
                    <a:bodyPr/>
                    <a:lstStyle/>
                    <a:p>
                      <a:endParaRPr/>
                    </a:p>
                  </a:txBody>
                  <a:tcPr marL="0" marR="0" marT="1346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0000">
                        <a:alpha val="19999"/>
                      </a:srgbClr>
                    </a:solidFill>
                  </a:tcPr>
                </a:tc>
                <a:tc vMerge="1">
                  <a:txBody>
                    <a:bodyPr/>
                    <a:lstStyle/>
                    <a:p>
                      <a:endParaRPr/>
                    </a:p>
                  </a:txBody>
                  <a:tcPr marL="0" marR="0" marT="139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0000">
                        <a:alpha val="19999"/>
                      </a:srgbClr>
                    </a:solidFill>
                  </a:tcPr>
                </a:tc>
                <a:tc vMerge="1">
                  <a:txBody>
                    <a:bodyPr/>
                    <a:lstStyle/>
                    <a:p>
                      <a:endParaRPr/>
                    </a:p>
                  </a:txBody>
                  <a:tcPr marL="0" marR="0" marT="139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0000">
                        <a:alpha val="19999"/>
                      </a:srgbClr>
                    </a:solidFill>
                  </a:tcPr>
                </a:tc>
                <a:tc vMerge="1">
                  <a:txBody>
                    <a:bodyPr/>
                    <a:lstStyle/>
                    <a:p>
                      <a:endParaRPr/>
                    </a:p>
                  </a:txBody>
                  <a:tcPr marL="0" marR="0" marT="139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0000">
                        <a:alpha val="19999"/>
                      </a:srgbClr>
                    </a:solidFill>
                  </a:tcPr>
                </a:tc>
                <a:tc vMerge="1">
                  <a:txBody>
                    <a:bodyPr/>
                    <a:lstStyle/>
                    <a:p>
                      <a:endParaRPr/>
                    </a:p>
                  </a:txBody>
                  <a:tcPr marL="0" marR="0" marT="1346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000000">
                        <a:alpha val="19999"/>
                      </a:srgbClr>
                    </a:solidFill>
                  </a:tcPr>
                </a:tc>
                <a:tc>
                  <a:txBody>
                    <a:bodyPr/>
                    <a:lstStyle/>
                    <a:p>
                      <a:pPr algn="ctr">
                        <a:lnSpc>
                          <a:spcPct val="100000"/>
                        </a:lnSpc>
                        <a:spcBef>
                          <a:spcPts val="810"/>
                        </a:spcBef>
                      </a:pPr>
                      <a:r>
                        <a:rPr sz="1000" spc="-10" dirty="0"/>
                        <a:t>Inadequate</a:t>
                      </a:r>
                      <a:r>
                        <a:rPr sz="1000" spc="35" dirty="0"/>
                        <a:t> </a:t>
                      </a:r>
                      <a:r>
                        <a:rPr sz="1000" spc="-10" dirty="0"/>
                        <a:t>lubrication</a:t>
                      </a:r>
                      <a:endParaRPr sz="1000">
                        <a:latin typeface="Calibri"/>
                        <a:cs typeface="Calibri"/>
                      </a:endParaRPr>
                    </a:p>
                  </a:txBody>
                  <a:tcPr marL="0" marR="0" marT="102870" marB="0"/>
                </a:tc>
                <a:tc>
                  <a:txBody>
                    <a:bodyPr/>
                    <a:lstStyle/>
                    <a:p>
                      <a:pPr marL="1270" algn="ctr">
                        <a:lnSpc>
                          <a:spcPct val="100000"/>
                        </a:lnSpc>
                        <a:spcBef>
                          <a:spcPts val="810"/>
                        </a:spcBef>
                      </a:pPr>
                      <a:r>
                        <a:rPr sz="1000" spc="-50" dirty="0"/>
                        <a:t>6</a:t>
                      </a:r>
                      <a:endParaRPr sz="1000">
                        <a:latin typeface="Calibri"/>
                        <a:cs typeface="Calibri"/>
                      </a:endParaRPr>
                    </a:p>
                  </a:txBody>
                  <a:tcPr marL="0" marR="0" marT="102870" marB="0"/>
                </a:tc>
                <a:tc>
                  <a:txBody>
                    <a:bodyPr/>
                    <a:lstStyle/>
                    <a:p>
                      <a:pPr marL="1905" algn="ctr">
                        <a:lnSpc>
                          <a:spcPct val="100000"/>
                        </a:lnSpc>
                        <a:spcBef>
                          <a:spcPts val="810"/>
                        </a:spcBef>
                      </a:pPr>
                      <a:r>
                        <a:rPr sz="1000" spc="-50" dirty="0"/>
                        <a:t>2</a:t>
                      </a:r>
                      <a:endParaRPr sz="1000">
                        <a:latin typeface="Calibri"/>
                        <a:cs typeface="Calibri"/>
                      </a:endParaRPr>
                    </a:p>
                  </a:txBody>
                  <a:tcPr marL="0" marR="0" marT="102870" marB="0"/>
                </a:tc>
                <a:tc>
                  <a:txBody>
                    <a:bodyPr/>
                    <a:lstStyle/>
                    <a:p>
                      <a:pPr marL="1270" algn="ctr">
                        <a:lnSpc>
                          <a:spcPct val="100000"/>
                        </a:lnSpc>
                        <a:spcBef>
                          <a:spcPts val="810"/>
                        </a:spcBef>
                      </a:pPr>
                      <a:r>
                        <a:rPr sz="1000" spc="-25" dirty="0"/>
                        <a:t>108</a:t>
                      </a:r>
                      <a:endParaRPr sz="1000">
                        <a:latin typeface="Calibri"/>
                        <a:cs typeface="Calibri"/>
                      </a:endParaRPr>
                    </a:p>
                  </a:txBody>
                  <a:tcPr marL="0" marR="0" marT="102870" marB="0"/>
                </a:tc>
                <a:tc>
                  <a:txBody>
                    <a:bodyPr/>
                    <a:lstStyle/>
                    <a:p>
                      <a:pPr marL="112395">
                        <a:lnSpc>
                          <a:spcPct val="100000"/>
                        </a:lnSpc>
                        <a:spcBef>
                          <a:spcPts val="50"/>
                        </a:spcBef>
                      </a:pPr>
                      <a:r>
                        <a:rPr sz="1000" dirty="0"/>
                        <a:t>Provide</a:t>
                      </a:r>
                      <a:r>
                        <a:rPr sz="1000" spc="-5" dirty="0"/>
                        <a:t> </a:t>
                      </a:r>
                      <a:r>
                        <a:rPr sz="1000" spc="-10" dirty="0"/>
                        <a:t>lubrication</a:t>
                      </a:r>
                      <a:r>
                        <a:rPr sz="1000" spc="-15" dirty="0"/>
                        <a:t> </a:t>
                      </a:r>
                      <a:r>
                        <a:rPr sz="1000" spc="-25" dirty="0"/>
                        <a:t>in</a:t>
                      </a:r>
                      <a:endParaRPr sz="1000"/>
                    </a:p>
                    <a:p>
                      <a:pPr marL="176530">
                        <a:lnSpc>
                          <a:spcPct val="100000"/>
                        </a:lnSpc>
                        <a:spcBef>
                          <a:spcPts val="190"/>
                        </a:spcBef>
                      </a:pPr>
                      <a:r>
                        <a:rPr sz="1000" dirty="0"/>
                        <a:t>proper</a:t>
                      </a:r>
                      <a:r>
                        <a:rPr sz="1000" spc="-20" dirty="0"/>
                        <a:t> </a:t>
                      </a:r>
                      <a:r>
                        <a:rPr sz="1000" dirty="0"/>
                        <a:t>time</a:t>
                      </a:r>
                      <a:r>
                        <a:rPr sz="1000" spc="-20" dirty="0"/>
                        <a:t> </a:t>
                      </a:r>
                      <a:r>
                        <a:rPr sz="1000" spc="-10" dirty="0"/>
                        <a:t>period</a:t>
                      </a:r>
                      <a:endParaRPr sz="1000">
                        <a:latin typeface="Calibri"/>
                        <a:cs typeface="Calibri"/>
                      </a:endParaRPr>
                    </a:p>
                  </a:txBody>
                  <a:tcPr marL="0" marR="0" marT="6350" marB="0"/>
                </a:tc>
                <a:tc>
                  <a:txBody>
                    <a:bodyPr/>
                    <a:lstStyle/>
                    <a:p>
                      <a:pPr algn="ctr">
                        <a:lnSpc>
                          <a:spcPct val="100000"/>
                        </a:lnSpc>
                        <a:spcBef>
                          <a:spcPts val="810"/>
                        </a:spcBef>
                      </a:pPr>
                      <a:r>
                        <a:rPr sz="1000" spc="-50" dirty="0"/>
                        <a:t>4</a:t>
                      </a:r>
                      <a:endParaRPr sz="1000">
                        <a:latin typeface="Calibri"/>
                        <a:cs typeface="Calibri"/>
                      </a:endParaRPr>
                    </a:p>
                  </a:txBody>
                  <a:tcPr marL="0" marR="0" marT="102870" marB="0"/>
                </a:tc>
                <a:tc>
                  <a:txBody>
                    <a:bodyPr/>
                    <a:lstStyle/>
                    <a:p>
                      <a:pPr marL="1905" algn="ctr">
                        <a:lnSpc>
                          <a:spcPct val="100000"/>
                        </a:lnSpc>
                        <a:spcBef>
                          <a:spcPts val="810"/>
                        </a:spcBef>
                      </a:pPr>
                      <a:r>
                        <a:rPr sz="1000" spc="-50" dirty="0"/>
                        <a:t>6</a:t>
                      </a:r>
                      <a:endParaRPr sz="1000">
                        <a:latin typeface="Calibri"/>
                        <a:cs typeface="Calibri"/>
                      </a:endParaRPr>
                    </a:p>
                  </a:txBody>
                  <a:tcPr marL="0" marR="0" marT="102870" marB="0"/>
                </a:tc>
                <a:tc>
                  <a:txBody>
                    <a:bodyPr/>
                    <a:lstStyle/>
                    <a:p>
                      <a:pPr marL="1270" algn="ctr">
                        <a:lnSpc>
                          <a:spcPct val="100000"/>
                        </a:lnSpc>
                        <a:spcBef>
                          <a:spcPts val="810"/>
                        </a:spcBef>
                      </a:pPr>
                      <a:r>
                        <a:rPr sz="1000" spc="-50" dirty="0"/>
                        <a:t>1</a:t>
                      </a:r>
                      <a:endParaRPr sz="1000">
                        <a:latin typeface="Calibri"/>
                        <a:cs typeface="Calibri"/>
                      </a:endParaRPr>
                    </a:p>
                  </a:txBody>
                  <a:tcPr marL="0" marR="0" marT="102870" marB="0"/>
                </a:tc>
                <a:tc>
                  <a:txBody>
                    <a:bodyPr/>
                    <a:lstStyle/>
                    <a:p>
                      <a:pPr algn="ctr">
                        <a:lnSpc>
                          <a:spcPct val="100000"/>
                        </a:lnSpc>
                        <a:spcBef>
                          <a:spcPts val="810"/>
                        </a:spcBef>
                      </a:pPr>
                      <a:r>
                        <a:rPr sz="1000" spc="-25" dirty="0"/>
                        <a:t>24</a:t>
                      </a:r>
                      <a:endParaRPr sz="1000" dirty="0">
                        <a:latin typeface="Calibri"/>
                        <a:cs typeface="Calibri"/>
                      </a:endParaRPr>
                    </a:p>
                  </a:txBody>
                  <a:tcPr marL="0" marR="0" marT="102870" marB="0"/>
                </a:tc>
                <a:extLst>
                  <a:ext uri="{0D108BD9-81ED-4DB2-BD59-A6C34878D82A}">
                    <a16:rowId xmlns:a16="http://schemas.microsoft.com/office/drawing/2014/main" val="10014"/>
                  </a:ext>
                </a:extLst>
              </a:tr>
            </a:tbl>
          </a:graphicData>
        </a:graphic>
      </p:graphicFrame>
      <p:sp>
        <p:nvSpPr>
          <p:cNvPr id="13" name="TextBox 12">
            <a:extLst>
              <a:ext uri="{FF2B5EF4-FFF2-40B4-BE49-F238E27FC236}">
                <a16:creationId xmlns:a16="http://schemas.microsoft.com/office/drawing/2014/main" id="{E2F28E6B-9F2B-890A-C3CD-E288D9E073CE}"/>
              </a:ext>
            </a:extLst>
          </p:cNvPr>
          <p:cNvSpPr txBox="1"/>
          <p:nvPr/>
        </p:nvSpPr>
        <p:spPr>
          <a:xfrm>
            <a:off x="766916" y="294553"/>
            <a:ext cx="9461091" cy="400110"/>
          </a:xfrm>
          <a:prstGeom prst="rect">
            <a:avLst/>
          </a:prstGeom>
          <a:noFill/>
        </p:spPr>
        <p:txBody>
          <a:bodyPr wrap="square">
            <a:spAutoFit/>
          </a:bodyPr>
          <a:lstStyle/>
          <a:p>
            <a:pPr algn="ctr"/>
            <a:r>
              <a:rPr lang="en-IN" sz="2000" b="1" spc="-10" dirty="0">
                <a:latin typeface="Times New Roman" panose="02020603050405020304" pitchFamily="18" charset="0"/>
                <a:cs typeface="Times New Roman" panose="02020603050405020304" pitchFamily="18" charset="0"/>
              </a:rPr>
              <a:t>DFMEA</a:t>
            </a:r>
            <a:endParaRPr lang="en-IN" sz="2000" b="1" dirty="0">
              <a:latin typeface="Times New Roman" panose="02020603050405020304" pitchFamily="18" charset="0"/>
              <a:cs typeface="Times New Roman" panose="02020603050405020304" pitchFamily="18" charset="0"/>
            </a:endParaRPr>
          </a:p>
        </p:txBody>
      </p:sp>
      <p:pic>
        <p:nvPicPr>
          <p:cNvPr id="14" name="Picture 13">
            <a:extLst>
              <a:ext uri="{FF2B5EF4-FFF2-40B4-BE49-F238E27FC236}">
                <a16:creationId xmlns:a16="http://schemas.microsoft.com/office/drawing/2014/main" id="{7FAD1B6E-EEA7-D152-E12C-BCECC580568B}"/>
              </a:ext>
            </a:extLst>
          </p:cNvPr>
          <p:cNvPicPr>
            <a:picLocks noChangeAspect="1"/>
          </p:cNvPicPr>
          <p:nvPr/>
        </p:nvPicPr>
        <p:blipFill>
          <a:blip r:embed="rId3">
            <a:alphaModFix amt="5000"/>
            <a:extLst>
              <a:ext uri="{28A0092B-C50C-407E-A947-70E740481C1C}">
                <a14:useLocalDpi xmlns:a14="http://schemas.microsoft.com/office/drawing/2010/main" val="0"/>
              </a:ext>
            </a:extLst>
          </a:blip>
          <a:srcRect l="13134" t="29924" r="4696" b="19206"/>
          <a:stretch/>
        </p:blipFill>
        <p:spPr>
          <a:xfrm>
            <a:off x="1555957" y="348505"/>
            <a:ext cx="8672050" cy="6032267"/>
          </a:xfrm>
          <a:prstGeom prst="rect">
            <a:avLst/>
          </a:prstGeom>
        </p:spPr>
      </p:pic>
    </p:spTree>
    <p:extLst>
      <p:ext uri="{BB962C8B-B14F-4D97-AF65-F5344CB8AC3E}">
        <p14:creationId xmlns:p14="http://schemas.microsoft.com/office/powerpoint/2010/main" val="1199539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041E86-5FD6-631E-EB66-612B720FCB76}"/>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E5368FEF-6A63-8187-7D38-66E5401578C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009878" y="0"/>
            <a:ext cx="1037095" cy="1037095"/>
          </a:xfrm>
          <a:prstGeom prst="rect">
            <a:avLst/>
          </a:prstGeom>
        </p:spPr>
      </p:pic>
      <p:pic>
        <p:nvPicPr>
          <p:cNvPr id="9" name="Picture 8">
            <a:extLst>
              <a:ext uri="{FF2B5EF4-FFF2-40B4-BE49-F238E27FC236}">
                <a16:creationId xmlns:a16="http://schemas.microsoft.com/office/drawing/2014/main" id="{101042EC-A785-7619-B710-BC83A2B9FF9F}"/>
              </a:ext>
            </a:extLst>
          </p:cNvPr>
          <p:cNvPicPr>
            <a:picLocks noChangeAspect="1"/>
          </p:cNvPicPr>
          <p:nvPr/>
        </p:nvPicPr>
        <p:blipFill>
          <a:blip r:embed="rId3">
            <a:extLst>
              <a:ext uri="{28A0092B-C50C-407E-A947-70E740481C1C}">
                <a14:useLocalDpi xmlns:a14="http://schemas.microsoft.com/office/drawing/2010/main" val="0"/>
              </a:ext>
            </a:extLst>
          </a:blip>
          <a:srcRect l="17306" t="32895" r="7356" b="22368"/>
          <a:stretch/>
        </p:blipFill>
        <p:spPr>
          <a:xfrm>
            <a:off x="145027" y="76201"/>
            <a:ext cx="1172705" cy="752301"/>
          </a:xfrm>
          <a:prstGeom prst="rect">
            <a:avLst/>
          </a:prstGeom>
        </p:spPr>
      </p:pic>
      <p:sp>
        <p:nvSpPr>
          <p:cNvPr id="4" name="Footer Placeholder 9">
            <a:extLst>
              <a:ext uri="{FF2B5EF4-FFF2-40B4-BE49-F238E27FC236}">
                <a16:creationId xmlns:a16="http://schemas.microsoft.com/office/drawing/2014/main" id="{AA36B0FA-D844-608E-DCB3-623A692D099C}"/>
              </a:ext>
            </a:extLst>
          </p:cNvPr>
          <p:cNvSpPr>
            <a:spLocks noGrp="1"/>
          </p:cNvSpPr>
          <p:nvPr>
            <p:ph type="ftr" sz="quarter" idx="11"/>
          </p:nvPr>
        </p:nvSpPr>
        <p:spPr>
          <a:xfrm>
            <a:off x="235975" y="6326854"/>
            <a:ext cx="11366090" cy="501650"/>
          </a:xfrm>
        </p:spPr>
        <p:txBody>
          <a:bodyPr/>
          <a:lstStyle/>
          <a:p>
            <a:pPr algn="l"/>
            <a:r>
              <a:rPr lang="en-US" sz="1600" b="1" dirty="0">
                <a:solidFill>
                  <a:srgbClr val="002060"/>
                </a:solidFill>
                <a:latin typeface="Times New Roman" pitchFamily="18" charset="0"/>
                <a:cs typeface="Times New Roman" pitchFamily="18" charset="0"/>
              </a:rPr>
              <a:t>www.aimsacademys.org </a:t>
            </a:r>
            <a:r>
              <a:rPr lang="en-US" sz="1600" b="1" dirty="0">
                <a:solidFill>
                  <a:schemeClr val="accent6">
                    <a:lumMod val="75000"/>
                  </a:schemeClr>
                </a:solidFill>
                <a:latin typeface="Times New Roman" pitchFamily="18" charset="0"/>
                <a:cs typeface="Times New Roman" pitchFamily="18" charset="0"/>
              </a:rPr>
              <a:t>  	 	                                </a:t>
            </a:r>
            <a:r>
              <a:rPr lang="en-US" sz="1600" b="1" dirty="0">
                <a:solidFill>
                  <a:srgbClr val="002060"/>
                </a:solidFill>
                <a:latin typeface="Times New Roman" pitchFamily="18" charset="0"/>
                <a:cs typeface="Times New Roman" pitchFamily="18" charset="0"/>
              </a:rPr>
              <a:t>Season:05 		                                                        AIMS/KEC              </a:t>
            </a:r>
          </a:p>
        </p:txBody>
      </p:sp>
      <p:graphicFrame>
        <p:nvGraphicFramePr>
          <p:cNvPr id="2" name="object 3">
            <a:extLst>
              <a:ext uri="{FF2B5EF4-FFF2-40B4-BE49-F238E27FC236}">
                <a16:creationId xmlns:a16="http://schemas.microsoft.com/office/drawing/2014/main" id="{558627FF-9DE1-2DEF-0BA7-4D0911011E88}"/>
              </a:ext>
            </a:extLst>
          </p:cNvPr>
          <p:cNvGraphicFramePr>
            <a:graphicFrameLocks noGrp="1"/>
          </p:cNvGraphicFramePr>
          <p:nvPr>
            <p:extLst>
              <p:ext uri="{D42A27DB-BD31-4B8C-83A1-F6EECF244321}">
                <p14:modId xmlns:p14="http://schemas.microsoft.com/office/powerpoint/2010/main" val="262431266"/>
              </p:ext>
            </p:extLst>
          </p:nvPr>
        </p:nvGraphicFramePr>
        <p:xfrm>
          <a:off x="316382" y="1037095"/>
          <a:ext cx="11501993" cy="5335980"/>
        </p:xfrm>
        <a:graphic>
          <a:graphicData uri="http://schemas.openxmlformats.org/drawingml/2006/table">
            <a:tbl>
              <a:tblPr firstRow="1" bandRow="1">
                <a:tableStyleId>{5DA37D80-6434-44D0-A028-1B22A696006F}</a:tableStyleId>
              </a:tblPr>
              <a:tblGrid>
                <a:gridCol w="1102160">
                  <a:extLst>
                    <a:ext uri="{9D8B030D-6E8A-4147-A177-3AD203B41FA5}">
                      <a16:colId xmlns:a16="http://schemas.microsoft.com/office/drawing/2014/main" val="20000"/>
                    </a:ext>
                  </a:extLst>
                </a:gridCol>
                <a:gridCol w="2475975">
                  <a:extLst>
                    <a:ext uri="{9D8B030D-6E8A-4147-A177-3AD203B41FA5}">
                      <a16:colId xmlns:a16="http://schemas.microsoft.com/office/drawing/2014/main" val="20001"/>
                    </a:ext>
                  </a:extLst>
                </a:gridCol>
                <a:gridCol w="5303544">
                  <a:extLst>
                    <a:ext uri="{9D8B030D-6E8A-4147-A177-3AD203B41FA5}">
                      <a16:colId xmlns:a16="http://schemas.microsoft.com/office/drawing/2014/main" val="20002"/>
                    </a:ext>
                  </a:extLst>
                </a:gridCol>
                <a:gridCol w="2620314">
                  <a:extLst>
                    <a:ext uri="{9D8B030D-6E8A-4147-A177-3AD203B41FA5}">
                      <a16:colId xmlns:a16="http://schemas.microsoft.com/office/drawing/2014/main" val="20003"/>
                    </a:ext>
                  </a:extLst>
                </a:gridCol>
              </a:tblGrid>
              <a:tr h="528564">
                <a:tc>
                  <a:txBody>
                    <a:bodyPr/>
                    <a:lstStyle/>
                    <a:p>
                      <a:pPr marR="67310" algn="ctr">
                        <a:lnSpc>
                          <a:spcPct val="100000"/>
                        </a:lnSpc>
                        <a:spcBef>
                          <a:spcPts val="1550"/>
                        </a:spcBef>
                      </a:pPr>
                      <a:r>
                        <a:rPr sz="1400" b="1" dirty="0"/>
                        <a:t>Sr</a:t>
                      </a:r>
                      <a:r>
                        <a:rPr sz="1400" b="1" spc="-20" dirty="0"/>
                        <a:t> </a:t>
                      </a:r>
                      <a:r>
                        <a:rPr sz="1400" b="1" spc="-25" dirty="0"/>
                        <a:t>no.</a:t>
                      </a:r>
                      <a:endParaRPr sz="1400">
                        <a:latin typeface="Calibri"/>
                        <a:cs typeface="Calibri"/>
                      </a:endParaRPr>
                    </a:p>
                  </a:txBody>
                  <a:tcPr marL="0" marR="0" marT="196850" marB="0"/>
                </a:tc>
                <a:tc>
                  <a:txBody>
                    <a:bodyPr/>
                    <a:lstStyle/>
                    <a:p>
                      <a:pPr marL="4445" algn="ctr">
                        <a:lnSpc>
                          <a:spcPct val="100000"/>
                        </a:lnSpc>
                        <a:spcBef>
                          <a:spcPts val="1550"/>
                        </a:spcBef>
                      </a:pPr>
                      <a:r>
                        <a:rPr sz="1400" b="1" spc="-10" dirty="0"/>
                        <a:t>Parameter</a:t>
                      </a:r>
                      <a:endParaRPr sz="1400">
                        <a:latin typeface="Calibri"/>
                        <a:cs typeface="Calibri"/>
                      </a:endParaRPr>
                    </a:p>
                  </a:txBody>
                  <a:tcPr marL="0" marR="0" marT="196850" marB="0"/>
                </a:tc>
                <a:tc>
                  <a:txBody>
                    <a:bodyPr/>
                    <a:lstStyle/>
                    <a:p>
                      <a:pPr marR="70485" algn="ctr">
                        <a:lnSpc>
                          <a:spcPct val="100000"/>
                        </a:lnSpc>
                        <a:spcBef>
                          <a:spcPts val="1550"/>
                        </a:spcBef>
                      </a:pPr>
                      <a:r>
                        <a:rPr sz="1400" b="1" spc="-10" dirty="0"/>
                        <a:t>Method</a:t>
                      </a:r>
                      <a:r>
                        <a:rPr sz="1400" b="1" spc="-45" dirty="0"/>
                        <a:t> </a:t>
                      </a:r>
                      <a:r>
                        <a:rPr sz="1400" b="1" dirty="0"/>
                        <a:t>of</a:t>
                      </a:r>
                      <a:r>
                        <a:rPr sz="1400" b="1" spc="-10" dirty="0"/>
                        <a:t> Checking</a:t>
                      </a:r>
                      <a:endParaRPr sz="1400">
                        <a:latin typeface="Calibri"/>
                        <a:cs typeface="Calibri"/>
                      </a:endParaRPr>
                    </a:p>
                  </a:txBody>
                  <a:tcPr marL="0" marR="0" marT="196850" marB="0"/>
                </a:tc>
                <a:tc>
                  <a:txBody>
                    <a:bodyPr/>
                    <a:lstStyle/>
                    <a:p>
                      <a:pPr marL="646430" algn="l">
                        <a:lnSpc>
                          <a:spcPct val="100000"/>
                        </a:lnSpc>
                        <a:spcBef>
                          <a:spcPts val="1550"/>
                        </a:spcBef>
                      </a:pPr>
                      <a:r>
                        <a:rPr sz="1400" b="1" dirty="0"/>
                        <a:t>Design</a:t>
                      </a:r>
                      <a:r>
                        <a:rPr sz="1400" b="1" spc="-45" dirty="0"/>
                        <a:t> </a:t>
                      </a:r>
                      <a:r>
                        <a:rPr sz="1400" b="1" spc="-10" dirty="0"/>
                        <a:t>Value</a:t>
                      </a:r>
                      <a:endParaRPr sz="1400" dirty="0">
                        <a:latin typeface="Calibri"/>
                        <a:cs typeface="Calibri"/>
                      </a:endParaRPr>
                    </a:p>
                  </a:txBody>
                  <a:tcPr marL="0" marR="0" marT="196850" marB="0"/>
                </a:tc>
                <a:extLst>
                  <a:ext uri="{0D108BD9-81ED-4DB2-BD59-A6C34878D82A}">
                    <a16:rowId xmlns:a16="http://schemas.microsoft.com/office/drawing/2014/main" val="10000"/>
                  </a:ext>
                </a:extLst>
              </a:tr>
              <a:tr h="528564">
                <a:tc>
                  <a:txBody>
                    <a:bodyPr/>
                    <a:lstStyle/>
                    <a:p>
                      <a:pPr marR="69850" algn="ctr">
                        <a:lnSpc>
                          <a:spcPct val="100000"/>
                        </a:lnSpc>
                        <a:spcBef>
                          <a:spcPts val="1555"/>
                        </a:spcBef>
                      </a:pPr>
                      <a:r>
                        <a:rPr sz="1400" spc="-50" dirty="0"/>
                        <a:t>1</a:t>
                      </a:r>
                      <a:endParaRPr sz="1400">
                        <a:latin typeface="Calibri"/>
                        <a:cs typeface="Calibri"/>
                      </a:endParaRPr>
                    </a:p>
                  </a:txBody>
                  <a:tcPr marL="0" marR="0" marT="197485" marB="0"/>
                </a:tc>
                <a:tc>
                  <a:txBody>
                    <a:bodyPr/>
                    <a:lstStyle/>
                    <a:p>
                      <a:pPr marL="16510" algn="ctr">
                        <a:lnSpc>
                          <a:spcPct val="100000"/>
                        </a:lnSpc>
                        <a:spcBef>
                          <a:spcPts val="1555"/>
                        </a:spcBef>
                      </a:pPr>
                      <a:r>
                        <a:rPr sz="1400" dirty="0"/>
                        <a:t>Wheel</a:t>
                      </a:r>
                      <a:r>
                        <a:rPr sz="1400" spc="-55" dirty="0"/>
                        <a:t> </a:t>
                      </a:r>
                      <a:r>
                        <a:rPr sz="1400" spc="-20" dirty="0"/>
                        <a:t>base</a:t>
                      </a:r>
                      <a:endParaRPr sz="1400">
                        <a:latin typeface="Calibri"/>
                        <a:cs typeface="Calibri"/>
                      </a:endParaRPr>
                    </a:p>
                  </a:txBody>
                  <a:tcPr marL="0" marR="0" marT="197485" marB="0"/>
                </a:tc>
                <a:tc>
                  <a:txBody>
                    <a:bodyPr/>
                    <a:lstStyle/>
                    <a:p>
                      <a:pPr marL="1464945" marR="189230" indent="-1363980">
                        <a:lnSpc>
                          <a:spcPct val="112900"/>
                        </a:lnSpc>
                        <a:spcBef>
                          <a:spcPts val="340"/>
                        </a:spcBef>
                      </a:pPr>
                      <a:r>
                        <a:rPr sz="1400" spc="-10" dirty="0"/>
                        <a:t>Distance</a:t>
                      </a:r>
                      <a:r>
                        <a:rPr sz="1400" spc="-55" dirty="0"/>
                        <a:t> </a:t>
                      </a:r>
                      <a:r>
                        <a:rPr sz="1400" spc="-10" dirty="0"/>
                        <a:t>from</a:t>
                      </a:r>
                      <a:r>
                        <a:rPr sz="1400" spc="-70" dirty="0"/>
                        <a:t> </a:t>
                      </a:r>
                      <a:r>
                        <a:rPr sz="1400" spc="-10" dirty="0"/>
                        <a:t>center</a:t>
                      </a:r>
                      <a:r>
                        <a:rPr sz="1400" spc="-30" dirty="0"/>
                        <a:t> </a:t>
                      </a:r>
                      <a:r>
                        <a:rPr sz="1400" dirty="0"/>
                        <a:t>of</a:t>
                      </a:r>
                      <a:r>
                        <a:rPr sz="1400" spc="-25" dirty="0"/>
                        <a:t> </a:t>
                      </a:r>
                      <a:r>
                        <a:rPr sz="1400" spc="-10" dirty="0"/>
                        <a:t>front</a:t>
                      </a:r>
                      <a:r>
                        <a:rPr sz="1400" spc="-50" dirty="0"/>
                        <a:t> </a:t>
                      </a:r>
                      <a:r>
                        <a:rPr sz="1400" dirty="0"/>
                        <a:t>wheel</a:t>
                      </a:r>
                      <a:r>
                        <a:rPr sz="1400" spc="-15" dirty="0"/>
                        <a:t> </a:t>
                      </a:r>
                      <a:r>
                        <a:rPr sz="1400" dirty="0"/>
                        <a:t>to</a:t>
                      </a:r>
                      <a:r>
                        <a:rPr sz="1400" spc="-15" dirty="0"/>
                        <a:t> </a:t>
                      </a:r>
                      <a:r>
                        <a:rPr sz="1400" spc="-10" dirty="0"/>
                        <a:t>center</a:t>
                      </a:r>
                      <a:r>
                        <a:rPr sz="1400" spc="-40" dirty="0"/>
                        <a:t> </a:t>
                      </a:r>
                      <a:r>
                        <a:rPr sz="1400" dirty="0"/>
                        <a:t>of</a:t>
                      </a:r>
                      <a:r>
                        <a:rPr sz="1400" spc="-25" dirty="0"/>
                        <a:t> </a:t>
                      </a:r>
                      <a:r>
                        <a:rPr sz="1400" dirty="0"/>
                        <a:t>rear</a:t>
                      </a:r>
                      <a:r>
                        <a:rPr sz="1400" spc="-40" dirty="0"/>
                        <a:t> </a:t>
                      </a:r>
                      <a:r>
                        <a:rPr sz="1400" spc="-10" dirty="0"/>
                        <a:t>wheel </a:t>
                      </a:r>
                      <a:r>
                        <a:rPr sz="1400" dirty="0"/>
                        <a:t>using</a:t>
                      </a:r>
                      <a:r>
                        <a:rPr sz="1400" spc="-10" dirty="0"/>
                        <a:t> measuring </a:t>
                      </a:r>
                      <a:r>
                        <a:rPr sz="1400" spc="-20" dirty="0"/>
                        <a:t>tape</a:t>
                      </a:r>
                      <a:endParaRPr sz="1400">
                        <a:latin typeface="Calibri"/>
                        <a:cs typeface="Calibri"/>
                      </a:endParaRPr>
                    </a:p>
                  </a:txBody>
                  <a:tcPr marL="0" marR="0" marT="43180" marB="0"/>
                </a:tc>
                <a:tc>
                  <a:txBody>
                    <a:bodyPr/>
                    <a:lstStyle/>
                    <a:p>
                      <a:pPr marL="36830" algn="ctr">
                        <a:lnSpc>
                          <a:spcPct val="100000"/>
                        </a:lnSpc>
                        <a:spcBef>
                          <a:spcPts val="1555"/>
                        </a:spcBef>
                      </a:pPr>
                      <a:r>
                        <a:rPr sz="1400" dirty="0"/>
                        <a:t>4</a:t>
                      </a:r>
                      <a:r>
                        <a:rPr lang="en-US" sz="1400" dirty="0"/>
                        <a:t>0</a:t>
                      </a:r>
                      <a:r>
                        <a:rPr sz="1400" spc="-20" dirty="0"/>
                        <a:t> inch</a:t>
                      </a:r>
                      <a:endParaRPr sz="1400" dirty="0">
                        <a:latin typeface="Calibri"/>
                        <a:cs typeface="Calibri"/>
                      </a:endParaRPr>
                    </a:p>
                  </a:txBody>
                  <a:tcPr marL="0" marR="0" marT="197485" marB="0"/>
                </a:tc>
                <a:extLst>
                  <a:ext uri="{0D108BD9-81ED-4DB2-BD59-A6C34878D82A}">
                    <a16:rowId xmlns:a16="http://schemas.microsoft.com/office/drawing/2014/main" val="10001"/>
                  </a:ext>
                </a:extLst>
              </a:tr>
              <a:tr h="529163">
                <a:tc>
                  <a:txBody>
                    <a:bodyPr/>
                    <a:lstStyle/>
                    <a:p>
                      <a:pPr marR="69850" algn="ctr">
                        <a:lnSpc>
                          <a:spcPct val="100000"/>
                        </a:lnSpc>
                        <a:spcBef>
                          <a:spcPts val="1555"/>
                        </a:spcBef>
                      </a:pPr>
                      <a:r>
                        <a:rPr sz="1400" spc="-50" dirty="0"/>
                        <a:t>2</a:t>
                      </a:r>
                      <a:endParaRPr sz="1400">
                        <a:latin typeface="Calibri"/>
                        <a:cs typeface="Calibri"/>
                      </a:endParaRPr>
                    </a:p>
                  </a:txBody>
                  <a:tcPr marL="0" marR="0" marT="197485" marB="0"/>
                </a:tc>
                <a:tc>
                  <a:txBody>
                    <a:bodyPr/>
                    <a:lstStyle/>
                    <a:p>
                      <a:pPr marL="17780" algn="ctr">
                        <a:lnSpc>
                          <a:spcPct val="100000"/>
                        </a:lnSpc>
                        <a:spcBef>
                          <a:spcPts val="1555"/>
                        </a:spcBef>
                      </a:pPr>
                      <a:r>
                        <a:rPr sz="1400" dirty="0"/>
                        <a:t>Wheel</a:t>
                      </a:r>
                      <a:r>
                        <a:rPr sz="1400" spc="-55" dirty="0"/>
                        <a:t> </a:t>
                      </a:r>
                      <a:r>
                        <a:rPr sz="1400" spc="-10" dirty="0"/>
                        <a:t>track</a:t>
                      </a:r>
                      <a:endParaRPr sz="1400">
                        <a:latin typeface="Calibri"/>
                        <a:cs typeface="Calibri"/>
                      </a:endParaRPr>
                    </a:p>
                  </a:txBody>
                  <a:tcPr marL="0" marR="0" marT="197485" marB="0"/>
                </a:tc>
                <a:tc>
                  <a:txBody>
                    <a:bodyPr/>
                    <a:lstStyle/>
                    <a:p>
                      <a:pPr marL="1022985" marR="191770" indent="-906780">
                        <a:lnSpc>
                          <a:spcPct val="112900"/>
                        </a:lnSpc>
                        <a:spcBef>
                          <a:spcPts val="340"/>
                        </a:spcBef>
                      </a:pPr>
                      <a:r>
                        <a:rPr sz="1400" dirty="0"/>
                        <a:t>Minimum</a:t>
                      </a:r>
                      <a:r>
                        <a:rPr sz="1400" spc="-30" dirty="0"/>
                        <a:t> </a:t>
                      </a:r>
                      <a:r>
                        <a:rPr sz="1400" spc="-10" dirty="0"/>
                        <a:t>distance</a:t>
                      </a:r>
                      <a:r>
                        <a:rPr sz="1400" spc="-40" dirty="0"/>
                        <a:t> </a:t>
                      </a:r>
                      <a:r>
                        <a:rPr sz="1400" spc="-10" dirty="0"/>
                        <a:t>between</a:t>
                      </a:r>
                      <a:r>
                        <a:rPr sz="1400" spc="-15" dirty="0"/>
                        <a:t> </a:t>
                      </a:r>
                      <a:r>
                        <a:rPr sz="1400" spc="-10" dirty="0"/>
                        <a:t>center</a:t>
                      </a:r>
                      <a:r>
                        <a:rPr sz="1400" spc="-40" dirty="0"/>
                        <a:t> </a:t>
                      </a:r>
                      <a:r>
                        <a:rPr sz="1400" dirty="0"/>
                        <a:t>of</a:t>
                      </a:r>
                      <a:r>
                        <a:rPr sz="1400" spc="-30" dirty="0"/>
                        <a:t> </a:t>
                      </a:r>
                      <a:r>
                        <a:rPr sz="1400" dirty="0"/>
                        <a:t>both</a:t>
                      </a:r>
                      <a:r>
                        <a:rPr sz="1400" spc="-20" dirty="0"/>
                        <a:t> </a:t>
                      </a:r>
                      <a:r>
                        <a:rPr sz="1400" spc="-10" dirty="0"/>
                        <a:t>front</a:t>
                      </a:r>
                      <a:r>
                        <a:rPr sz="1400" spc="-60" dirty="0"/>
                        <a:t> </a:t>
                      </a:r>
                      <a:r>
                        <a:rPr sz="1400" dirty="0"/>
                        <a:t>wheels</a:t>
                      </a:r>
                      <a:r>
                        <a:rPr sz="1400" spc="-10" dirty="0"/>
                        <a:t> </a:t>
                      </a:r>
                      <a:r>
                        <a:rPr sz="1400" spc="-25" dirty="0"/>
                        <a:t>or </a:t>
                      </a:r>
                      <a:r>
                        <a:rPr sz="1400" spc="-10" dirty="0"/>
                        <a:t>rear</a:t>
                      </a:r>
                      <a:r>
                        <a:rPr sz="1400" spc="-70" dirty="0"/>
                        <a:t> </a:t>
                      </a:r>
                      <a:r>
                        <a:rPr sz="1400" dirty="0"/>
                        <a:t>wheels</a:t>
                      </a:r>
                      <a:r>
                        <a:rPr sz="1400" spc="-25" dirty="0"/>
                        <a:t> </a:t>
                      </a:r>
                      <a:r>
                        <a:rPr sz="1400" dirty="0"/>
                        <a:t>using</a:t>
                      </a:r>
                      <a:r>
                        <a:rPr sz="1400" spc="-40" dirty="0"/>
                        <a:t> </a:t>
                      </a:r>
                      <a:r>
                        <a:rPr sz="1400" dirty="0"/>
                        <a:t>measuring</a:t>
                      </a:r>
                      <a:r>
                        <a:rPr sz="1400" spc="-20" dirty="0"/>
                        <a:t> tape</a:t>
                      </a:r>
                      <a:endParaRPr sz="1400">
                        <a:latin typeface="Calibri"/>
                        <a:cs typeface="Calibri"/>
                      </a:endParaRPr>
                    </a:p>
                  </a:txBody>
                  <a:tcPr marL="0" marR="0" marT="43180" marB="0"/>
                </a:tc>
                <a:tc>
                  <a:txBody>
                    <a:bodyPr/>
                    <a:lstStyle/>
                    <a:p>
                      <a:pPr algn="ctr">
                        <a:lnSpc>
                          <a:spcPct val="100000"/>
                        </a:lnSpc>
                        <a:spcBef>
                          <a:spcPts val="1555"/>
                        </a:spcBef>
                      </a:pPr>
                      <a:r>
                        <a:rPr sz="1400" dirty="0"/>
                        <a:t>38</a:t>
                      </a:r>
                      <a:r>
                        <a:rPr sz="1400" spc="-30" dirty="0"/>
                        <a:t> </a:t>
                      </a:r>
                      <a:r>
                        <a:rPr sz="1400" spc="-20" dirty="0"/>
                        <a:t>inch</a:t>
                      </a:r>
                      <a:endParaRPr sz="1400" dirty="0">
                        <a:latin typeface="Calibri"/>
                        <a:cs typeface="Calibri"/>
                      </a:endParaRPr>
                    </a:p>
                  </a:txBody>
                  <a:tcPr marL="0" marR="0" marT="197485" marB="0"/>
                </a:tc>
                <a:extLst>
                  <a:ext uri="{0D108BD9-81ED-4DB2-BD59-A6C34878D82A}">
                    <a16:rowId xmlns:a16="http://schemas.microsoft.com/office/drawing/2014/main" val="10002"/>
                  </a:ext>
                </a:extLst>
              </a:tr>
              <a:tr h="529163">
                <a:tc>
                  <a:txBody>
                    <a:bodyPr/>
                    <a:lstStyle/>
                    <a:p>
                      <a:pPr marR="69850" algn="ctr">
                        <a:lnSpc>
                          <a:spcPct val="100000"/>
                        </a:lnSpc>
                        <a:spcBef>
                          <a:spcPts val="1555"/>
                        </a:spcBef>
                      </a:pPr>
                      <a:r>
                        <a:rPr sz="1400" spc="-50" dirty="0"/>
                        <a:t>3</a:t>
                      </a:r>
                      <a:endParaRPr sz="1400">
                        <a:latin typeface="Calibri"/>
                        <a:cs typeface="Calibri"/>
                      </a:endParaRPr>
                    </a:p>
                  </a:txBody>
                  <a:tcPr marL="0" marR="0" marT="197485" marB="0"/>
                </a:tc>
                <a:tc>
                  <a:txBody>
                    <a:bodyPr/>
                    <a:lstStyle/>
                    <a:p>
                      <a:pPr marL="6985" algn="ctr">
                        <a:lnSpc>
                          <a:spcPct val="100000"/>
                        </a:lnSpc>
                        <a:spcBef>
                          <a:spcPts val="1555"/>
                        </a:spcBef>
                      </a:pPr>
                      <a:r>
                        <a:rPr sz="1400" spc="-10" dirty="0"/>
                        <a:t>Weight</a:t>
                      </a:r>
                      <a:endParaRPr sz="1400">
                        <a:latin typeface="Calibri"/>
                        <a:cs typeface="Calibri"/>
                      </a:endParaRPr>
                    </a:p>
                  </a:txBody>
                  <a:tcPr marL="0" marR="0" marT="197485" marB="0"/>
                </a:tc>
                <a:tc>
                  <a:txBody>
                    <a:bodyPr/>
                    <a:lstStyle/>
                    <a:p>
                      <a:pPr marL="1069975" marR="493395" indent="-609600">
                        <a:lnSpc>
                          <a:spcPct val="112999"/>
                        </a:lnSpc>
                        <a:spcBef>
                          <a:spcPts val="340"/>
                        </a:spcBef>
                      </a:pPr>
                      <a:r>
                        <a:rPr sz="1400" spc="-20" dirty="0"/>
                        <a:t>Weight</a:t>
                      </a:r>
                      <a:r>
                        <a:rPr sz="1400" spc="-10" dirty="0"/>
                        <a:t> </a:t>
                      </a:r>
                      <a:r>
                        <a:rPr sz="1400" dirty="0"/>
                        <a:t>of</a:t>
                      </a:r>
                      <a:r>
                        <a:rPr sz="1400" spc="-65" dirty="0"/>
                        <a:t> </a:t>
                      </a:r>
                      <a:r>
                        <a:rPr sz="1400" dirty="0"/>
                        <a:t>vehicle</a:t>
                      </a:r>
                      <a:r>
                        <a:rPr sz="1400" spc="-20" dirty="0"/>
                        <a:t> </a:t>
                      </a:r>
                      <a:r>
                        <a:rPr sz="1400" dirty="0"/>
                        <a:t>without</a:t>
                      </a:r>
                      <a:r>
                        <a:rPr sz="1400" spc="-25" dirty="0"/>
                        <a:t> </a:t>
                      </a:r>
                      <a:r>
                        <a:rPr sz="1400" dirty="0"/>
                        <a:t>driver</a:t>
                      </a:r>
                      <a:r>
                        <a:rPr sz="1400" spc="-35" dirty="0"/>
                        <a:t> </a:t>
                      </a:r>
                      <a:r>
                        <a:rPr sz="1400" dirty="0"/>
                        <a:t>and</a:t>
                      </a:r>
                      <a:r>
                        <a:rPr sz="1400" spc="-30" dirty="0"/>
                        <a:t> </a:t>
                      </a:r>
                      <a:r>
                        <a:rPr sz="1400" dirty="0"/>
                        <a:t>dry</a:t>
                      </a:r>
                      <a:r>
                        <a:rPr sz="1400" spc="-35" dirty="0"/>
                        <a:t> </a:t>
                      </a:r>
                      <a:r>
                        <a:rPr sz="1400" dirty="0"/>
                        <a:t>fuel</a:t>
                      </a:r>
                      <a:r>
                        <a:rPr sz="1400" spc="-25" dirty="0"/>
                        <a:t> </a:t>
                      </a:r>
                      <a:r>
                        <a:rPr sz="1400" spc="-20" dirty="0"/>
                        <a:t>tank </a:t>
                      </a:r>
                      <a:r>
                        <a:rPr sz="1400" spc="-10" dirty="0"/>
                        <a:t>measuring</a:t>
                      </a:r>
                      <a:r>
                        <a:rPr sz="1400" spc="5" dirty="0"/>
                        <a:t> </a:t>
                      </a:r>
                      <a:r>
                        <a:rPr sz="1400" dirty="0"/>
                        <a:t>on</a:t>
                      </a:r>
                      <a:r>
                        <a:rPr sz="1400" spc="-10" dirty="0"/>
                        <a:t> weighing machine</a:t>
                      </a:r>
                      <a:endParaRPr sz="1400">
                        <a:latin typeface="Calibri"/>
                        <a:cs typeface="Calibri"/>
                      </a:endParaRPr>
                    </a:p>
                  </a:txBody>
                  <a:tcPr marL="0" marR="0" marT="43180" marB="0"/>
                </a:tc>
                <a:tc>
                  <a:txBody>
                    <a:bodyPr/>
                    <a:lstStyle/>
                    <a:p>
                      <a:pPr marL="129539" algn="l">
                        <a:lnSpc>
                          <a:spcPct val="100000"/>
                        </a:lnSpc>
                        <a:spcBef>
                          <a:spcPts val="1555"/>
                        </a:spcBef>
                      </a:pPr>
                      <a:r>
                        <a:rPr lang="en-US" sz="1400" dirty="0"/>
                        <a:t>                       </a:t>
                      </a:r>
                      <a:r>
                        <a:rPr sz="1400" dirty="0"/>
                        <a:t>1</a:t>
                      </a:r>
                      <a:r>
                        <a:rPr lang="en-US" sz="1400" dirty="0"/>
                        <a:t>20</a:t>
                      </a:r>
                      <a:r>
                        <a:rPr sz="1400" spc="-20" dirty="0"/>
                        <a:t> </a:t>
                      </a:r>
                      <a:r>
                        <a:rPr sz="1400" spc="-25" dirty="0"/>
                        <a:t>kg</a:t>
                      </a:r>
                      <a:endParaRPr sz="1400" dirty="0">
                        <a:latin typeface="Calibri"/>
                        <a:cs typeface="Calibri"/>
                      </a:endParaRPr>
                    </a:p>
                  </a:txBody>
                  <a:tcPr marL="0" marR="0" marT="197485" marB="0"/>
                </a:tc>
                <a:extLst>
                  <a:ext uri="{0D108BD9-81ED-4DB2-BD59-A6C34878D82A}">
                    <a16:rowId xmlns:a16="http://schemas.microsoft.com/office/drawing/2014/main" val="10003"/>
                  </a:ext>
                </a:extLst>
              </a:tr>
              <a:tr h="529163">
                <a:tc>
                  <a:txBody>
                    <a:bodyPr/>
                    <a:lstStyle/>
                    <a:p>
                      <a:pPr marR="69850" algn="ctr">
                        <a:lnSpc>
                          <a:spcPct val="100000"/>
                        </a:lnSpc>
                        <a:spcBef>
                          <a:spcPts val="1555"/>
                        </a:spcBef>
                      </a:pPr>
                      <a:r>
                        <a:rPr sz="1400" spc="-50" dirty="0"/>
                        <a:t>4</a:t>
                      </a:r>
                      <a:endParaRPr sz="1400">
                        <a:latin typeface="Calibri"/>
                        <a:cs typeface="Calibri"/>
                      </a:endParaRPr>
                    </a:p>
                  </a:txBody>
                  <a:tcPr marL="0" marR="0" marT="197485" marB="0"/>
                </a:tc>
                <a:tc>
                  <a:txBody>
                    <a:bodyPr/>
                    <a:lstStyle/>
                    <a:p>
                      <a:pPr marL="6985" algn="ctr">
                        <a:lnSpc>
                          <a:spcPct val="100000"/>
                        </a:lnSpc>
                        <a:spcBef>
                          <a:spcPts val="1555"/>
                        </a:spcBef>
                      </a:pPr>
                      <a:r>
                        <a:rPr sz="1400" spc="-25" dirty="0"/>
                        <a:t>Turning</a:t>
                      </a:r>
                      <a:r>
                        <a:rPr sz="1400" spc="-35" dirty="0"/>
                        <a:t> </a:t>
                      </a:r>
                      <a:r>
                        <a:rPr sz="1400" spc="-10" dirty="0"/>
                        <a:t>radius</a:t>
                      </a:r>
                      <a:endParaRPr sz="1400">
                        <a:latin typeface="Calibri"/>
                        <a:cs typeface="Calibri"/>
                      </a:endParaRPr>
                    </a:p>
                  </a:txBody>
                  <a:tcPr marL="0" marR="0" marT="197485" marB="0"/>
                </a:tc>
                <a:tc>
                  <a:txBody>
                    <a:bodyPr/>
                    <a:lstStyle/>
                    <a:p>
                      <a:pPr marR="300990" algn="r">
                        <a:lnSpc>
                          <a:spcPct val="100000"/>
                        </a:lnSpc>
                        <a:spcBef>
                          <a:spcPts val="1555"/>
                        </a:spcBef>
                      </a:pPr>
                      <a:r>
                        <a:rPr sz="1400" dirty="0"/>
                        <a:t>Radius</a:t>
                      </a:r>
                      <a:r>
                        <a:rPr sz="1400" spc="-20" dirty="0"/>
                        <a:t> </a:t>
                      </a:r>
                      <a:r>
                        <a:rPr sz="1400" dirty="0"/>
                        <a:t>of</a:t>
                      </a:r>
                      <a:r>
                        <a:rPr sz="1400" spc="-55" dirty="0"/>
                        <a:t> </a:t>
                      </a:r>
                      <a:r>
                        <a:rPr sz="1400" spc="-10" dirty="0"/>
                        <a:t>circle</a:t>
                      </a:r>
                      <a:r>
                        <a:rPr sz="1400" spc="-55" dirty="0"/>
                        <a:t> </a:t>
                      </a:r>
                      <a:r>
                        <a:rPr sz="1400" dirty="0"/>
                        <a:t>when</a:t>
                      </a:r>
                      <a:r>
                        <a:rPr sz="1400" spc="-25" dirty="0"/>
                        <a:t> </a:t>
                      </a:r>
                      <a:r>
                        <a:rPr sz="1400" spc="-10" dirty="0"/>
                        <a:t>steering</a:t>
                      </a:r>
                      <a:r>
                        <a:rPr sz="1400" spc="-35" dirty="0"/>
                        <a:t> </a:t>
                      </a:r>
                      <a:r>
                        <a:rPr sz="1400" dirty="0"/>
                        <a:t>wheel</a:t>
                      </a:r>
                      <a:r>
                        <a:rPr sz="1400" spc="-30" dirty="0"/>
                        <a:t> </a:t>
                      </a:r>
                      <a:r>
                        <a:rPr sz="1400" spc="-10" dirty="0"/>
                        <a:t>locked </a:t>
                      </a:r>
                      <a:r>
                        <a:rPr sz="1400" dirty="0"/>
                        <a:t>at</a:t>
                      </a:r>
                      <a:r>
                        <a:rPr sz="1400" spc="-20" dirty="0"/>
                        <a:t> </a:t>
                      </a:r>
                      <a:r>
                        <a:rPr sz="1400" dirty="0"/>
                        <a:t>full</a:t>
                      </a:r>
                      <a:r>
                        <a:rPr sz="1400" spc="-30" dirty="0"/>
                        <a:t> </a:t>
                      </a:r>
                      <a:r>
                        <a:rPr sz="1400" spc="-10" dirty="0"/>
                        <a:t>travel</a:t>
                      </a:r>
                      <a:endParaRPr sz="1400">
                        <a:latin typeface="Calibri"/>
                        <a:cs typeface="Calibri"/>
                      </a:endParaRPr>
                    </a:p>
                  </a:txBody>
                  <a:tcPr marL="0" marR="0" marT="197485" marB="0"/>
                </a:tc>
                <a:tc>
                  <a:txBody>
                    <a:bodyPr/>
                    <a:lstStyle/>
                    <a:p>
                      <a:pPr marL="937894" algn="l">
                        <a:lnSpc>
                          <a:spcPct val="100000"/>
                        </a:lnSpc>
                        <a:spcBef>
                          <a:spcPts val="1555"/>
                        </a:spcBef>
                      </a:pPr>
                      <a:r>
                        <a:rPr sz="1400" dirty="0"/>
                        <a:t>1.7</a:t>
                      </a:r>
                      <a:r>
                        <a:rPr sz="1400" spc="-10" dirty="0"/>
                        <a:t> </a:t>
                      </a:r>
                      <a:r>
                        <a:rPr sz="1400" spc="-60" dirty="0"/>
                        <a:t>m</a:t>
                      </a:r>
                      <a:endParaRPr sz="1400" dirty="0">
                        <a:latin typeface="Calibri"/>
                        <a:cs typeface="Calibri"/>
                      </a:endParaRPr>
                    </a:p>
                  </a:txBody>
                  <a:tcPr marL="0" marR="0" marT="197485" marB="0"/>
                </a:tc>
                <a:extLst>
                  <a:ext uri="{0D108BD9-81ED-4DB2-BD59-A6C34878D82A}">
                    <a16:rowId xmlns:a16="http://schemas.microsoft.com/office/drawing/2014/main" val="10004"/>
                  </a:ext>
                </a:extLst>
              </a:tr>
              <a:tr h="564390">
                <a:tc>
                  <a:txBody>
                    <a:bodyPr/>
                    <a:lstStyle/>
                    <a:p>
                      <a:pPr marR="69850" algn="ctr">
                        <a:lnSpc>
                          <a:spcPct val="100000"/>
                        </a:lnSpc>
                        <a:spcBef>
                          <a:spcPts val="1555"/>
                        </a:spcBef>
                      </a:pPr>
                      <a:r>
                        <a:rPr sz="1400" spc="-50" dirty="0"/>
                        <a:t>5</a:t>
                      </a:r>
                      <a:endParaRPr sz="1400">
                        <a:latin typeface="Calibri"/>
                        <a:cs typeface="Calibri"/>
                      </a:endParaRPr>
                    </a:p>
                  </a:txBody>
                  <a:tcPr marL="0" marR="0" marT="197485" marB="0"/>
                </a:tc>
                <a:tc>
                  <a:txBody>
                    <a:bodyPr/>
                    <a:lstStyle/>
                    <a:p>
                      <a:pPr marL="8255" algn="ctr">
                        <a:lnSpc>
                          <a:spcPct val="100000"/>
                        </a:lnSpc>
                        <a:spcBef>
                          <a:spcPts val="1555"/>
                        </a:spcBef>
                      </a:pPr>
                      <a:r>
                        <a:rPr sz="1400" spc="-20" dirty="0"/>
                        <a:t>Ackerman</a:t>
                      </a:r>
                      <a:r>
                        <a:rPr sz="1400" dirty="0"/>
                        <a:t> </a:t>
                      </a:r>
                      <a:r>
                        <a:rPr sz="1400" spc="-10" dirty="0"/>
                        <a:t>angles</a:t>
                      </a:r>
                      <a:endParaRPr sz="1400">
                        <a:latin typeface="Calibri"/>
                        <a:cs typeface="Calibri"/>
                      </a:endParaRPr>
                    </a:p>
                  </a:txBody>
                  <a:tcPr marL="0" marR="0" marT="197485" marB="0"/>
                </a:tc>
                <a:tc>
                  <a:txBody>
                    <a:bodyPr/>
                    <a:lstStyle/>
                    <a:p>
                      <a:pPr marL="1027430" marR="254635" indent="-861060">
                        <a:lnSpc>
                          <a:spcPct val="112900"/>
                        </a:lnSpc>
                        <a:spcBef>
                          <a:spcPts val="345"/>
                        </a:spcBef>
                      </a:pPr>
                      <a:r>
                        <a:rPr sz="1400" spc="-20" dirty="0"/>
                        <a:t>Vehicle </a:t>
                      </a:r>
                      <a:r>
                        <a:rPr sz="1400" dirty="0"/>
                        <a:t>with</a:t>
                      </a:r>
                      <a:r>
                        <a:rPr sz="1400" spc="-30" dirty="0"/>
                        <a:t> </a:t>
                      </a:r>
                      <a:r>
                        <a:rPr sz="1400" spc="-10" dirty="0"/>
                        <a:t>steering</a:t>
                      </a:r>
                      <a:r>
                        <a:rPr sz="1400" spc="-40" dirty="0"/>
                        <a:t> </a:t>
                      </a:r>
                      <a:r>
                        <a:rPr sz="1400" dirty="0"/>
                        <a:t>wheel</a:t>
                      </a:r>
                      <a:r>
                        <a:rPr sz="1400" spc="-30" dirty="0"/>
                        <a:t> </a:t>
                      </a:r>
                      <a:r>
                        <a:rPr sz="1400" spc="-10" dirty="0"/>
                        <a:t>locked</a:t>
                      </a:r>
                      <a:r>
                        <a:rPr sz="1400" spc="-20" dirty="0"/>
                        <a:t> </a:t>
                      </a:r>
                      <a:r>
                        <a:rPr sz="1400" dirty="0"/>
                        <a:t>at</a:t>
                      </a:r>
                      <a:r>
                        <a:rPr sz="1400" spc="-35" dirty="0"/>
                        <a:t> </a:t>
                      </a:r>
                      <a:r>
                        <a:rPr sz="1400" dirty="0"/>
                        <a:t>full</a:t>
                      </a:r>
                      <a:r>
                        <a:rPr sz="1400" spc="-40" dirty="0"/>
                        <a:t> </a:t>
                      </a:r>
                      <a:r>
                        <a:rPr sz="1400" spc="-20" dirty="0"/>
                        <a:t>travel</a:t>
                      </a:r>
                      <a:r>
                        <a:rPr sz="1400" spc="-15" dirty="0"/>
                        <a:t> </a:t>
                      </a:r>
                      <a:r>
                        <a:rPr sz="1400" dirty="0"/>
                        <a:t>and</a:t>
                      </a:r>
                      <a:r>
                        <a:rPr sz="1400" spc="-30" dirty="0"/>
                        <a:t> </a:t>
                      </a:r>
                      <a:r>
                        <a:rPr sz="1400" spc="-10" dirty="0"/>
                        <a:t>angle between</a:t>
                      </a:r>
                      <a:r>
                        <a:rPr sz="1400" spc="-35" dirty="0"/>
                        <a:t> </a:t>
                      </a:r>
                      <a:r>
                        <a:rPr sz="1400" dirty="0"/>
                        <a:t>initial</a:t>
                      </a:r>
                      <a:r>
                        <a:rPr sz="1400" spc="15" dirty="0"/>
                        <a:t> </a:t>
                      </a:r>
                      <a:r>
                        <a:rPr sz="1400" dirty="0"/>
                        <a:t>and</a:t>
                      </a:r>
                      <a:r>
                        <a:rPr sz="1400" spc="-25" dirty="0"/>
                        <a:t> </a:t>
                      </a:r>
                      <a:r>
                        <a:rPr sz="1400" dirty="0"/>
                        <a:t>final</a:t>
                      </a:r>
                      <a:r>
                        <a:rPr sz="1400" spc="-30" dirty="0"/>
                        <a:t> </a:t>
                      </a:r>
                      <a:r>
                        <a:rPr sz="1400" spc="-10" dirty="0"/>
                        <a:t>position.</a:t>
                      </a:r>
                      <a:endParaRPr sz="1400">
                        <a:latin typeface="Calibri"/>
                        <a:cs typeface="Calibri"/>
                      </a:endParaRPr>
                    </a:p>
                  </a:txBody>
                  <a:tcPr marL="0" marR="0" marT="43815" marB="0"/>
                </a:tc>
                <a:tc>
                  <a:txBody>
                    <a:bodyPr/>
                    <a:lstStyle/>
                    <a:p>
                      <a:pPr marL="8255" algn="ctr">
                        <a:lnSpc>
                          <a:spcPct val="100000"/>
                        </a:lnSpc>
                        <a:spcBef>
                          <a:spcPts val="1050"/>
                        </a:spcBef>
                      </a:pPr>
                      <a:r>
                        <a:rPr sz="1400" dirty="0"/>
                        <a:t>Inside</a:t>
                      </a:r>
                      <a:r>
                        <a:rPr sz="1400" spc="-55" dirty="0"/>
                        <a:t> </a:t>
                      </a:r>
                      <a:r>
                        <a:rPr sz="1400" dirty="0"/>
                        <a:t>angle</a:t>
                      </a:r>
                      <a:r>
                        <a:rPr sz="1400" spc="-20" dirty="0"/>
                        <a:t> =40°</a:t>
                      </a:r>
                      <a:endParaRPr sz="1400" dirty="0"/>
                    </a:p>
                    <a:p>
                      <a:pPr marR="23495" algn="ctr">
                        <a:lnSpc>
                          <a:spcPts val="1639"/>
                        </a:lnSpc>
                        <a:spcBef>
                          <a:spcPts val="229"/>
                        </a:spcBef>
                      </a:pPr>
                      <a:r>
                        <a:rPr sz="1400" dirty="0"/>
                        <a:t>Outside</a:t>
                      </a:r>
                      <a:r>
                        <a:rPr sz="1400" spc="-40" dirty="0"/>
                        <a:t> </a:t>
                      </a:r>
                      <a:r>
                        <a:rPr sz="1400" dirty="0"/>
                        <a:t>angle</a:t>
                      </a:r>
                      <a:r>
                        <a:rPr sz="1400" spc="-40" dirty="0"/>
                        <a:t> </a:t>
                      </a:r>
                      <a:r>
                        <a:rPr sz="1400" spc="-10" dirty="0"/>
                        <a:t>=</a:t>
                      </a:r>
                      <a:r>
                        <a:rPr lang="en-IN" sz="1400" spc="-10" dirty="0"/>
                        <a:t>28.63</a:t>
                      </a:r>
                      <a:r>
                        <a:rPr sz="1400" spc="-10" dirty="0"/>
                        <a:t>°</a:t>
                      </a:r>
                      <a:endParaRPr sz="1400" dirty="0">
                        <a:latin typeface="Arial MT"/>
                        <a:cs typeface="Arial MT"/>
                      </a:endParaRPr>
                    </a:p>
                  </a:txBody>
                  <a:tcPr marL="0" marR="0" marT="133350" marB="0"/>
                </a:tc>
                <a:extLst>
                  <a:ext uri="{0D108BD9-81ED-4DB2-BD59-A6C34878D82A}">
                    <a16:rowId xmlns:a16="http://schemas.microsoft.com/office/drawing/2014/main" val="10005"/>
                  </a:ext>
                </a:extLst>
              </a:tr>
              <a:tr h="528564">
                <a:tc>
                  <a:txBody>
                    <a:bodyPr/>
                    <a:lstStyle/>
                    <a:p>
                      <a:pPr marR="69850" algn="ctr">
                        <a:lnSpc>
                          <a:spcPct val="100000"/>
                        </a:lnSpc>
                        <a:spcBef>
                          <a:spcPts val="1560"/>
                        </a:spcBef>
                      </a:pPr>
                      <a:r>
                        <a:rPr sz="1400" spc="-50" dirty="0"/>
                        <a:t>6</a:t>
                      </a:r>
                      <a:endParaRPr sz="1400">
                        <a:latin typeface="Calibri"/>
                        <a:cs typeface="Calibri"/>
                      </a:endParaRPr>
                    </a:p>
                  </a:txBody>
                  <a:tcPr marL="0" marR="0" marT="198120" marB="0"/>
                </a:tc>
                <a:tc>
                  <a:txBody>
                    <a:bodyPr/>
                    <a:lstStyle/>
                    <a:p>
                      <a:pPr algn="ctr">
                        <a:lnSpc>
                          <a:spcPct val="100000"/>
                        </a:lnSpc>
                        <a:spcBef>
                          <a:spcPts val="1560"/>
                        </a:spcBef>
                      </a:pPr>
                      <a:r>
                        <a:rPr sz="1400" spc="-70" dirty="0"/>
                        <a:t>Top</a:t>
                      </a:r>
                      <a:r>
                        <a:rPr sz="1400" spc="-65" dirty="0"/>
                        <a:t> </a:t>
                      </a:r>
                      <a:r>
                        <a:rPr sz="1400" spc="-20" dirty="0"/>
                        <a:t>speed</a:t>
                      </a:r>
                      <a:endParaRPr sz="1400">
                        <a:latin typeface="Calibri"/>
                        <a:cs typeface="Calibri"/>
                      </a:endParaRPr>
                    </a:p>
                  </a:txBody>
                  <a:tcPr marL="0" marR="0" marT="198120" marB="0"/>
                </a:tc>
                <a:tc>
                  <a:txBody>
                    <a:bodyPr/>
                    <a:lstStyle/>
                    <a:p>
                      <a:pPr marR="297815" algn="r">
                        <a:lnSpc>
                          <a:spcPct val="100000"/>
                        </a:lnSpc>
                        <a:spcBef>
                          <a:spcPts val="1560"/>
                        </a:spcBef>
                      </a:pPr>
                      <a:r>
                        <a:rPr sz="1400" dirty="0"/>
                        <a:t>Max.</a:t>
                      </a:r>
                      <a:r>
                        <a:rPr sz="1400" spc="-35" dirty="0"/>
                        <a:t> </a:t>
                      </a:r>
                      <a:r>
                        <a:rPr sz="1400" dirty="0"/>
                        <a:t>rpm</a:t>
                      </a:r>
                      <a:r>
                        <a:rPr sz="1400" spc="-45" dirty="0"/>
                        <a:t> </a:t>
                      </a:r>
                      <a:r>
                        <a:rPr sz="1400" dirty="0"/>
                        <a:t>of</a:t>
                      </a:r>
                      <a:r>
                        <a:rPr sz="1400" spc="-40" dirty="0"/>
                        <a:t> </a:t>
                      </a:r>
                      <a:r>
                        <a:rPr sz="1400" spc="-10" dirty="0"/>
                        <a:t>engine*gear</a:t>
                      </a:r>
                      <a:r>
                        <a:rPr sz="1400" spc="25" dirty="0"/>
                        <a:t> </a:t>
                      </a:r>
                      <a:r>
                        <a:rPr sz="1400" spc="-10" dirty="0"/>
                        <a:t>ratio*0.1047*radius</a:t>
                      </a:r>
                      <a:r>
                        <a:rPr sz="1400" spc="-30" dirty="0"/>
                        <a:t> </a:t>
                      </a:r>
                      <a:r>
                        <a:rPr sz="1400" dirty="0"/>
                        <a:t>of</a:t>
                      </a:r>
                      <a:r>
                        <a:rPr sz="1400" spc="-45" dirty="0"/>
                        <a:t> </a:t>
                      </a:r>
                      <a:r>
                        <a:rPr sz="1400" spc="-10" dirty="0"/>
                        <a:t>wheel</a:t>
                      </a:r>
                      <a:endParaRPr sz="1400">
                        <a:latin typeface="Calibri"/>
                        <a:cs typeface="Calibri"/>
                      </a:endParaRPr>
                    </a:p>
                  </a:txBody>
                  <a:tcPr marL="0" marR="0" marT="198120" marB="0"/>
                </a:tc>
                <a:tc>
                  <a:txBody>
                    <a:bodyPr/>
                    <a:lstStyle/>
                    <a:p>
                      <a:pPr marL="37465" algn="ctr">
                        <a:lnSpc>
                          <a:spcPct val="100000"/>
                        </a:lnSpc>
                        <a:spcBef>
                          <a:spcPts val="1560"/>
                        </a:spcBef>
                      </a:pPr>
                      <a:r>
                        <a:rPr sz="1400" dirty="0"/>
                        <a:t>70</a:t>
                      </a:r>
                      <a:r>
                        <a:rPr sz="1400" spc="-20" dirty="0"/>
                        <a:t> </a:t>
                      </a:r>
                      <a:r>
                        <a:rPr sz="1400" spc="-10" dirty="0"/>
                        <a:t>km/hr</a:t>
                      </a:r>
                      <a:endParaRPr sz="1400" dirty="0">
                        <a:latin typeface="Calibri"/>
                        <a:cs typeface="Calibri"/>
                      </a:endParaRPr>
                    </a:p>
                  </a:txBody>
                  <a:tcPr marL="0" marR="0" marT="198120" marB="0"/>
                </a:tc>
                <a:extLst>
                  <a:ext uri="{0D108BD9-81ED-4DB2-BD59-A6C34878D82A}">
                    <a16:rowId xmlns:a16="http://schemas.microsoft.com/office/drawing/2014/main" val="10006"/>
                  </a:ext>
                </a:extLst>
              </a:tr>
              <a:tr h="529163">
                <a:tc>
                  <a:txBody>
                    <a:bodyPr/>
                    <a:lstStyle/>
                    <a:p>
                      <a:pPr marR="69850" algn="ctr">
                        <a:lnSpc>
                          <a:spcPct val="100000"/>
                        </a:lnSpc>
                        <a:spcBef>
                          <a:spcPts val="1560"/>
                        </a:spcBef>
                      </a:pPr>
                      <a:r>
                        <a:rPr sz="1400" spc="-50" dirty="0"/>
                        <a:t>7</a:t>
                      </a:r>
                      <a:endParaRPr sz="1400">
                        <a:latin typeface="Calibri"/>
                        <a:cs typeface="Calibri"/>
                      </a:endParaRPr>
                    </a:p>
                  </a:txBody>
                  <a:tcPr marL="0" marR="0" marT="198120" marB="0"/>
                </a:tc>
                <a:tc>
                  <a:txBody>
                    <a:bodyPr/>
                    <a:lstStyle/>
                    <a:p>
                      <a:pPr marL="16510" algn="ctr">
                        <a:lnSpc>
                          <a:spcPct val="100000"/>
                        </a:lnSpc>
                        <a:spcBef>
                          <a:spcPts val="1560"/>
                        </a:spcBef>
                      </a:pPr>
                      <a:r>
                        <a:rPr sz="1400" dirty="0"/>
                        <a:t>Stopping</a:t>
                      </a:r>
                      <a:r>
                        <a:rPr sz="1400" spc="-65" dirty="0"/>
                        <a:t> </a:t>
                      </a:r>
                      <a:r>
                        <a:rPr sz="1400" spc="-10" dirty="0"/>
                        <a:t>distance</a:t>
                      </a:r>
                      <a:endParaRPr sz="1400">
                        <a:latin typeface="Calibri"/>
                        <a:cs typeface="Calibri"/>
                      </a:endParaRPr>
                    </a:p>
                  </a:txBody>
                  <a:tcPr marL="0" marR="0" marT="198120" marB="0"/>
                </a:tc>
                <a:tc>
                  <a:txBody>
                    <a:bodyPr/>
                    <a:lstStyle/>
                    <a:p>
                      <a:pPr marL="1094105">
                        <a:lnSpc>
                          <a:spcPct val="100000"/>
                        </a:lnSpc>
                        <a:spcBef>
                          <a:spcPts val="1560"/>
                        </a:spcBef>
                      </a:pPr>
                      <a:r>
                        <a:rPr sz="1400" dirty="0"/>
                        <a:t>(top</a:t>
                      </a:r>
                      <a:r>
                        <a:rPr sz="1400" spc="-50" dirty="0"/>
                        <a:t> </a:t>
                      </a:r>
                      <a:r>
                        <a:rPr sz="1400" dirty="0"/>
                        <a:t>speed)^2</a:t>
                      </a:r>
                      <a:r>
                        <a:rPr sz="1400" spc="-15" dirty="0"/>
                        <a:t> </a:t>
                      </a:r>
                      <a:r>
                        <a:rPr sz="1400" dirty="0"/>
                        <a:t>/</a:t>
                      </a:r>
                      <a:r>
                        <a:rPr sz="1400" spc="-45" dirty="0"/>
                        <a:t> </a:t>
                      </a:r>
                      <a:r>
                        <a:rPr sz="1400" spc="-10" dirty="0"/>
                        <a:t>(2*acceleration)</a:t>
                      </a:r>
                      <a:endParaRPr sz="1400">
                        <a:latin typeface="Calibri"/>
                        <a:cs typeface="Calibri"/>
                      </a:endParaRPr>
                    </a:p>
                  </a:txBody>
                  <a:tcPr marL="0" marR="0" marT="198120" marB="0"/>
                </a:tc>
                <a:tc>
                  <a:txBody>
                    <a:bodyPr/>
                    <a:lstStyle/>
                    <a:p>
                      <a:pPr marL="434975" algn="l">
                        <a:lnSpc>
                          <a:spcPct val="100000"/>
                        </a:lnSpc>
                        <a:spcBef>
                          <a:spcPts val="1560"/>
                        </a:spcBef>
                      </a:pPr>
                      <a:r>
                        <a:rPr sz="1400" dirty="0"/>
                        <a:t>30.79m</a:t>
                      </a:r>
                      <a:r>
                        <a:rPr sz="1400" spc="-55" dirty="0"/>
                        <a:t> </a:t>
                      </a:r>
                      <a:r>
                        <a:rPr sz="1400" spc="-10" dirty="0"/>
                        <a:t>@68km/hr</a:t>
                      </a:r>
                      <a:endParaRPr sz="1400" dirty="0">
                        <a:latin typeface="Calibri"/>
                        <a:cs typeface="Calibri"/>
                      </a:endParaRPr>
                    </a:p>
                  </a:txBody>
                  <a:tcPr marL="0" marR="0" marT="198120" marB="0"/>
                </a:tc>
                <a:extLst>
                  <a:ext uri="{0D108BD9-81ED-4DB2-BD59-A6C34878D82A}">
                    <a16:rowId xmlns:a16="http://schemas.microsoft.com/office/drawing/2014/main" val="10007"/>
                  </a:ext>
                </a:extLst>
              </a:tr>
              <a:tr h="529163">
                <a:tc>
                  <a:txBody>
                    <a:bodyPr/>
                    <a:lstStyle/>
                    <a:p>
                      <a:pPr marR="69850" algn="ctr">
                        <a:lnSpc>
                          <a:spcPct val="100000"/>
                        </a:lnSpc>
                        <a:spcBef>
                          <a:spcPts val="1560"/>
                        </a:spcBef>
                      </a:pPr>
                      <a:r>
                        <a:rPr sz="1400" spc="-50" dirty="0"/>
                        <a:t>8</a:t>
                      </a:r>
                      <a:endParaRPr sz="1400">
                        <a:latin typeface="Calibri"/>
                        <a:cs typeface="Calibri"/>
                      </a:endParaRPr>
                    </a:p>
                  </a:txBody>
                  <a:tcPr marL="0" marR="0" marT="198120" marB="0"/>
                </a:tc>
                <a:tc>
                  <a:txBody>
                    <a:bodyPr/>
                    <a:lstStyle/>
                    <a:p>
                      <a:pPr marL="16510" algn="ctr">
                        <a:lnSpc>
                          <a:spcPct val="100000"/>
                        </a:lnSpc>
                        <a:spcBef>
                          <a:spcPts val="1560"/>
                        </a:spcBef>
                      </a:pPr>
                      <a:r>
                        <a:rPr sz="1400" dirty="0"/>
                        <a:t>Stopping</a:t>
                      </a:r>
                      <a:r>
                        <a:rPr sz="1400" spc="-65" dirty="0"/>
                        <a:t> </a:t>
                      </a:r>
                      <a:r>
                        <a:rPr sz="1400" spc="-20" dirty="0"/>
                        <a:t>time</a:t>
                      </a:r>
                      <a:endParaRPr sz="1400">
                        <a:latin typeface="Calibri"/>
                        <a:cs typeface="Calibri"/>
                      </a:endParaRPr>
                    </a:p>
                  </a:txBody>
                  <a:tcPr marL="0" marR="0" marT="198120" marB="0"/>
                </a:tc>
                <a:tc>
                  <a:txBody>
                    <a:bodyPr/>
                    <a:lstStyle/>
                    <a:p>
                      <a:pPr marR="65405" algn="ctr">
                        <a:lnSpc>
                          <a:spcPct val="100000"/>
                        </a:lnSpc>
                        <a:spcBef>
                          <a:spcPts val="1560"/>
                        </a:spcBef>
                      </a:pPr>
                      <a:r>
                        <a:rPr sz="1400" dirty="0"/>
                        <a:t>(top</a:t>
                      </a:r>
                      <a:r>
                        <a:rPr sz="1400" spc="-70" dirty="0"/>
                        <a:t> </a:t>
                      </a:r>
                      <a:r>
                        <a:rPr sz="1400" dirty="0"/>
                        <a:t>speed)/</a:t>
                      </a:r>
                      <a:r>
                        <a:rPr sz="1400" spc="-45" dirty="0"/>
                        <a:t> </a:t>
                      </a:r>
                      <a:r>
                        <a:rPr sz="1400" spc="-10" dirty="0"/>
                        <a:t>deceleration</a:t>
                      </a:r>
                      <a:endParaRPr sz="1400">
                        <a:latin typeface="Calibri"/>
                        <a:cs typeface="Calibri"/>
                      </a:endParaRPr>
                    </a:p>
                  </a:txBody>
                  <a:tcPr marL="0" marR="0" marT="198120" marB="0"/>
                </a:tc>
                <a:tc>
                  <a:txBody>
                    <a:bodyPr/>
                    <a:lstStyle/>
                    <a:p>
                      <a:pPr marL="874394" algn="l">
                        <a:lnSpc>
                          <a:spcPct val="100000"/>
                        </a:lnSpc>
                        <a:spcBef>
                          <a:spcPts val="1560"/>
                        </a:spcBef>
                      </a:pPr>
                      <a:r>
                        <a:rPr sz="1400" dirty="0"/>
                        <a:t>3.2</a:t>
                      </a:r>
                      <a:r>
                        <a:rPr sz="1400" spc="-20" dirty="0"/>
                        <a:t> </a:t>
                      </a:r>
                      <a:r>
                        <a:rPr sz="1400" spc="-25" dirty="0"/>
                        <a:t>sec</a:t>
                      </a:r>
                      <a:endParaRPr sz="1400" dirty="0">
                        <a:latin typeface="Calibri"/>
                        <a:cs typeface="Calibri"/>
                      </a:endParaRPr>
                    </a:p>
                  </a:txBody>
                  <a:tcPr marL="0" marR="0" marT="198120" marB="0"/>
                </a:tc>
                <a:extLst>
                  <a:ext uri="{0D108BD9-81ED-4DB2-BD59-A6C34878D82A}">
                    <a16:rowId xmlns:a16="http://schemas.microsoft.com/office/drawing/2014/main" val="10008"/>
                  </a:ext>
                </a:extLst>
              </a:tr>
              <a:tr h="529163">
                <a:tc>
                  <a:txBody>
                    <a:bodyPr/>
                    <a:lstStyle/>
                    <a:p>
                      <a:pPr marR="29845" algn="ctr">
                        <a:lnSpc>
                          <a:spcPct val="100000"/>
                        </a:lnSpc>
                        <a:spcBef>
                          <a:spcPts val="1560"/>
                        </a:spcBef>
                      </a:pPr>
                      <a:r>
                        <a:rPr sz="1400" spc="-50" dirty="0"/>
                        <a:t>9</a:t>
                      </a:r>
                      <a:endParaRPr sz="1400">
                        <a:latin typeface="Calibri"/>
                        <a:cs typeface="Calibri"/>
                      </a:endParaRPr>
                    </a:p>
                  </a:txBody>
                  <a:tcPr marL="0" marR="0" marT="198120" marB="0"/>
                </a:tc>
                <a:tc>
                  <a:txBody>
                    <a:bodyPr/>
                    <a:lstStyle/>
                    <a:p>
                      <a:pPr marL="53975" algn="ctr">
                        <a:lnSpc>
                          <a:spcPct val="100000"/>
                        </a:lnSpc>
                        <a:spcBef>
                          <a:spcPts val="1560"/>
                        </a:spcBef>
                      </a:pPr>
                      <a:r>
                        <a:rPr sz="1400" spc="-10" dirty="0"/>
                        <a:t>Deceleration</a:t>
                      </a:r>
                      <a:endParaRPr sz="1400">
                        <a:latin typeface="Calibri"/>
                        <a:cs typeface="Calibri"/>
                      </a:endParaRPr>
                    </a:p>
                  </a:txBody>
                  <a:tcPr marL="0" marR="0" marT="198120" marB="0"/>
                </a:tc>
                <a:tc>
                  <a:txBody>
                    <a:bodyPr/>
                    <a:lstStyle/>
                    <a:p>
                      <a:pPr marR="29209" algn="ctr">
                        <a:lnSpc>
                          <a:spcPct val="100000"/>
                        </a:lnSpc>
                        <a:spcBef>
                          <a:spcPts val="1560"/>
                        </a:spcBef>
                      </a:pPr>
                      <a:r>
                        <a:rPr sz="1400" dirty="0"/>
                        <a:t>F=</a:t>
                      </a:r>
                      <a:r>
                        <a:rPr sz="1400" spc="-25" dirty="0"/>
                        <a:t> ma</a:t>
                      </a:r>
                      <a:endParaRPr sz="1400">
                        <a:latin typeface="Calibri"/>
                        <a:cs typeface="Calibri"/>
                      </a:endParaRPr>
                    </a:p>
                  </a:txBody>
                  <a:tcPr marL="0" marR="0" marT="198120" marB="0"/>
                </a:tc>
                <a:tc>
                  <a:txBody>
                    <a:bodyPr/>
                    <a:lstStyle/>
                    <a:p>
                      <a:pPr marL="737235" algn="l">
                        <a:lnSpc>
                          <a:spcPct val="100000"/>
                        </a:lnSpc>
                        <a:spcBef>
                          <a:spcPts val="1560"/>
                        </a:spcBef>
                      </a:pPr>
                      <a:r>
                        <a:rPr sz="1400" dirty="0"/>
                        <a:t>6.86</a:t>
                      </a:r>
                      <a:r>
                        <a:rPr sz="1400" spc="-35" dirty="0"/>
                        <a:t> </a:t>
                      </a:r>
                      <a:r>
                        <a:rPr sz="1400" spc="-20" dirty="0"/>
                        <a:t>m/s²</a:t>
                      </a:r>
                      <a:endParaRPr sz="1400" dirty="0">
                        <a:latin typeface="Calibri"/>
                        <a:cs typeface="Calibri"/>
                      </a:endParaRPr>
                    </a:p>
                  </a:txBody>
                  <a:tcPr marL="0" marR="0" marT="198120" marB="0"/>
                </a:tc>
                <a:extLst>
                  <a:ext uri="{0D108BD9-81ED-4DB2-BD59-A6C34878D82A}">
                    <a16:rowId xmlns:a16="http://schemas.microsoft.com/office/drawing/2014/main" val="10009"/>
                  </a:ext>
                </a:extLst>
              </a:tr>
            </a:tbl>
          </a:graphicData>
        </a:graphic>
      </p:graphicFrame>
      <p:sp>
        <p:nvSpPr>
          <p:cNvPr id="5" name="TextBox 4">
            <a:extLst>
              <a:ext uri="{FF2B5EF4-FFF2-40B4-BE49-F238E27FC236}">
                <a16:creationId xmlns:a16="http://schemas.microsoft.com/office/drawing/2014/main" id="{62C17162-13CB-2227-EA53-31B4AC2C3AC8}"/>
              </a:ext>
            </a:extLst>
          </p:cNvPr>
          <p:cNvSpPr txBox="1"/>
          <p:nvPr/>
        </p:nvSpPr>
        <p:spPr>
          <a:xfrm>
            <a:off x="1612490" y="252296"/>
            <a:ext cx="8515965" cy="400110"/>
          </a:xfrm>
          <a:prstGeom prst="rect">
            <a:avLst/>
          </a:prstGeom>
          <a:noFill/>
        </p:spPr>
        <p:txBody>
          <a:bodyPr wrap="square">
            <a:spAutoFit/>
          </a:bodyPr>
          <a:lstStyle/>
          <a:p>
            <a:pPr algn="ctr"/>
            <a:r>
              <a:rPr lang="en-IN" sz="2000" b="1" dirty="0">
                <a:latin typeface="Times New Roman" panose="02020603050405020304" pitchFamily="18" charset="0"/>
                <a:cs typeface="Times New Roman" panose="02020603050405020304" pitchFamily="18" charset="0"/>
              </a:rPr>
              <a:t>DESIGN</a:t>
            </a:r>
            <a:r>
              <a:rPr lang="en-IN" sz="2000" b="1" spc="-85" dirty="0">
                <a:latin typeface="Times New Roman" panose="02020603050405020304" pitchFamily="18" charset="0"/>
                <a:cs typeface="Times New Roman" panose="02020603050405020304" pitchFamily="18" charset="0"/>
              </a:rPr>
              <a:t> </a:t>
            </a:r>
            <a:r>
              <a:rPr lang="en-IN" sz="2000" b="1" spc="-10" dirty="0">
                <a:latin typeface="Times New Roman" panose="02020603050405020304" pitchFamily="18" charset="0"/>
                <a:cs typeface="Times New Roman" panose="02020603050405020304" pitchFamily="18" charset="0"/>
              </a:rPr>
              <a:t>VALIDATION</a:t>
            </a:r>
            <a:endParaRPr lang="en-IN" sz="2000" b="1"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549BFB27-333A-13D7-280B-137917B2EAA8}"/>
              </a:ext>
            </a:extLst>
          </p:cNvPr>
          <p:cNvPicPr>
            <a:picLocks noChangeAspect="1"/>
          </p:cNvPicPr>
          <p:nvPr/>
        </p:nvPicPr>
        <p:blipFill>
          <a:blip r:embed="rId3">
            <a:alphaModFix amt="5000"/>
            <a:extLst>
              <a:ext uri="{28A0092B-C50C-407E-A947-70E740481C1C}">
                <a14:useLocalDpi xmlns:a14="http://schemas.microsoft.com/office/drawing/2010/main" val="0"/>
              </a:ext>
            </a:extLst>
          </a:blip>
          <a:srcRect l="13134" t="29924" r="4696" b="19206"/>
          <a:stretch/>
        </p:blipFill>
        <p:spPr>
          <a:xfrm>
            <a:off x="1661653" y="665841"/>
            <a:ext cx="8672050" cy="6032267"/>
          </a:xfrm>
          <a:prstGeom prst="rect">
            <a:avLst/>
          </a:prstGeom>
        </p:spPr>
      </p:pic>
    </p:spTree>
    <p:extLst>
      <p:ext uri="{BB962C8B-B14F-4D97-AF65-F5344CB8AC3E}">
        <p14:creationId xmlns:p14="http://schemas.microsoft.com/office/powerpoint/2010/main" val="12577004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AAEE21-4553-AAC4-A927-D15E15D99F97}"/>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7FCF188D-FD1F-6820-E5E5-F19F3020AF6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009878" y="0"/>
            <a:ext cx="1037095" cy="1037095"/>
          </a:xfrm>
          <a:prstGeom prst="rect">
            <a:avLst/>
          </a:prstGeom>
        </p:spPr>
      </p:pic>
      <p:pic>
        <p:nvPicPr>
          <p:cNvPr id="9" name="Picture 8">
            <a:extLst>
              <a:ext uri="{FF2B5EF4-FFF2-40B4-BE49-F238E27FC236}">
                <a16:creationId xmlns:a16="http://schemas.microsoft.com/office/drawing/2014/main" id="{A6EBDFA7-34E3-A755-6972-A8B1CBDE8892}"/>
              </a:ext>
            </a:extLst>
          </p:cNvPr>
          <p:cNvPicPr>
            <a:picLocks noChangeAspect="1"/>
          </p:cNvPicPr>
          <p:nvPr/>
        </p:nvPicPr>
        <p:blipFill>
          <a:blip r:embed="rId4">
            <a:extLst>
              <a:ext uri="{28A0092B-C50C-407E-A947-70E740481C1C}">
                <a14:useLocalDpi xmlns:a14="http://schemas.microsoft.com/office/drawing/2010/main" val="0"/>
              </a:ext>
            </a:extLst>
          </a:blip>
          <a:srcRect l="17306" t="32895" r="7356" b="22368"/>
          <a:stretch/>
        </p:blipFill>
        <p:spPr>
          <a:xfrm>
            <a:off x="145027" y="76201"/>
            <a:ext cx="1172705" cy="752301"/>
          </a:xfrm>
          <a:prstGeom prst="rect">
            <a:avLst/>
          </a:prstGeom>
        </p:spPr>
      </p:pic>
      <p:sp>
        <p:nvSpPr>
          <p:cNvPr id="4" name="Footer Placeholder 9">
            <a:extLst>
              <a:ext uri="{FF2B5EF4-FFF2-40B4-BE49-F238E27FC236}">
                <a16:creationId xmlns:a16="http://schemas.microsoft.com/office/drawing/2014/main" id="{25DAEE42-1CCB-35EF-2FA6-7AC95C1F40AB}"/>
              </a:ext>
            </a:extLst>
          </p:cNvPr>
          <p:cNvSpPr>
            <a:spLocks noGrp="1"/>
          </p:cNvSpPr>
          <p:nvPr>
            <p:ph type="ftr" sz="quarter" idx="11"/>
          </p:nvPr>
        </p:nvSpPr>
        <p:spPr>
          <a:xfrm>
            <a:off x="235975" y="6326854"/>
            <a:ext cx="11366090" cy="501650"/>
          </a:xfrm>
        </p:spPr>
        <p:txBody>
          <a:bodyPr/>
          <a:lstStyle/>
          <a:p>
            <a:pPr algn="l"/>
            <a:r>
              <a:rPr lang="en-US" sz="1600" b="1" dirty="0">
                <a:solidFill>
                  <a:srgbClr val="002060"/>
                </a:solidFill>
                <a:latin typeface="Times New Roman" pitchFamily="18" charset="0"/>
                <a:cs typeface="Times New Roman" pitchFamily="18" charset="0"/>
              </a:rPr>
              <a:t>www.aimsacademys.org </a:t>
            </a:r>
            <a:r>
              <a:rPr lang="en-US" sz="1600" b="1" dirty="0">
                <a:solidFill>
                  <a:schemeClr val="accent6">
                    <a:lumMod val="75000"/>
                  </a:schemeClr>
                </a:solidFill>
                <a:latin typeface="Times New Roman" pitchFamily="18" charset="0"/>
                <a:cs typeface="Times New Roman" pitchFamily="18" charset="0"/>
              </a:rPr>
              <a:t>  	 	                                </a:t>
            </a:r>
            <a:r>
              <a:rPr lang="en-US" sz="1600" b="1" dirty="0">
                <a:solidFill>
                  <a:srgbClr val="002060"/>
                </a:solidFill>
                <a:latin typeface="Times New Roman" pitchFamily="18" charset="0"/>
                <a:cs typeface="Times New Roman" pitchFamily="18" charset="0"/>
              </a:rPr>
              <a:t>Season:05 		                                                        AIMS/KEC              </a:t>
            </a:r>
          </a:p>
        </p:txBody>
      </p:sp>
      <p:graphicFrame>
        <p:nvGraphicFramePr>
          <p:cNvPr id="2" name="object 3">
            <a:extLst>
              <a:ext uri="{FF2B5EF4-FFF2-40B4-BE49-F238E27FC236}">
                <a16:creationId xmlns:a16="http://schemas.microsoft.com/office/drawing/2014/main" id="{FFCBE3D2-B3AA-3773-9EF8-48BD43FBCBD0}"/>
              </a:ext>
            </a:extLst>
          </p:cNvPr>
          <p:cNvGraphicFramePr>
            <a:graphicFrameLocks noGrp="1"/>
          </p:cNvGraphicFramePr>
          <p:nvPr>
            <p:extLst>
              <p:ext uri="{D42A27DB-BD31-4B8C-83A1-F6EECF244321}">
                <p14:modId xmlns:p14="http://schemas.microsoft.com/office/powerpoint/2010/main" val="3462385474"/>
              </p:ext>
            </p:extLst>
          </p:nvPr>
        </p:nvGraphicFramePr>
        <p:xfrm>
          <a:off x="580103" y="1037095"/>
          <a:ext cx="11021963" cy="5282621"/>
        </p:xfrm>
        <a:graphic>
          <a:graphicData uri="http://schemas.openxmlformats.org/drawingml/2006/table">
            <a:tbl>
              <a:tblPr firstRow="1" bandRow="1">
                <a:tableStyleId>{5DA37D80-6434-44D0-A028-1B22A696006F}</a:tableStyleId>
              </a:tblPr>
              <a:tblGrid>
                <a:gridCol w="648469">
                  <a:extLst>
                    <a:ext uri="{9D8B030D-6E8A-4147-A177-3AD203B41FA5}">
                      <a16:colId xmlns:a16="http://schemas.microsoft.com/office/drawing/2014/main" val="20000"/>
                    </a:ext>
                  </a:extLst>
                </a:gridCol>
                <a:gridCol w="2856752">
                  <a:extLst>
                    <a:ext uri="{9D8B030D-6E8A-4147-A177-3AD203B41FA5}">
                      <a16:colId xmlns:a16="http://schemas.microsoft.com/office/drawing/2014/main" val="20001"/>
                    </a:ext>
                  </a:extLst>
                </a:gridCol>
                <a:gridCol w="1379935">
                  <a:extLst>
                    <a:ext uri="{9D8B030D-6E8A-4147-A177-3AD203B41FA5}">
                      <a16:colId xmlns:a16="http://schemas.microsoft.com/office/drawing/2014/main" val="20002"/>
                    </a:ext>
                  </a:extLst>
                </a:gridCol>
                <a:gridCol w="688862">
                  <a:extLst>
                    <a:ext uri="{9D8B030D-6E8A-4147-A177-3AD203B41FA5}">
                      <a16:colId xmlns:a16="http://schemas.microsoft.com/office/drawing/2014/main" val="20003"/>
                    </a:ext>
                  </a:extLst>
                </a:gridCol>
                <a:gridCol w="783258">
                  <a:extLst>
                    <a:ext uri="{9D8B030D-6E8A-4147-A177-3AD203B41FA5}">
                      <a16:colId xmlns:a16="http://schemas.microsoft.com/office/drawing/2014/main" val="20004"/>
                    </a:ext>
                  </a:extLst>
                </a:gridCol>
                <a:gridCol w="1980949">
                  <a:extLst>
                    <a:ext uri="{9D8B030D-6E8A-4147-A177-3AD203B41FA5}">
                      <a16:colId xmlns:a16="http://schemas.microsoft.com/office/drawing/2014/main" val="20005"/>
                    </a:ext>
                  </a:extLst>
                </a:gridCol>
                <a:gridCol w="1134654">
                  <a:extLst>
                    <a:ext uri="{9D8B030D-6E8A-4147-A177-3AD203B41FA5}">
                      <a16:colId xmlns:a16="http://schemas.microsoft.com/office/drawing/2014/main" val="20006"/>
                    </a:ext>
                  </a:extLst>
                </a:gridCol>
                <a:gridCol w="1549084">
                  <a:extLst>
                    <a:ext uri="{9D8B030D-6E8A-4147-A177-3AD203B41FA5}">
                      <a16:colId xmlns:a16="http://schemas.microsoft.com/office/drawing/2014/main" val="20007"/>
                    </a:ext>
                  </a:extLst>
                </a:gridCol>
              </a:tblGrid>
              <a:tr h="532188">
                <a:tc>
                  <a:txBody>
                    <a:bodyPr/>
                    <a:lstStyle/>
                    <a:p>
                      <a:pPr algn="ctr">
                        <a:lnSpc>
                          <a:spcPct val="100000"/>
                        </a:lnSpc>
                        <a:spcBef>
                          <a:spcPts val="245"/>
                        </a:spcBef>
                      </a:pPr>
                      <a:r>
                        <a:rPr sz="1600" b="1" spc="-25" dirty="0"/>
                        <a:t>Sr.</a:t>
                      </a:r>
                      <a:endParaRPr sz="1600" dirty="0"/>
                    </a:p>
                    <a:p>
                      <a:pPr algn="ctr">
                        <a:lnSpc>
                          <a:spcPct val="100000"/>
                        </a:lnSpc>
                      </a:pPr>
                      <a:r>
                        <a:rPr sz="1600" b="1" spc="-25" dirty="0"/>
                        <a:t>No.</a:t>
                      </a:r>
                      <a:endParaRPr sz="1600" dirty="0">
                        <a:latin typeface="Times New Roman" panose="02020603050405020304" pitchFamily="18" charset="0"/>
                        <a:cs typeface="Times New Roman" panose="02020603050405020304" pitchFamily="18" charset="0"/>
                      </a:endParaRPr>
                    </a:p>
                  </a:txBody>
                  <a:tcPr marL="0" marR="0" marT="31115" marB="0"/>
                </a:tc>
                <a:tc>
                  <a:txBody>
                    <a:bodyPr/>
                    <a:lstStyle/>
                    <a:p>
                      <a:pPr algn="ctr">
                        <a:lnSpc>
                          <a:spcPct val="100000"/>
                        </a:lnSpc>
                        <a:spcBef>
                          <a:spcPts val="245"/>
                        </a:spcBef>
                      </a:pPr>
                      <a:r>
                        <a:rPr sz="1600" b="1" spc="-20" dirty="0"/>
                        <a:t>Task</a:t>
                      </a:r>
                      <a:endParaRPr sz="1600" dirty="0">
                        <a:latin typeface="Times New Roman" panose="02020603050405020304" pitchFamily="18" charset="0"/>
                        <a:cs typeface="Times New Roman" panose="02020603050405020304" pitchFamily="18" charset="0"/>
                      </a:endParaRPr>
                    </a:p>
                  </a:txBody>
                  <a:tcPr marL="0" marR="0" marT="31115" marB="0"/>
                </a:tc>
                <a:tc>
                  <a:txBody>
                    <a:bodyPr/>
                    <a:lstStyle/>
                    <a:p>
                      <a:pPr algn="ctr">
                        <a:lnSpc>
                          <a:spcPct val="100000"/>
                        </a:lnSpc>
                        <a:spcBef>
                          <a:spcPts val="245"/>
                        </a:spcBef>
                      </a:pPr>
                      <a:r>
                        <a:rPr sz="1600" b="1" spc="-20" dirty="0"/>
                        <a:t>Task</a:t>
                      </a:r>
                      <a:r>
                        <a:rPr sz="1600" b="1" spc="-60" dirty="0"/>
                        <a:t> </a:t>
                      </a:r>
                      <a:r>
                        <a:rPr sz="1600" b="1" spc="-20" dirty="0"/>
                        <a:t>Lead</a:t>
                      </a:r>
                      <a:endParaRPr sz="1600">
                        <a:latin typeface="Times New Roman" panose="02020603050405020304" pitchFamily="18" charset="0"/>
                        <a:cs typeface="Times New Roman" panose="02020603050405020304" pitchFamily="18" charset="0"/>
                      </a:endParaRPr>
                    </a:p>
                  </a:txBody>
                  <a:tcPr marL="0" marR="0" marT="31115" marB="0"/>
                </a:tc>
                <a:tc>
                  <a:txBody>
                    <a:bodyPr/>
                    <a:lstStyle/>
                    <a:p>
                      <a:pPr algn="ctr">
                        <a:lnSpc>
                          <a:spcPct val="100000"/>
                        </a:lnSpc>
                        <a:spcBef>
                          <a:spcPts val="245"/>
                        </a:spcBef>
                      </a:pPr>
                      <a:r>
                        <a:rPr sz="1600" b="1" spc="-20" dirty="0"/>
                        <a:t>Start</a:t>
                      </a:r>
                      <a:endParaRPr sz="1600" dirty="0">
                        <a:latin typeface="Times New Roman" panose="02020603050405020304" pitchFamily="18" charset="0"/>
                        <a:cs typeface="Times New Roman" panose="02020603050405020304" pitchFamily="18" charset="0"/>
                      </a:endParaRPr>
                    </a:p>
                  </a:txBody>
                  <a:tcPr marL="0" marR="0" marT="31115" marB="0"/>
                </a:tc>
                <a:tc>
                  <a:txBody>
                    <a:bodyPr/>
                    <a:lstStyle/>
                    <a:p>
                      <a:pPr algn="ctr">
                        <a:lnSpc>
                          <a:spcPct val="100000"/>
                        </a:lnSpc>
                        <a:spcBef>
                          <a:spcPts val="245"/>
                        </a:spcBef>
                      </a:pPr>
                      <a:r>
                        <a:rPr sz="1600" b="1" spc="-25" dirty="0"/>
                        <a:t>End</a:t>
                      </a:r>
                      <a:endParaRPr sz="1600">
                        <a:latin typeface="Times New Roman" panose="02020603050405020304" pitchFamily="18" charset="0"/>
                        <a:cs typeface="Times New Roman" panose="02020603050405020304" pitchFamily="18" charset="0"/>
                      </a:endParaRPr>
                    </a:p>
                  </a:txBody>
                  <a:tcPr marL="0" marR="0" marT="31115" marB="0"/>
                </a:tc>
                <a:tc>
                  <a:txBody>
                    <a:bodyPr/>
                    <a:lstStyle/>
                    <a:p>
                      <a:pPr marL="1905" algn="ctr">
                        <a:lnSpc>
                          <a:spcPct val="100000"/>
                        </a:lnSpc>
                        <a:spcBef>
                          <a:spcPts val="245"/>
                        </a:spcBef>
                      </a:pPr>
                      <a:r>
                        <a:rPr sz="1600" b="1" spc="-10" dirty="0"/>
                        <a:t>Duration</a:t>
                      </a:r>
                      <a:endParaRPr sz="1600"/>
                    </a:p>
                    <a:p>
                      <a:pPr marL="1270" algn="ctr">
                        <a:lnSpc>
                          <a:spcPct val="100000"/>
                        </a:lnSpc>
                      </a:pPr>
                      <a:r>
                        <a:rPr sz="1600" b="1" spc="-10" dirty="0"/>
                        <a:t>(Days)</a:t>
                      </a:r>
                      <a:endParaRPr sz="1600">
                        <a:latin typeface="Times New Roman" panose="02020603050405020304" pitchFamily="18" charset="0"/>
                        <a:cs typeface="Times New Roman" panose="02020603050405020304" pitchFamily="18" charset="0"/>
                      </a:endParaRPr>
                    </a:p>
                  </a:txBody>
                  <a:tcPr marL="0" marR="0" marT="31115" marB="0"/>
                </a:tc>
                <a:tc>
                  <a:txBody>
                    <a:bodyPr/>
                    <a:lstStyle/>
                    <a:p>
                      <a:pPr marL="1270" algn="ctr">
                        <a:lnSpc>
                          <a:spcPct val="100000"/>
                        </a:lnSpc>
                        <a:spcBef>
                          <a:spcPts val="245"/>
                        </a:spcBef>
                      </a:pPr>
                      <a:r>
                        <a:rPr sz="1600" b="1" spc="-50" dirty="0"/>
                        <a:t>%</a:t>
                      </a:r>
                      <a:endParaRPr sz="1600"/>
                    </a:p>
                    <a:p>
                      <a:pPr marL="1270" algn="ctr">
                        <a:lnSpc>
                          <a:spcPct val="100000"/>
                        </a:lnSpc>
                      </a:pPr>
                      <a:r>
                        <a:rPr sz="1600" b="1" spc="-10" dirty="0"/>
                        <a:t>Complete</a:t>
                      </a:r>
                      <a:endParaRPr sz="1600">
                        <a:latin typeface="Times New Roman" panose="02020603050405020304" pitchFamily="18" charset="0"/>
                        <a:cs typeface="Times New Roman" panose="02020603050405020304" pitchFamily="18" charset="0"/>
                      </a:endParaRPr>
                    </a:p>
                  </a:txBody>
                  <a:tcPr marL="0" marR="0" marT="31115" marB="0"/>
                </a:tc>
                <a:tc>
                  <a:txBody>
                    <a:bodyPr/>
                    <a:lstStyle/>
                    <a:p>
                      <a:pPr algn="ctr">
                        <a:lnSpc>
                          <a:spcPct val="100000"/>
                        </a:lnSpc>
                        <a:spcBef>
                          <a:spcPts val="245"/>
                        </a:spcBef>
                      </a:pPr>
                      <a:r>
                        <a:rPr sz="1600" b="1" spc="-10" dirty="0"/>
                        <a:t>Working</a:t>
                      </a:r>
                      <a:r>
                        <a:rPr sz="1600" b="1" spc="-70" dirty="0"/>
                        <a:t> </a:t>
                      </a:r>
                      <a:r>
                        <a:rPr sz="1600" b="1" spc="-20" dirty="0"/>
                        <a:t>Days</a:t>
                      </a:r>
                      <a:endParaRPr sz="1600">
                        <a:latin typeface="Times New Roman" panose="02020603050405020304" pitchFamily="18" charset="0"/>
                        <a:cs typeface="Times New Roman" panose="02020603050405020304" pitchFamily="18" charset="0"/>
                      </a:endParaRPr>
                    </a:p>
                  </a:txBody>
                  <a:tcPr marL="0" marR="0" marT="31115" marB="0"/>
                </a:tc>
                <a:extLst>
                  <a:ext uri="{0D108BD9-81ED-4DB2-BD59-A6C34878D82A}">
                    <a16:rowId xmlns:a16="http://schemas.microsoft.com/office/drawing/2014/main" val="10000"/>
                  </a:ext>
                </a:extLst>
              </a:tr>
              <a:tr h="284533">
                <a:tc>
                  <a:txBody>
                    <a:bodyPr/>
                    <a:lstStyle/>
                    <a:p>
                      <a:pPr algn="ctr">
                        <a:lnSpc>
                          <a:spcPct val="100000"/>
                        </a:lnSpc>
                        <a:spcBef>
                          <a:spcPts val="250"/>
                        </a:spcBef>
                      </a:pPr>
                      <a:r>
                        <a:rPr sz="1400" spc="-25" dirty="0"/>
                        <a:t>1.</a:t>
                      </a:r>
                      <a:endParaRPr sz="1400" dirty="0">
                        <a:latin typeface="Times New Roman" panose="02020603050405020304" pitchFamily="18" charset="0"/>
                        <a:cs typeface="Times New Roman" panose="02020603050405020304" pitchFamily="18" charset="0"/>
                      </a:endParaRPr>
                    </a:p>
                  </a:txBody>
                  <a:tcPr marL="0" marR="0" marT="31750" marB="0"/>
                </a:tc>
                <a:tc>
                  <a:txBody>
                    <a:bodyPr/>
                    <a:lstStyle/>
                    <a:p>
                      <a:pPr algn="ctr">
                        <a:lnSpc>
                          <a:spcPct val="100000"/>
                        </a:lnSpc>
                        <a:spcBef>
                          <a:spcPts val="250"/>
                        </a:spcBef>
                      </a:pPr>
                      <a:r>
                        <a:rPr sz="1400" spc="-10" dirty="0"/>
                        <a:t>Development</a:t>
                      </a:r>
                      <a:endParaRPr sz="1400" dirty="0">
                        <a:latin typeface="Times New Roman" panose="02020603050405020304" pitchFamily="18" charset="0"/>
                        <a:cs typeface="Times New Roman" panose="02020603050405020304" pitchFamily="18" charset="0"/>
                      </a:endParaRPr>
                    </a:p>
                  </a:txBody>
                  <a:tcPr marL="0" marR="0" marT="31750" marB="0"/>
                </a:tc>
                <a:tc>
                  <a:txBody>
                    <a:bodyPr/>
                    <a:lstStyle/>
                    <a:p>
                      <a:pPr algn="ctr">
                        <a:lnSpc>
                          <a:spcPct val="100000"/>
                        </a:lnSpc>
                        <a:spcBef>
                          <a:spcPts val="250"/>
                        </a:spcBef>
                      </a:pPr>
                      <a:r>
                        <a:rPr lang="en-US" sz="1400" dirty="0"/>
                        <a:t>Pradeep M</a:t>
                      </a:r>
                      <a:endParaRPr sz="1400" dirty="0">
                        <a:latin typeface="Times New Roman" panose="02020603050405020304" pitchFamily="18" charset="0"/>
                        <a:cs typeface="Times New Roman" panose="02020603050405020304" pitchFamily="18" charset="0"/>
                      </a:endParaRPr>
                    </a:p>
                  </a:txBody>
                  <a:tcPr marL="0" marR="0" marT="31750" marB="0"/>
                </a:tc>
                <a:tc>
                  <a:txBody>
                    <a:bodyPr/>
                    <a:lstStyle/>
                    <a:p>
                      <a:pPr algn="ctr">
                        <a:lnSpc>
                          <a:spcPct val="100000"/>
                        </a:lnSpc>
                        <a:spcBef>
                          <a:spcPts val="250"/>
                        </a:spcBef>
                      </a:pPr>
                      <a:r>
                        <a:rPr sz="1400" spc="-10" dirty="0"/>
                        <a:t>15/0</a:t>
                      </a:r>
                      <a:r>
                        <a:rPr lang="en-US" sz="1400" spc="-10" dirty="0"/>
                        <a:t>4</a:t>
                      </a:r>
                      <a:endParaRPr sz="1400" dirty="0">
                        <a:latin typeface="Times New Roman" panose="02020603050405020304" pitchFamily="18" charset="0"/>
                        <a:cs typeface="Times New Roman" panose="02020603050405020304" pitchFamily="18" charset="0"/>
                      </a:endParaRPr>
                    </a:p>
                  </a:txBody>
                  <a:tcPr marL="0" marR="0" marT="31750" marB="0"/>
                </a:tc>
                <a:tc>
                  <a:txBody>
                    <a:bodyPr/>
                    <a:lstStyle/>
                    <a:p>
                      <a:pPr algn="ctr">
                        <a:lnSpc>
                          <a:spcPct val="100000"/>
                        </a:lnSpc>
                        <a:spcBef>
                          <a:spcPts val="250"/>
                        </a:spcBef>
                      </a:pPr>
                      <a:r>
                        <a:rPr sz="1400" spc="-10" dirty="0"/>
                        <a:t>18/0</a:t>
                      </a:r>
                      <a:r>
                        <a:rPr lang="en-US" sz="1400" spc="-10" dirty="0"/>
                        <a:t>4</a:t>
                      </a:r>
                      <a:endParaRPr sz="1400" dirty="0">
                        <a:latin typeface="Times New Roman" panose="02020603050405020304" pitchFamily="18" charset="0"/>
                        <a:cs typeface="Times New Roman" panose="02020603050405020304" pitchFamily="18" charset="0"/>
                      </a:endParaRPr>
                    </a:p>
                  </a:txBody>
                  <a:tcPr marL="0" marR="0" marT="31750" marB="0"/>
                </a:tc>
                <a:tc>
                  <a:txBody>
                    <a:bodyPr/>
                    <a:lstStyle/>
                    <a:p>
                      <a:pPr marL="635" algn="ctr">
                        <a:lnSpc>
                          <a:spcPct val="100000"/>
                        </a:lnSpc>
                        <a:spcBef>
                          <a:spcPts val="250"/>
                        </a:spcBef>
                      </a:pPr>
                      <a:r>
                        <a:rPr sz="1400" spc="-50" dirty="0"/>
                        <a:t>4</a:t>
                      </a:r>
                      <a:endParaRPr sz="1400">
                        <a:latin typeface="Times New Roman" panose="02020603050405020304" pitchFamily="18" charset="0"/>
                        <a:cs typeface="Times New Roman" panose="02020603050405020304" pitchFamily="18" charset="0"/>
                      </a:endParaRPr>
                    </a:p>
                  </a:txBody>
                  <a:tcPr marL="0" marR="0" marT="31750" marB="0"/>
                </a:tc>
                <a:tc>
                  <a:txBody>
                    <a:bodyPr/>
                    <a:lstStyle/>
                    <a:p>
                      <a:pPr marL="1270" algn="ctr">
                        <a:lnSpc>
                          <a:spcPct val="100000"/>
                        </a:lnSpc>
                        <a:spcBef>
                          <a:spcPts val="250"/>
                        </a:spcBef>
                      </a:pPr>
                      <a:r>
                        <a:rPr sz="1400" spc="-25" dirty="0"/>
                        <a:t>100</a:t>
                      </a:r>
                      <a:endParaRPr sz="1400">
                        <a:latin typeface="Times New Roman" panose="02020603050405020304" pitchFamily="18" charset="0"/>
                        <a:cs typeface="Times New Roman" panose="02020603050405020304" pitchFamily="18" charset="0"/>
                      </a:endParaRPr>
                    </a:p>
                  </a:txBody>
                  <a:tcPr marL="0" marR="0" marT="31750" marB="0"/>
                </a:tc>
                <a:tc>
                  <a:txBody>
                    <a:bodyPr/>
                    <a:lstStyle/>
                    <a:p>
                      <a:pPr marL="3175" algn="ctr">
                        <a:lnSpc>
                          <a:spcPct val="100000"/>
                        </a:lnSpc>
                        <a:spcBef>
                          <a:spcPts val="250"/>
                        </a:spcBef>
                      </a:pPr>
                      <a:r>
                        <a:rPr sz="1400" spc="-50" dirty="0"/>
                        <a:t>4</a:t>
                      </a:r>
                      <a:endParaRPr sz="1400">
                        <a:latin typeface="Times New Roman" panose="02020603050405020304" pitchFamily="18" charset="0"/>
                        <a:cs typeface="Times New Roman" panose="02020603050405020304" pitchFamily="18" charset="0"/>
                      </a:endParaRPr>
                    </a:p>
                  </a:txBody>
                  <a:tcPr marL="0" marR="0" marT="31750" marB="0"/>
                </a:tc>
                <a:extLst>
                  <a:ext uri="{0D108BD9-81ED-4DB2-BD59-A6C34878D82A}">
                    <a16:rowId xmlns:a16="http://schemas.microsoft.com/office/drawing/2014/main" val="10001"/>
                  </a:ext>
                </a:extLst>
              </a:tr>
              <a:tr h="284533">
                <a:tc>
                  <a:txBody>
                    <a:bodyPr/>
                    <a:lstStyle/>
                    <a:p>
                      <a:pPr algn="ctr">
                        <a:lnSpc>
                          <a:spcPct val="100000"/>
                        </a:lnSpc>
                        <a:spcBef>
                          <a:spcPts val="250"/>
                        </a:spcBef>
                      </a:pPr>
                      <a:r>
                        <a:rPr sz="1400" spc="-25" dirty="0"/>
                        <a:t>2.</a:t>
                      </a:r>
                      <a:endParaRPr sz="1400" dirty="0">
                        <a:latin typeface="Times New Roman" panose="02020603050405020304" pitchFamily="18" charset="0"/>
                        <a:cs typeface="Times New Roman" panose="02020603050405020304" pitchFamily="18" charset="0"/>
                      </a:endParaRPr>
                    </a:p>
                  </a:txBody>
                  <a:tcPr marL="0" marR="0" marT="31750" marB="0"/>
                </a:tc>
                <a:tc>
                  <a:txBody>
                    <a:bodyPr/>
                    <a:lstStyle/>
                    <a:p>
                      <a:pPr algn="ctr">
                        <a:lnSpc>
                          <a:spcPct val="100000"/>
                        </a:lnSpc>
                        <a:spcBef>
                          <a:spcPts val="250"/>
                        </a:spcBef>
                      </a:pPr>
                      <a:r>
                        <a:rPr sz="1400" spc="-10" dirty="0"/>
                        <a:t>Formation</a:t>
                      </a:r>
                      <a:endParaRPr sz="1400">
                        <a:latin typeface="Times New Roman" panose="02020603050405020304" pitchFamily="18" charset="0"/>
                        <a:cs typeface="Times New Roman" panose="02020603050405020304" pitchFamily="18" charset="0"/>
                      </a:endParaRPr>
                    </a:p>
                  </a:txBody>
                  <a:tcPr marL="0" marR="0" marT="31750" marB="0"/>
                </a:tc>
                <a:tc>
                  <a:txBody>
                    <a:bodyPr/>
                    <a:lstStyle/>
                    <a:p>
                      <a:pPr>
                        <a:lnSpc>
                          <a:spcPct val="100000"/>
                        </a:lnSpc>
                      </a:pPr>
                      <a:endParaRPr sz="1400">
                        <a:latin typeface="Times New Roman" panose="02020603050405020304" pitchFamily="18" charset="0"/>
                        <a:cs typeface="Times New Roman" panose="02020603050405020304" pitchFamily="18" charset="0"/>
                      </a:endParaRPr>
                    </a:p>
                  </a:txBody>
                  <a:tcPr marL="0" marR="0" marT="0" marB="0"/>
                </a:tc>
                <a:tc>
                  <a:txBody>
                    <a:bodyPr/>
                    <a:lstStyle/>
                    <a:p>
                      <a:pPr algn="ctr">
                        <a:lnSpc>
                          <a:spcPct val="100000"/>
                        </a:lnSpc>
                        <a:spcBef>
                          <a:spcPts val="250"/>
                        </a:spcBef>
                      </a:pPr>
                      <a:r>
                        <a:rPr sz="1400" spc="-10" dirty="0"/>
                        <a:t>19/0</a:t>
                      </a:r>
                      <a:r>
                        <a:rPr lang="en-US" sz="1400" spc="-10" dirty="0"/>
                        <a:t>4</a:t>
                      </a:r>
                      <a:endParaRPr sz="1400" dirty="0">
                        <a:latin typeface="Times New Roman" panose="02020603050405020304" pitchFamily="18" charset="0"/>
                        <a:cs typeface="Times New Roman" panose="02020603050405020304" pitchFamily="18" charset="0"/>
                      </a:endParaRPr>
                    </a:p>
                  </a:txBody>
                  <a:tcPr marL="0" marR="0" marT="31750" marB="0"/>
                </a:tc>
                <a:tc>
                  <a:txBody>
                    <a:bodyPr/>
                    <a:lstStyle/>
                    <a:p>
                      <a:pPr algn="ctr">
                        <a:lnSpc>
                          <a:spcPct val="100000"/>
                        </a:lnSpc>
                        <a:spcBef>
                          <a:spcPts val="250"/>
                        </a:spcBef>
                      </a:pPr>
                      <a:r>
                        <a:rPr sz="1400" spc="-10" dirty="0"/>
                        <a:t>26/0</a:t>
                      </a:r>
                      <a:r>
                        <a:rPr lang="en-US" sz="1400" spc="-10" dirty="0"/>
                        <a:t>4</a:t>
                      </a:r>
                      <a:endParaRPr sz="1400" dirty="0">
                        <a:latin typeface="Times New Roman" panose="02020603050405020304" pitchFamily="18" charset="0"/>
                        <a:cs typeface="Times New Roman" panose="02020603050405020304" pitchFamily="18" charset="0"/>
                      </a:endParaRPr>
                    </a:p>
                  </a:txBody>
                  <a:tcPr marL="0" marR="0" marT="31750" marB="0"/>
                </a:tc>
                <a:tc>
                  <a:txBody>
                    <a:bodyPr/>
                    <a:lstStyle/>
                    <a:p>
                      <a:pPr marL="635" algn="ctr">
                        <a:lnSpc>
                          <a:spcPct val="100000"/>
                        </a:lnSpc>
                        <a:spcBef>
                          <a:spcPts val="250"/>
                        </a:spcBef>
                      </a:pPr>
                      <a:r>
                        <a:rPr sz="1400" spc="-50" dirty="0"/>
                        <a:t>7</a:t>
                      </a:r>
                      <a:endParaRPr sz="1400">
                        <a:latin typeface="Times New Roman" panose="02020603050405020304" pitchFamily="18" charset="0"/>
                        <a:cs typeface="Times New Roman" panose="02020603050405020304" pitchFamily="18" charset="0"/>
                      </a:endParaRPr>
                    </a:p>
                  </a:txBody>
                  <a:tcPr marL="0" marR="0" marT="31750" marB="0"/>
                </a:tc>
                <a:tc>
                  <a:txBody>
                    <a:bodyPr/>
                    <a:lstStyle/>
                    <a:p>
                      <a:pPr marL="1270" algn="ctr">
                        <a:lnSpc>
                          <a:spcPct val="100000"/>
                        </a:lnSpc>
                        <a:spcBef>
                          <a:spcPts val="250"/>
                        </a:spcBef>
                      </a:pPr>
                      <a:r>
                        <a:rPr sz="1400" spc="-25" dirty="0"/>
                        <a:t>100</a:t>
                      </a:r>
                      <a:endParaRPr sz="1400">
                        <a:latin typeface="Times New Roman" panose="02020603050405020304" pitchFamily="18" charset="0"/>
                        <a:cs typeface="Times New Roman" panose="02020603050405020304" pitchFamily="18" charset="0"/>
                      </a:endParaRPr>
                    </a:p>
                  </a:txBody>
                  <a:tcPr marL="0" marR="0" marT="31750" marB="0"/>
                </a:tc>
                <a:tc>
                  <a:txBody>
                    <a:bodyPr/>
                    <a:lstStyle/>
                    <a:p>
                      <a:pPr marL="3175" algn="ctr">
                        <a:lnSpc>
                          <a:spcPct val="100000"/>
                        </a:lnSpc>
                        <a:spcBef>
                          <a:spcPts val="250"/>
                        </a:spcBef>
                      </a:pPr>
                      <a:r>
                        <a:rPr sz="1400" spc="-50" dirty="0"/>
                        <a:t>7</a:t>
                      </a:r>
                      <a:endParaRPr sz="1400">
                        <a:latin typeface="Times New Roman" panose="02020603050405020304" pitchFamily="18" charset="0"/>
                        <a:cs typeface="Times New Roman" panose="02020603050405020304" pitchFamily="18" charset="0"/>
                      </a:endParaRPr>
                    </a:p>
                  </a:txBody>
                  <a:tcPr marL="0" marR="0" marT="31750" marB="0"/>
                </a:tc>
                <a:extLst>
                  <a:ext uri="{0D108BD9-81ED-4DB2-BD59-A6C34878D82A}">
                    <a16:rowId xmlns:a16="http://schemas.microsoft.com/office/drawing/2014/main" val="10002"/>
                  </a:ext>
                </a:extLst>
              </a:tr>
              <a:tr h="284533">
                <a:tc>
                  <a:txBody>
                    <a:bodyPr/>
                    <a:lstStyle/>
                    <a:p>
                      <a:pPr algn="ctr">
                        <a:lnSpc>
                          <a:spcPct val="100000"/>
                        </a:lnSpc>
                        <a:spcBef>
                          <a:spcPts val="254"/>
                        </a:spcBef>
                      </a:pPr>
                      <a:r>
                        <a:rPr sz="1400" spc="-25" dirty="0"/>
                        <a:t>3.</a:t>
                      </a:r>
                      <a:endParaRPr sz="1400" dirty="0">
                        <a:latin typeface="Times New Roman" panose="02020603050405020304" pitchFamily="18" charset="0"/>
                        <a:cs typeface="Times New Roman" panose="02020603050405020304" pitchFamily="18" charset="0"/>
                      </a:endParaRPr>
                    </a:p>
                  </a:txBody>
                  <a:tcPr marL="0" marR="0" marT="32384" marB="0"/>
                </a:tc>
                <a:tc>
                  <a:txBody>
                    <a:bodyPr/>
                    <a:lstStyle/>
                    <a:p>
                      <a:pPr algn="ctr">
                        <a:lnSpc>
                          <a:spcPct val="100000"/>
                        </a:lnSpc>
                        <a:spcBef>
                          <a:spcPts val="254"/>
                        </a:spcBef>
                      </a:pPr>
                      <a:r>
                        <a:rPr sz="1400" spc="-10" dirty="0"/>
                        <a:t>Registration</a:t>
                      </a:r>
                      <a:endParaRPr sz="1400" dirty="0">
                        <a:latin typeface="Times New Roman" panose="02020603050405020304" pitchFamily="18" charset="0"/>
                        <a:cs typeface="Times New Roman" panose="02020603050405020304" pitchFamily="18" charset="0"/>
                      </a:endParaRPr>
                    </a:p>
                  </a:txBody>
                  <a:tcPr marL="0" marR="0" marT="32384" marB="0"/>
                </a:tc>
                <a:tc>
                  <a:txBody>
                    <a:bodyPr/>
                    <a:lstStyle/>
                    <a:p>
                      <a:pPr>
                        <a:lnSpc>
                          <a:spcPct val="100000"/>
                        </a:lnSpc>
                      </a:pPr>
                      <a:endParaRPr sz="1400" dirty="0">
                        <a:latin typeface="Times New Roman" panose="02020603050405020304" pitchFamily="18" charset="0"/>
                        <a:cs typeface="Times New Roman" panose="02020603050405020304" pitchFamily="18" charset="0"/>
                      </a:endParaRPr>
                    </a:p>
                  </a:txBody>
                  <a:tcPr marL="0" marR="0" marT="0" marB="0"/>
                </a:tc>
                <a:tc>
                  <a:txBody>
                    <a:bodyPr/>
                    <a:lstStyle/>
                    <a:p>
                      <a:pPr algn="ctr">
                        <a:lnSpc>
                          <a:spcPct val="100000"/>
                        </a:lnSpc>
                        <a:spcBef>
                          <a:spcPts val="254"/>
                        </a:spcBef>
                      </a:pPr>
                      <a:r>
                        <a:rPr lang="en-US" sz="1400" spc="-10" dirty="0"/>
                        <a:t>15</a:t>
                      </a:r>
                      <a:r>
                        <a:rPr sz="1400" spc="-10" dirty="0"/>
                        <a:t>/0</a:t>
                      </a:r>
                      <a:r>
                        <a:rPr lang="en-US" sz="1400" spc="-10" dirty="0"/>
                        <a:t>9</a:t>
                      </a:r>
                      <a:endParaRPr sz="1400" dirty="0">
                        <a:latin typeface="Times New Roman" panose="02020603050405020304" pitchFamily="18" charset="0"/>
                        <a:cs typeface="Times New Roman" panose="02020603050405020304" pitchFamily="18" charset="0"/>
                      </a:endParaRPr>
                    </a:p>
                  </a:txBody>
                  <a:tcPr marL="0" marR="0" marT="32384" marB="0"/>
                </a:tc>
                <a:tc>
                  <a:txBody>
                    <a:bodyPr/>
                    <a:lstStyle/>
                    <a:p>
                      <a:pPr algn="ctr">
                        <a:lnSpc>
                          <a:spcPct val="100000"/>
                        </a:lnSpc>
                        <a:spcBef>
                          <a:spcPts val="254"/>
                        </a:spcBef>
                      </a:pPr>
                      <a:r>
                        <a:rPr lang="en-US" sz="1400" spc="-10" dirty="0"/>
                        <a:t>15</a:t>
                      </a:r>
                      <a:r>
                        <a:rPr sz="1400" spc="-10" dirty="0"/>
                        <a:t>/</a:t>
                      </a:r>
                      <a:r>
                        <a:rPr lang="en-US" sz="1400" spc="-10" dirty="0"/>
                        <a:t>09</a:t>
                      </a:r>
                      <a:endParaRPr sz="1400" dirty="0">
                        <a:latin typeface="Times New Roman" panose="02020603050405020304" pitchFamily="18" charset="0"/>
                        <a:cs typeface="Times New Roman" panose="02020603050405020304" pitchFamily="18" charset="0"/>
                      </a:endParaRPr>
                    </a:p>
                  </a:txBody>
                  <a:tcPr marL="0" marR="0" marT="32384" marB="0"/>
                </a:tc>
                <a:tc>
                  <a:txBody>
                    <a:bodyPr/>
                    <a:lstStyle/>
                    <a:p>
                      <a:pPr marL="635" algn="ctr">
                        <a:lnSpc>
                          <a:spcPct val="100000"/>
                        </a:lnSpc>
                        <a:spcBef>
                          <a:spcPts val="254"/>
                        </a:spcBef>
                      </a:pPr>
                      <a:r>
                        <a:rPr sz="1400" spc="-50" dirty="0"/>
                        <a:t>1</a:t>
                      </a:r>
                      <a:endParaRPr sz="1400" dirty="0">
                        <a:latin typeface="Times New Roman" panose="02020603050405020304" pitchFamily="18" charset="0"/>
                        <a:cs typeface="Times New Roman" panose="02020603050405020304" pitchFamily="18" charset="0"/>
                      </a:endParaRPr>
                    </a:p>
                  </a:txBody>
                  <a:tcPr marL="0" marR="0" marT="32384" marB="0"/>
                </a:tc>
                <a:tc>
                  <a:txBody>
                    <a:bodyPr/>
                    <a:lstStyle/>
                    <a:p>
                      <a:pPr marL="1270" algn="ctr">
                        <a:lnSpc>
                          <a:spcPct val="100000"/>
                        </a:lnSpc>
                        <a:spcBef>
                          <a:spcPts val="254"/>
                        </a:spcBef>
                      </a:pPr>
                      <a:r>
                        <a:rPr sz="1400" spc="-25" dirty="0"/>
                        <a:t>100</a:t>
                      </a:r>
                      <a:endParaRPr sz="1400">
                        <a:latin typeface="Times New Roman" panose="02020603050405020304" pitchFamily="18" charset="0"/>
                        <a:cs typeface="Times New Roman" panose="02020603050405020304" pitchFamily="18" charset="0"/>
                      </a:endParaRPr>
                    </a:p>
                  </a:txBody>
                  <a:tcPr marL="0" marR="0" marT="32384" marB="0"/>
                </a:tc>
                <a:tc>
                  <a:txBody>
                    <a:bodyPr/>
                    <a:lstStyle/>
                    <a:p>
                      <a:pPr marL="3175" algn="ctr">
                        <a:lnSpc>
                          <a:spcPct val="100000"/>
                        </a:lnSpc>
                        <a:spcBef>
                          <a:spcPts val="254"/>
                        </a:spcBef>
                      </a:pPr>
                      <a:r>
                        <a:rPr sz="1400" spc="-50" dirty="0"/>
                        <a:t>1</a:t>
                      </a:r>
                      <a:endParaRPr sz="1400">
                        <a:latin typeface="Times New Roman" panose="02020603050405020304" pitchFamily="18" charset="0"/>
                        <a:cs typeface="Times New Roman" panose="02020603050405020304" pitchFamily="18" charset="0"/>
                      </a:endParaRPr>
                    </a:p>
                  </a:txBody>
                  <a:tcPr marL="0" marR="0" marT="32384" marB="0"/>
                </a:tc>
                <a:extLst>
                  <a:ext uri="{0D108BD9-81ED-4DB2-BD59-A6C34878D82A}">
                    <a16:rowId xmlns:a16="http://schemas.microsoft.com/office/drawing/2014/main" val="10003"/>
                  </a:ext>
                </a:extLst>
              </a:tr>
              <a:tr h="284533">
                <a:tc>
                  <a:txBody>
                    <a:bodyPr/>
                    <a:lstStyle/>
                    <a:p>
                      <a:pPr algn="ctr">
                        <a:lnSpc>
                          <a:spcPct val="100000"/>
                        </a:lnSpc>
                        <a:spcBef>
                          <a:spcPts val="254"/>
                        </a:spcBef>
                      </a:pPr>
                      <a:r>
                        <a:rPr sz="1400" spc="-25" dirty="0"/>
                        <a:t>4.</a:t>
                      </a:r>
                      <a:endParaRPr sz="1400" dirty="0">
                        <a:latin typeface="Times New Roman" panose="02020603050405020304" pitchFamily="18" charset="0"/>
                        <a:cs typeface="Times New Roman" panose="02020603050405020304" pitchFamily="18" charset="0"/>
                      </a:endParaRPr>
                    </a:p>
                  </a:txBody>
                  <a:tcPr marL="0" marR="0" marT="32384" marB="0"/>
                </a:tc>
                <a:tc>
                  <a:txBody>
                    <a:bodyPr/>
                    <a:lstStyle/>
                    <a:p>
                      <a:pPr algn="ctr">
                        <a:lnSpc>
                          <a:spcPct val="100000"/>
                        </a:lnSpc>
                        <a:spcBef>
                          <a:spcPts val="254"/>
                        </a:spcBef>
                      </a:pPr>
                      <a:r>
                        <a:rPr sz="1400" dirty="0"/>
                        <a:t>Department</a:t>
                      </a:r>
                      <a:r>
                        <a:rPr sz="1400" spc="-65" dirty="0"/>
                        <a:t> </a:t>
                      </a:r>
                      <a:r>
                        <a:rPr sz="1400" spc="-10" dirty="0"/>
                        <a:t>Distribution</a:t>
                      </a:r>
                      <a:endParaRPr sz="1400" dirty="0">
                        <a:latin typeface="Times New Roman" panose="02020603050405020304" pitchFamily="18" charset="0"/>
                        <a:cs typeface="Times New Roman" panose="02020603050405020304" pitchFamily="18" charset="0"/>
                      </a:endParaRPr>
                    </a:p>
                  </a:txBody>
                  <a:tcPr marL="0" marR="0" marT="32384" marB="0"/>
                </a:tc>
                <a:tc>
                  <a:txBody>
                    <a:bodyPr/>
                    <a:lstStyle/>
                    <a:p>
                      <a:pPr>
                        <a:lnSpc>
                          <a:spcPct val="100000"/>
                        </a:lnSpc>
                      </a:pPr>
                      <a:endParaRPr sz="1400" dirty="0">
                        <a:latin typeface="Times New Roman" panose="02020603050405020304" pitchFamily="18" charset="0"/>
                        <a:cs typeface="Times New Roman" panose="02020603050405020304" pitchFamily="18" charset="0"/>
                      </a:endParaRPr>
                    </a:p>
                  </a:txBody>
                  <a:tcPr marL="0" marR="0" marT="0" marB="0"/>
                </a:tc>
                <a:tc>
                  <a:txBody>
                    <a:bodyPr/>
                    <a:lstStyle/>
                    <a:p>
                      <a:pPr algn="ctr">
                        <a:lnSpc>
                          <a:spcPct val="100000"/>
                        </a:lnSpc>
                        <a:spcBef>
                          <a:spcPts val="254"/>
                        </a:spcBef>
                      </a:pPr>
                      <a:r>
                        <a:rPr sz="1400" spc="-10" dirty="0"/>
                        <a:t>05/0</a:t>
                      </a:r>
                      <a:r>
                        <a:rPr lang="en-US" sz="1400" spc="-10" dirty="0"/>
                        <a:t>5</a:t>
                      </a:r>
                      <a:endParaRPr sz="1400" dirty="0">
                        <a:latin typeface="Times New Roman" panose="02020603050405020304" pitchFamily="18" charset="0"/>
                        <a:cs typeface="Times New Roman" panose="02020603050405020304" pitchFamily="18" charset="0"/>
                      </a:endParaRPr>
                    </a:p>
                  </a:txBody>
                  <a:tcPr marL="0" marR="0" marT="32384" marB="0"/>
                </a:tc>
                <a:tc>
                  <a:txBody>
                    <a:bodyPr/>
                    <a:lstStyle/>
                    <a:p>
                      <a:pPr algn="ctr">
                        <a:lnSpc>
                          <a:spcPct val="100000"/>
                        </a:lnSpc>
                        <a:spcBef>
                          <a:spcPts val="254"/>
                        </a:spcBef>
                      </a:pPr>
                      <a:r>
                        <a:rPr sz="1400" spc="-10" dirty="0"/>
                        <a:t>05/0</a:t>
                      </a:r>
                      <a:r>
                        <a:rPr lang="en-IN" sz="1400" spc="-10" dirty="0"/>
                        <a:t>5</a:t>
                      </a:r>
                      <a:endParaRPr sz="1400" dirty="0">
                        <a:latin typeface="Times New Roman" panose="02020603050405020304" pitchFamily="18" charset="0"/>
                        <a:cs typeface="Times New Roman" panose="02020603050405020304" pitchFamily="18" charset="0"/>
                      </a:endParaRPr>
                    </a:p>
                  </a:txBody>
                  <a:tcPr marL="0" marR="0" marT="32384" marB="0"/>
                </a:tc>
                <a:tc>
                  <a:txBody>
                    <a:bodyPr/>
                    <a:lstStyle/>
                    <a:p>
                      <a:pPr marL="635" algn="ctr">
                        <a:lnSpc>
                          <a:spcPct val="100000"/>
                        </a:lnSpc>
                        <a:spcBef>
                          <a:spcPts val="254"/>
                        </a:spcBef>
                      </a:pPr>
                      <a:r>
                        <a:rPr sz="1400" spc="-50" dirty="0"/>
                        <a:t>1</a:t>
                      </a:r>
                      <a:endParaRPr sz="1400" dirty="0">
                        <a:latin typeface="Times New Roman" panose="02020603050405020304" pitchFamily="18" charset="0"/>
                        <a:cs typeface="Times New Roman" panose="02020603050405020304" pitchFamily="18" charset="0"/>
                      </a:endParaRPr>
                    </a:p>
                  </a:txBody>
                  <a:tcPr marL="0" marR="0" marT="32384" marB="0"/>
                </a:tc>
                <a:tc>
                  <a:txBody>
                    <a:bodyPr/>
                    <a:lstStyle/>
                    <a:p>
                      <a:pPr marL="1270" algn="ctr">
                        <a:lnSpc>
                          <a:spcPct val="100000"/>
                        </a:lnSpc>
                        <a:spcBef>
                          <a:spcPts val="254"/>
                        </a:spcBef>
                      </a:pPr>
                      <a:r>
                        <a:rPr sz="1400" spc="-25" dirty="0"/>
                        <a:t>100</a:t>
                      </a:r>
                      <a:endParaRPr sz="1400">
                        <a:latin typeface="Times New Roman" panose="02020603050405020304" pitchFamily="18" charset="0"/>
                        <a:cs typeface="Times New Roman" panose="02020603050405020304" pitchFamily="18" charset="0"/>
                      </a:endParaRPr>
                    </a:p>
                  </a:txBody>
                  <a:tcPr marL="0" marR="0" marT="32384" marB="0"/>
                </a:tc>
                <a:tc>
                  <a:txBody>
                    <a:bodyPr/>
                    <a:lstStyle/>
                    <a:p>
                      <a:pPr marL="3175" algn="ctr">
                        <a:lnSpc>
                          <a:spcPct val="100000"/>
                        </a:lnSpc>
                        <a:spcBef>
                          <a:spcPts val="254"/>
                        </a:spcBef>
                      </a:pPr>
                      <a:r>
                        <a:rPr sz="1400" spc="-50" dirty="0"/>
                        <a:t>1</a:t>
                      </a:r>
                      <a:endParaRPr sz="1400">
                        <a:latin typeface="Times New Roman" panose="02020603050405020304" pitchFamily="18" charset="0"/>
                        <a:cs typeface="Times New Roman" panose="02020603050405020304" pitchFamily="18" charset="0"/>
                      </a:endParaRPr>
                    </a:p>
                  </a:txBody>
                  <a:tcPr marL="0" marR="0" marT="32384" marB="0"/>
                </a:tc>
                <a:extLst>
                  <a:ext uri="{0D108BD9-81ED-4DB2-BD59-A6C34878D82A}">
                    <a16:rowId xmlns:a16="http://schemas.microsoft.com/office/drawing/2014/main" val="10004"/>
                  </a:ext>
                </a:extLst>
              </a:tr>
              <a:tr h="284533">
                <a:tc>
                  <a:txBody>
                    <a:bodyPr/>
                    <a:lstStyle/>
                    <a:p>
                      <a:pPr algn="ctr">
                        <a:lnSpc>
                          <a:spcPct val="100000"/>
                        </a:lnSpc>
                        <a:spcBef>
                          <a:spcPts val="254"/>
                        </a:spcBef>
                      </a:pPr>
                      <a:r>
                        <a:rPr sz="1400" spc="-25" dirty="0"/>
                        <a:t>5.</a:t>
                      </a:r>
                      <a:endParaRPr sz="1400" dirty="0">
                        <a:latin typeface="Times New Roman" panose="02020603050405020304" pitchFamily="18" charset="0"/>
                        <a:cs typeface="Times New Roman" panose="02020603050405020304" pitchFamily="18" charset="0"/>
                      </a:endParaRPr>
                    </a:p>
                  </a:txBody>
                  <a:tcPr marL="0" marR="0" marT="32384" marB="0"/>
                </a:tc>
                <a:tc>
                  <a:txBody>
                    <a:bodyPr/>
                    <a:lstStyle/>
                    <a:p>
                      <a:pPr marL="635" algn="ctr">
                        <a:lnSpc>
                          <a:spcPct val="100000"/>
                        </a:lnSpc>
                        <a:spcBef>
                          <a:spcPts val="254"/>
                        </a:spcBef>
                      </a:pPr>
                      <a:r>
                        <a:rPr sz="1400" dirty="0"/>
                        <a:t>Basic</a:t>
                      </a:r>
                      <a:r>
                        <a:rPr sz="1400" spc="-10" dirty="0"/>
                        <a:t> Understanding</a:t>
                      </a:r>
                      <a:endParaRPr sz="1400">
                        <a:latin typeface="Times New Roman" panose="02020603050405020304" pitchFamily="18" charset="0"/>
                        <a:cs typeface="Times New Roman" panose="02020603050405020304" pitchFamily="18" charset="0"/>
                      </a:endParaRPr>
                    </a:p>
                  </a:txBody>
                  <a:tcPr marL="0" marR="0" marT="32384" marB="0"/>
                </a:tc>
                <a:tc>
                  <a:txBody>
                    <a:bodyPr/>
                    <a:lstStyle/>
                    <a:p>
                      <a:pPr>
                        <a:lnSpc>
                          <a:spcPct val="100000"/>
                        </a:lnSpc>
                      </a:pPr>
                      <a:endParaRPr sz="1400">
                        <a:latin typeface="Times New Roman" panose="02020603050405020304" pitchFamily="18" charset="0"/>
                        <a:cs typeface="Times New Roman" panose="02020603050405020304" pitchFamily="18" charset="0"/>
                      </a:endParaRPr>
                    </a:p>
                  </a:txBody>
                  <a:tcPr marL="0" marR="0" marT="0" marB="0"/>
                </a:tc>
                <a:tc>
                  <a:txBody>
                    <a:bodyPr/>
                    <a:lstStyle/>
                    <a:p>
                      <a:pPr algn="ctr">
                        <a:lnSpc>
                          <a:spcPct val="100000"/>
                        </a:lnSpc>
                        <a:spcBef>
                          <a:spcPts val="254"/>
                        </a:spcBef>
                      </a:pPr>
                      <a:r>
                        <a:rPr sz="1400" spc="-10" dirty="0"/>
                        <a:t>01/0</a:t>
                      </a:r>
                      <a:r>
                        <a:rPr lang="en-US" sz="1400" spc="-10" dirty="0"/>
                        <a:t>6</a:t>
                      </a:r>
                      <a:endParaRPr sz="1400" dirty="0">
                        <a:latin typeface="Times New Roman" panose="02020603050405020304" pitchFamily="18" charset="0"/>
                        <a:cs typeface="Times New Roman" panose="02020603050405020304" pitchFamily="18" charset="0"/>
                      </a:endParaRPr>
                    </a:p>
                  </a:txBody>
                  <a:tcPr marL="0" marR="0" marT="32384" marB="0"/>
                </a:tc>
                <a:tc>
                  <a:txBody>
                    <a:bodyPr/>
                    <a:lstStyle/>
                    <a:p>
                      <a:pPr algn="ctr">
                        <a:lnSpc>
                          <a:spcPct val="100000"/>
                        </a:lnSpc>
                        <a:spcBef>
                          <a:spcPts val="254"/>
                        </a:spcBef>
                      </a:pPr>
                      <a:r>
                        <a:rPr sz="1400" spc="-10" dirty="0"/>
                        <a:t>05/0</a:t>
                      </a:r>
                      <a:r>
                        <a:rPr lang="en-US" sz="1400" spc="-10" dirty="0"/>
                        <a:t>6</a:t>
                      </a:r>
                      <a:endParaRPr sz="1400" dirty="0">
                        <a:latin typeface="Times New Roman" panose="02020603050405020304" pitchFamily="18" charset="0"/>
                        <a:cs typeface="Times New Roman" panose="02020603050405020304" pitchFamily="18" charset="0"/>
                      </a:endParaRPr>
                    </a:p>
                  </a:txBody>
                  <a:tcPr marL="0" marR="0" marT="32384" marB="0"/>
                </a:tc>
                <a:tc>
                  <a:txBody>
                    <a:bodyPr/>
                    <a:lstStyle/>
                    <a:p>
                      <a:pPr marL="635" algn="ctr">
                        <a:lnSpc>
                          <a:spcPct val="100000"/>
                        </a:lnSpc>
                        <a:spcBef>
                          <a:spcPts val="254"/>
                        </a:spcBef>
                      </a:pPr>
                      <a:r>
                        <a:rPr sz="1400" spc="-50" dirty="0"/>
                        <a:t>5</a:t>
                      </a:r>
                      <a:endParaRPr sz="1400">
                        <a:latin typeface="Times New Roman" panose="02020603050405020304" pitchFamily="18" charset="0"/>
                        <a:cs typeface="Times New Roman" panose="02020603050405020304" pitchFamily="18" charset="0"/>
                      </a:endParaRPr>
                    </a:p>
                  </a:txBody>
                  <a:tcPr marL="0" marR="0" marT="32384" marB="0"/>
                </a:tc>
                <a:tc>
                  <a:txBody>
                    <a:bodyPr/>
                    <a:lstStyle/>
                    <a:p>
                      <a:pPr marL="1270" algn="ctr">
                        <a:lnSpc>
                          <a:spcPct val="100000"/>
                        </a:lnSpc>
                        <a:spcBef>
                          <a:spcPts val="254"/>
                        </a:spcBef>
                      </a:pPr>
                      <a:r>
                        <a:rPr sz="1400" spc="-25" dirty="0"/>
                        <a:t>100</a:t>
                      </a:r>
                      <a:endParaRPr sz="1400">
                        <a:latin typeface="Times New Roman" panose="02020603050405020304" pitchFamily="18" charset="0"/>
                        <a:cs typeface="Times New Roman" panose="02020603050405020304" pitchFamily="18" charset="0"/>
                      </a:endParaRPr>
                    </a:p>
                  </a:txBody>
                  <a:tcPr marL="0" marR="0" marT="32384" marB="0"/>
                </a:tc>
                <a:tc>
                  <a:txBody>
                    <a:bodyPr/>
                    <a:lstStyle/>
                    <a:p>
                      <a:pPr marL="3175" algn="ctr">
                        <a:lnSpc>
                          <a:spcPct val="100000"/>
                        </a:lnSpc>
                        <a:spcBef>
                          <a:spcPts val="254"/>
                        </a:spcBef>
                      </a:pPr>
                      <a:r>
                        <a:rPr sz="1400" spc="-50" dirty="0"/>
                        <a:t>5</a:t>
                      </a:r>
                      <a:endParaRPr sz="1400">
                        <a:latin typeface="Times New Roman" panose="02020603050405020304" pitchFamily="18" charset="0"/>
                        <a:cs typeface="Times New Roman" panose="02020603050405020304" pitchFamily="18" charset="0"/>
                      </a:endParaRPr>
                    </a:p>
                  </a:txBody>
                  <a:tcPr marL="0" marR="0" marT="32384" marB="0"/>
                </a:tc>
                <a:extLst>
                  <a:ext uri="{0D108BD9-81ED-4DB2-BD59-A6C34878D82A}">
                    <a16:rowId xmlns:a16="http://schemas.microsoft.com/office/drawing/2014/main" val="10005"/>
                  </a:ext>
                </a:extLst>
              </a:tr>
              <a:tr h="284533">
                <a:tc>
                  <a:txBody>
                    <a:bodyPr/>
                    <a:lstStyle/>
                    <a:p>
                      <a:pPr algn="ctr">
                        <a:lnSpc>
                          <a:spcPct val="100000"/>
                        </a:lnSpc>
                        <a:spcBef>
                          <a:spcPts val="254"/>
                        </a:spcBef>
                      </a:pPr>
                      <a:r>
                        <a:rPr lang="en-US" sz="1400" spc="-25" dirty="0"/>
                        <a:t>6</a:t>
                      </a:r>
                      <a:r>
                        <a:rPr sz="1400" spc="-25" dirty="0"/>
                        <a:t>.</a:t>
                      </a:r>
                      <a:endParaRPr sz="1400" dirty="0">
                        <a:latin typeface="Times New Roman" panose="02020603050405020304" pitchFamily="18" charset="0"/>
                        <a:cs typeface="Times New Roman" panose="02020603050405020304" pitchFamily="18" charset="0"/>
                      </a:endParaRPr>
                    </a:p>
                  </a:txBody>
                  <a:tcPr marL="0" marR="0" marT="32384" marB="0"/>
                </a:tc>
                <a:tc>
                  <a:txBody>
                    <a:bodyPr/>
                    <a:lstStyle/>
                    <a:p>
                      <a:pPr algn="ctr">
                        <a:lnSpc>
                          <a:spcPct val="100000"/>
                        </a:lnSpc>
                        <a:spcBef>
                          <a:spcPts val="254"/>
                        </a:spcBef>
                      </a:pPr>
                      <a:r>
                        <a:rPr sz="1400" dirty="0"/>
                        <a:t>Market</a:t>
                      </a:r>
                      <a:r>
                        <a:rPr sz="1400" spc="-65" dirty="0"/>
                        <a:t> </a:t>
                      </a:r>
                      <a:r>
                        <a:rPr sz="1400" spc="-10" dirty="0"/>
                        <a:t>Survey</a:t>
                      </a:r>
                      <a:endParaRPr sz="1400" dirty="0">
                        <a:latin typeface="Times New Roman" panose="02020603050405020304" pitchFamily="18" charset="0"/>
                        <a:cs typeface="Times New Roman" panose="02020603050405020304" pitchFamily="18" charset="0"/>
                      </a:endParaRPr>
                    </a:p>
                  </a:txBody>
                  <a:tcPr marL="0" marR="0" marT="32384" marB="0"/>
                </a:tc>
                <a:tc>
                  <a:txBody>
                    <a:bodyPr/>
                    <a:lstStyle/>
                    <a:p>
                      <a:pPr algn="ctr">
                        <a:lnSpc>
                          <a:spcPct val="100000"/>
                        </a:lnSpc>
                      </a:pPr>
                      <a:r>
                        <a:rPr lang="en-US" sz="1400" dirty="0"/>
                        <a:t>Sakthivel V</a:t>
                      </a:r>
                      <a:endParaRPr sz="1400" dirty="0">
                        <a:latin typeface="Times New Roman" panose="02020603050405020304" pitchFamily="18" charset="0"/>
                        <a:cs typeface="Times New Roman" panose="02020603050405020304" pitchFamily="18" charset="0"/>
                      </a:endParaRPr>
                    </a:p>
                  </a:txBody>
                  <a:tcPr marL="0" marR="0" marT="0" marB="0"/>
                </a:tc>
                <a:tc>
                  <a:txBody>
                    <a:bodyPr/>
                    <a:lstStyle/>
                    <a:p>
                      <a:pPr algn="ctr">
                        <a:lnSpc>
                          <a:spcPct val="100000"/>
                        </a:lnSpc>
                        <a:spcBef>
                          <a:spcPts val="254"/>
                        </a:spcBef>
                      </a:pPr>
                      <a:r>
                        <a:rPr sz="1400" spc="-10" dirty="0"/>
                        <a:t>12/0</a:t>
                      </a:r>
                      <a:r>
                        <a:rPr lang="en-US" sz="1400" spc="-10" dirty="0"/>
                        <a:t>6</a:t>
                      </a:r>
                      <a:endParaRPr sz="1400" dirty="0">
                        <a:latin typeface="Times New Roman" panose="02020603050405020304" pitchFamily="18" charset="0"/>
                        <a:cs typeface="Times New Roman" panose="02020603050405020304" pitchFamily="18" charset="0"/>
                      </a:endParaRPr>
                    </a:p>
                  </a:txBody>
                  <a:tcPr marL="0" marR="0" marT="32384" marB="0"/>
                </a:tc>
                <a:tc>
                  <a:txBody>
                    <a:bodyPr/>
                    <a:lstStyle/>
                    <a:p>
                      <a:pPr algn="ctr">
                        <a:lnSpc>
                          <a:spcPct val="100000"/>
                        </a:lnSpc>
                        <a:spcBef>
                          <a:spcPts val="254"/>
                        </a:spcBef>
                      </a:pPr>
                      <a:r>
                        <a:rPr sz="1400" spc="-10" dirty="0"/>
                        <a:t>30/0</a:t>
                      </a:r>
                      <a:r>
                        <a:rPr lang="en-US" sz="1400" spc="-10" dirty="0"/>
                        <a:t>6</a:t>
                      </a:r>
                      <a:endParaRPr sz="1400" dirty="0">
                        <a:latin typeface="Times New Roman" panose="02020603050405020304" pitchFamily="18" charset="0"/>
                        <a:cs typeface="Times New Roman" panose="02020603050405020304" pitchFamily="18" charset="0"/>
                      </a:endParaRPr>
                    </a:p>
                  </a:txBody>
                  <a:tcPr marL="0" marR="0" marT="32384" marB="0"/>
                </a:tc>
                <a:tc>
                  <a:txBody>
                    <a:bodyPr/>
                    <a:lstStyle/>
                    <a:p>
                      <a:pPr marL="1270" algn="ctr">
                        <a:lnSpc>
                          <a:spcPct val="100000"/>
                        </a:lnSpc>
                        <a:spcBef>
                          <a:spcPts val="254"/>
                        </a:spcBef>
                      </a:pPr>
                      <a:r>
                        <a:rPr sz="1400" spc="-25" dirty="0"/>
                        <a:t>19</a:t>
                      </a:r>
                      <a:endParaRPr sz="1400">
                        <a:latin typeface="Times New Roman" panose="02020603050405020304" pitchFamily="18" charset="0"/>
                        <a:cs typeface="Times New Roman" panose="02020603050405020304" pitchFamily="18" charset="0"/>
                      </a:endParaRPr>
                    </a:p>
                  </a:txBody>
                  <a:tcPr marL="0" marR="0" marT="32384" marB="0"/>
                </a:tc>
                <a:tc>
                  <a:txBody>
                    <a:bodyPr/>
                    <a:lstStyle/>
                    <a:p>
                      <a:pPr marL="1270" algn="ctr">
                        <a:lnSpc>
                          <a:spcPct val="100000"/>
                        </a:lnSpc>
                        <a:spcBef>
                          <a:spcPts val="254"/>
                        </a:spcBef>
                      </a:pPr>
                      <a:r>
                        <a:rPr sz="1400" spc="-25" dirty="0"/>
                        <a:t>100</a:t>
                      </a:r>
                      <a:endParaRPr sz="1400">
                        <a:latin typeface="Times New Roman" panose="02020603050405020304" pitchFamily="18" charset="0"/>
                        <a:cs typeface="Times New Roman" panose="02020603050405020304" pitchFamily="18" charset="0"/>
                      </a:endParaRPr>
                    </a:p>
                  </a:txBody>
                  <a:tcPr marL="0" marR="0" marT="32384" marB="0"/>
                </a:tc>
                <a:tc>
                  <a:txBody>
                    <a:bodyPr/>
                    <a:lstStyle/>
                    <a:p>
                      <a:pPr marL="635" algn="ctr">
                        <a:lnSpc>
                          <a:spcPct val="100000"/>
                        </a:lnSpc>
                        <a:spcBef>
                          <a:spcPts val="254"/>
                        </a:spcBef>
                      </a:pPr>
                      <a:r>
                        <a:rPr sz="1400" spc="-25" dirty="0"/>
                        <a:t>19</a:t>
                      </a:r>
                      <a:endParaRPr sz="1400" dirty="0">
                        <a:latin typeface="Times New Roman" panose="02020603050405020304" pitchFamily="18" charset="0"/>
                        <a:cs typeface="Times New Roman" panose="02020603050405020304" pitchFamily="18" charset="0"/>
                      </a:endParaRPr>
                    </a:p>
                  </a:txBody>
                  <a:tcPr marL="0" marR="0" marT="32384" marB="0"/>
                </a:tc>
                <a:extLst>
                  <a:ext uri="{0D108BD9-81ED-4DB2-BD59-A6C34878D82A}">
                    <a16:rowId xmlns:a16="http://schemas.microsoft.com/office/drawing/2014/main" val="10007"/>
                  </a:ext>
                </a:extLst>
              </a:tr>
              <a:tr h="284533">
                <a:tc>
                  <a:txBody>
                    <a:bodyPr/>
                    <a:lstStyle/>
                    <a:p>
                      <a:pPr algn="ctr">
                        <a:lnSpc>
                          <a:spcPct val="100000"/>
                        </a:lnSpc>
                        <a:spcBef>
                          <a:spcPts val="254"/>
                        </a:spcBef>
                      </a:pPr>
                      <a:r>
                        <a:rPr lang="en-US" sz="1400" spc="-25" dirty="0"/>
                        <a:t>7</a:t>
                      </a:r>
                      <a:r>
                        <a:rPr sz="1400" spc="-25" dirty="0"/>
                        <a:t>.</a:t>
                      </a:r>
                      <a:endParaRPr sz="1400" dirty="0">
                        <a:latin typeface="Times New Roman" panose="02020603050405020304" pitchFamily="18" charset="0"/>
                        <a:cs typeface="Times New Roman" panose="02020603050405020304" pitchFamily="18" charset="0"/>
                      </a:endParaRPr>
                    </a:p>
                  </a:txBody>
                  <a:tcPr marL="0" marR="0" marT="32384" marB="0"/>
                </a:tc>
                <a:tc>
                  <a:txBody>
                    <a:bodyPr/>
                    <a:lstStyle/>
                    <a:p>
                      <a:pPr algn="ctr">
                        <a:lnSpc>
                          <a:spcPct val="100000"/>
                        </a:lnSpc>
                        <a:spcBef>
                          <a:spcPts val="254"/>
                        </a:spcBef>
                      </a:pPr>
                      <a:r>
                        <a:rPr sz="1400" dirty="0"/>
                        <a:t>Cost</a:t>
                      </a:r>
                      <a:r>
                        <a:rPr sz="1400" spc="-40" dirty="0"/>
                        <a:t> </a:t>
                      </a:r>
                      <a:r>
                        <a:rPr sz="1400" spc="-10" dirty="0"/>
                        <a:t>Report</a:t>
                      </a:r>
                      <a:endParaRPr sz="1400" dirty="0">
                        <a:latin typeface="Times New Roman" panose="02020603050405020304" pitchFamily="18" charset="0"/>
                        <a:cs typeface="Times New Roman" panose="02020603050405020304" pitchFamily="18" charset="0"/>
                      </a:endParaRPr>
                    </a:p>
                  </a:txBody>
                  <a:tcPr marL="0" marR="0" marT="32384" marB="0"/>
                </a:tc>
                <a:tc>
                  <a:txBody>
                    <a:bodyPr/>
                    <a:lstStyle/>
                    <a:p>
                      <a:pPr algn="ctr">
                        <a:lnSpc>
                          <a:spcPct val="100000"/>
                        </a:lnSpc>
                      </a:pPr>
                      <a:r>
                        <a:rPr lang="en-US" sz="1400" dirty="0"/>
                        <a:t>Guru Prasanna V</a:t>
                      </a:r>
                      <a:endParaRPr sz="1400" dirty="0">
                        <a:latin typeface="Times New Roman" panose="02020603050405020304" pitchFamily="18" charset="0"/>
                        <a:cs typeface="Times New Roman" panose="02020603050405020304" pitchFamily="18" charset="0"/>
                      </a:endParaRPr>
                    </a:p>
                  </a:txBody>
                  <a:tcPr marL="0" marR="0" marT="0" marB="0"/>
                </a:tc>
                <a:tc>
                  <a:txBody>
                    <a:bodyPr/>
                    <a:lstStyle/>
                    <a:p>
                      <a:pPr algn="ctr">
                        <a:lnSpc>
                          <a:spcPct val="100000"/>
                        </a:lnSpc>
                        <a:spcBef>
                          <a:spcPts val="254"/>
                        </a:spcBef>
                      </a:pPr>
                      <a:r>
                        <a:rPr sz="1400" spc="-10" dirty="0"/>
                        <a:t>03/0</a:t>
                      </a:r>
                      <a:r>
                        <a:rPr lang="en-US" sz="1400" spc="-10" dirty="0"/>
                        <a:t>7</a:t>
                      </a:r>
                      <a:endParaRPr sz="1400" dirty="0">
                        <a:latin typeface="Times New Roman" panose="02020603050405020304" pitchFamily="18" charset="0"/>
                        <a:cs typeface="Times New Roman" panose="02020603050405020304" pitchFamily="18" charset="0"/>
                      </a:endParaRPr>
                    </a:p>
                  </a:txBody>
                  <a:tcPr marL="0" marR="0" marT="32384" marB="0"/>
                </a:tc>
                <a:tc>
                  <a:txBody>
                    <a:bodyPr/>
                    <a:lstStyle/>
                    <a:p>
                      <a:pPr algn="ctr">
                        <a:lnSpc>
                          <a:spcPct val="100000"/>
                        </a:lnSpc>
                        <a:spcBef>
                          <a:spcPts val="254"/>
                        </a:spcBef>
                      </a:pPr>
                      <a:r>
                        <a:rPr sz="1400" spc="-10" dirty="0"/>
                        <a:t>03/0</a:t>
                      </a:r>
                      <a:r>
                        <a:rPr lang="en-US" sz="1400" spc="-10" dirty="0"/>
                        <a:t>7</a:t>
                      </a:r>
                      <a:endParaRPr sz="1400" dirty="0">
                        <a:latin typeface="Times New Roman" panose="02020603050405020304" pitchFamily="18" charset="0"/>
                        <a:cs typeface="Times New Roman" panose="02020603050405020304" pitchFamily="18" charset="0"/>
                      </a:endParaRPr>
                    </a:p>
                  </a:txBody>
                  <a:tcPr marL="0" marR="0" marT="32384" marB="0"/>
                </a:tc>
                <a:tc>
                  <a:txBody>
                    <a:bodyPr/>
                    <a:lstStyle/>
                    <a:p>
                      <a:pPr marL="635" algn="ctr">
                        <a:lnSpc>
                          <a:spcPct val="100000"/>
                        </a:lnSpc>
                        <a:spcBef>
                          <a:spcPts val="254"/>
                        </a:spcBef>
                      </a:pPr>
                      <a:r>
                        <a:rPr sz="1400" spc="-50" dirty="0"/>
                        <a:t>3</a:t>
                      </a:r>
                      <a:endParaRPr sz="1400">
                        <a:latin typeface="Times New Roman" panose="02020603050405020304" pitchFamily="18" charset="0"/>
                        <a:cs typeface="Times New Roman" panose="02020603050405020304" pitchFamily="18" charset="0"/>
                      </a:endParaRPr>
                    </a:p>
                  </a:txBody>
                  <a:tcPr marL="0" marR="0" marT="32384" marB="0"/>
                </a:tc>
                <a:tc>
                  <a:txBody>
                    <a:bodyPr/>
                    <a:lstStyle/>
                    <a:p>
                      <a:pPr marL="1270" algn="ctr">
                        <a:lnSpc>
                          <a:spcPct val="100000"/>
                        </a:lnSpc>
                        <a:spcBef>
                          <a:spcPts val="254"/>
                        </a:spcBef>
                      </a:pPr>
                      <a:r>
                        <a:rPr sz="1400" spc="-25" dirty="0"/>
                        <a:t>100</a:t>
                      </a:r>
                      <a:endParaRPr sz="1400">
                        <a:latin typeface="Times New Roman" panose="02020603050405020304" pitchFamily="18" charset="0"/>
                        <a:cs typeface="Times New Roman" panose="02020603050405020304" pitchFamily="18" charset="0"/>
                      </a:endParaRPr>
                    </a:p>
                  </a:txBody>
                  <a:tcPr marL="0" marR="0" marT="32384" marB="0"/>
                </a:tc>
                <a:tc>
                  <a:txBody>
                    <a:bodyPr/>
                    <a:lstStyle/>
                    <a:p>
                      <a:pPr marL="3175" algn="ctr">
                        <a:lnSpc>
                          <a:spcPct val="100000"/>
                        </a:lnSpc>
                        <a:spcBef>
                          <a:spcPts val="254"/>
                        </a:spcBef>
                      </a:pPr>
                      <a:r>
                        <a:rPr sz="1400" spc="-50" dirty="0"/>
                        <a:t>3</a:t>
                      </a:r>
                      <a:endParaRPr sz="1400">
                        <a:latin typeface="Times New Roman" panose="02020603050405020304" pitchFamily="18" charset="0"/>
                        <a:cs typeface="Times New Roman" panose="02020603050405020304" pitchFamily="18" charset="0"/>
                      </a:endParaRPr>
                    </a:p>
                  </a:txBody>
                  <a:tcPr marL="0" marR="0" marT="32384" marB="0"/>
                </a:tc>
                <a:extLst>
                  <a:ext uri="{0D108BD9-81ED-4DB2-BD59-A6C34878D82A}">
                    <a16:rowId xmlns:a16="http://schemas.microsoft.com/office/drawing/2014/main" val="10008"/>
                  </a:ext>
                </a:extLst>
              </a:tr>
              <a:tr h="284533">
                <a:tc>
                  <a:txBody>
                    <a:bodyPr/>
                    <a:lstStyle/>
                    <a:p>
                      <a:pPr algn="ctr">
                        <a:lnSpc>
                          <a:spcPct val="100000"/>
                        </a:lnSpc>
                        <a:spcBef>
                          <a:spcPts val="259"/>
                        </a:spcBef>
                      </a:pPr>
                      <a:r>
                        <a:rPr lang="en-US" sz="1400" spc="-25" dirty="0"/>
                        <a:t>8</a:t>
                      </a:r>
                      <a:r>
                        <a:rPr sz="1400" spc="-25" dirty="0"/>
                        <a:t>.</a:t>
                      </a:r>
                      <a:endParaRPr sz="1400" dirty="0">
                        <a:latin typeface="Times New Roman" panose="02020603050405020304" pitchFamily="18" charset="0"/>
                        <a:cs typeface="Times New Roman" panose="02020603050405020304" pitchFamily="18" charset="0"/>
                      </a:endParaRPr>
                    </a:p>
                  </a:txBody>
                  <a:tcPr marL="0" marR="0" marT="33019" marB="0"/>
                </a:tc>
                <a:tc>
                  <a:txBody>
                    <a:bodyPr/>
                    <a:lstStyle/>
                    <a:p>
                      <a:pPr algn="ctr">
                        <a:lnSpc>
                          <a:spcPct val="100000"/>
                        </a:lnSpc>
                        <a:spcBef>
                          <a:spcPts val="259"/>
                        </a:spcBef>
                      </a:pPr>
                      <a:r>
                        <a:rPr sz="1400" spc="-10" dirty="0"/>
                        <a:t>Calculations</a:t>
                      </a:r>
                      <a:endParaRPr sz="1400">
                        <a:latin typeface="Times New Roman" panose="02020603050405020304" pitchFamily="18" charset="0"/>
                        <a:cs typeface="Times New Roman" panose="02020603050405020304" pitchFamily="18" charset="0"/>
                      </a:endParaRPr>
                    </a:p>
                  </a:txBody>
                  <a:tcPr marL="0" marR="0" marT="33019" marB="0"/>
                </a:tc>
                <a:tc>
                  <a:txBody>
                    <a:bodyPr/>
                    <a:lstStyle/>
                    <a:p>
                      <a:pPr algn="ctr">
                        <a:lnSpc>
                          <a:spcPct val="100000"/>
                        </a:lnSpc>
                        <a:spcBef>
                          <a:spcPts val="259"/>
                        </a:spcBef>
                      </a:pPr>
                      <a:r>
                        <a:rPr lang="en-IN" sz="1400" dirty="0" err="1"/>
                        <a:t>Harjendra</a:t>
                      </a:r>
                      <a:r>
                        <a:rPr lang="en-IN" sz="1400" dirty="0"/>
                        <a:t> D S </a:t>
                      </a:r>
                      <a:endParaRPr lang="en-IN" sz="1400" dirty="0">
                        <a:latin typeface="Times New Roman" panose="02020603050405020304" pitchFamily="18" charset="0"/>
                        <a:cs typeface="Times New Roman" panose="02020603050405020304" pitchFamily="18" charset="0"/>
                      </a:endParaRPr>
                    </a:p>
                  </a:txBody>
                  <a:tcPr marL="0" marR="0" marT="33019" marB="0"/>
                </a:tc>
                <a:tc>
                  <a:txBody>
                    <a:bodyPr/>
                    <a:lstStyle/>
                    <a:p>
                      <a:pPr>
                        <a:lnSpc>
                          <a:spcPct val="100000"/>
                        </a:lnSpc>
                      </a:pPr>
                      <a:endParaRPr sz="1400">
                        <a:latin typeface="Times New Roman" panose="02020603050405020304" pitchFamily="18" charset="0"/>
                        <a:cs typeface="Times New Roman" panose="02020603050405020304" pitchFamily="18" charset="0"/>
                      </a:endParaRPr>
                    </a:p>
                  </a:txBody>
                  <a:tcPr marL="0" marR="0" marT="0" marB="0"/>
                </a:tc>
                <a:tc>
                  <a:txBody>
                    <a:bodyPr/>
                    <a:lstStyle/>
                    <a:p>
                      <a:pPr>
                        <a:lnSpc>
                          <a:spcPct val="100000"/>
                        </a:lnSpc>
                      </a:pPr>
                      <a:endParaRPr sz="1400">
                        <a:latin typeface="Times New Roman" panose="02020603050405020304" pitchFamily="18" charset="0"/>
                        <a:cs typeface="Times New Roman" panose="02020603050405020304" pitchFamily="18" charset="0"/>
                      </a:endParaRPr>
                    </a:p>
                  </a:txBody>
                  <a:tcPr marL="0" marR="0" marT="0" marB="0"/>
                </a:tc>
                <a:tc>
                  <a:txBody>
                    <a:bodyPr/>
                    <a:lstStyle/>
                    <a:p>
                      <a:pPr>
                        <a:lnSpc>
                          <a:spcPct val="100000"/>
                        </a:lnSpc>
                      </a:pPr>
                      <a:endParaRPr sz="1400">
                        <a:latin typeface="Times New Roman" panose="02020603050405020304" pitchFamily="18" charset="0"/>
                        <a:cs typeface="Times New Roman" panose="02020603050405020304" pitchFamily="18" charset="0"/>
                      </a:endParaRPr>
                    </a:p>
                  </a:txBody>
                  <a:tcPr marL="0" marR="0" marT="0" marB="0"/>
                </a:tc>
                <a:tc>
                  <a:txBody>
                    <a:bodyPr/>
                    <a:lstStyle/>
                    <a:p>
                      <a:pPr>
                        <a:lnSpc>
                          <a:spcPct val="100000"/>
                        </a:lnSpc>
                      </a:pPr>
                      <a:endParaRPr sz="1400">
                        <a:latin typeface="Times New Roman" panose="02020603050405020304" pitchFamily="18" charset="0"/>
                        <a:cs typeface="Times New Roman" panose="02020603050405020304" pitchFamily="18" charset="0"/>
                      </a:endParaRPr>
                    </a:p>
                  </a:txBody>
                  <a:tcPr marL="0" marR="0" marT="0" marB="0"/>
                </a:tc>
                <a:tc>
                  <a:txBody>
                    <a:bodyPr/>
                    <a:lstStyle/>
                    <a:p>
                      <a:pPr>
                        <a:lnSpc>
                          <a:spcPct val="100000"/>
                        </a:lnSpc>
                      </a:pPr>
                      <a:endParaRPr sz="1400">
                        <a:latin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10009"/>
                  </a:ext>
                </a:extLst>
              </a:tr>
              <a:tr h="383786">
                <a:tc>
                  <a:txBody>
                    <a:bodyPr/>
                    <a:lstStyle/>
                    <a:p>
                      <a:pPr algn="ctr">
                        <a:lnSpc>
                          <a:spcPct val="100000"/>
                        </a:lnSpc>
                        <a:spcBef>
                          <a:spcPts val="259"/>
                        </a:spcBef>
                      </a:pPr>
                      <a:r>
                        <a:rPr lang="en-US" sz="1400" spc="-25" dirty="0"/>
                        <a:t>9</a:t>
                      </a:r>
                      <a:r>
                        <a:rPr sz="1400" spc="-25" dirty="0"/>
                        <a:t>.</a:t>
                      </a:r>
                      <a:endParaRPr sz="1400" dirty="0">
                        <a:latin typeface="Times New Roman" panose="02020603050405020304" pitchFamily="18" charset="0"/>
                        <a:cs typeface="Times New Roman" panose="02020603050405020304" pitchFamily="18" charset="0"/>
                      </a:endParaRPr>
                    </a:p>
                  </a:txBody>
                  <a:tcPr marL="0" marR="0" marT="33019" marB="0"/>
                </a:tc>
                <a:tc>
                  <a:txBody>
                    <a:bodyPr/>
                    <a:lstStyle/>
                    <a:p>
                      <a:pPr algn="ctr">
                        <a:lnSpc>
                          <a:spcPct val="100000"/>
                        </a:lnSpc>
                        <a:spcBef>
                          <a:spcPts val="259"/>
                        </a:spcBef>
                      </a:pPr>
                      <a:r>
                        <a:rPr sz="1400" dirty="0"/>
                        <a:t>Rulebook</a:t>
                      </a:r>
                      <a:r>
                        <a:rPr sz="1400" spc="-55" dirty="0"/>
                        <a:t> </a:t>
                      </a:r>
                      <a:r>
                        <a:rPr sz="1400" dirty="0"/>
                        <a:t>Analysis</a:t>
                      </a:r>
                      <a:r>
                        <a:rPr sz="1400" spc="-45" dirty="0"/>
                        <a:t> </a:t>
                      </a:r>
                      <a:r>
                        <a:rPr sz="1400" dirty="0"/>
                        <a:t>&amp;</a:t>
                      </a:r>
                      <a:r>
                        <a:rPr sz="1400" spc="-55" dirty="0"/>
                        <a:t> </a:t>
                      </a:r>
                      <a:r>
                        <a:rPr sz="1400" spc="-10" dirty="0"/>
                        <a:t>Calculations</a:t>
                      </a:r>
                      <a:endParaRPr sz="1400" dirty="0">
                        <a:latin typeface="Times New Roman" panose="02020603050405020304" pitchFamily="18" charset="0"/>
                        <a:cs typeface="Times New Roman" panose="02020603050405020304" pitchFamily="18" charset="0"/>
                      </a:endParaRPr>
                    </a:p>
                  </a:txBody>
                  <a:tcPr marL="0" marR="0" marT="33019" marB="0"/>
                </a:tc>
                <a:tc>
                  <a:txBody>
                    <a:bodyPr/>
                    <a:lstStyle/>
                    <a:p>
                      <a:pPr algn="ctr">
                        <a:lnSpc>
                          <a:spcPct val="100000"/>
                        </a:lnSpc>
                        <a:spcBef>
                          <a:spcPts val="259"/>
                        </a:spcBef>
                      </a:pPr>
                      <a:r>
                        <a:rPr lang="en-US" sz="1400" dirty="0" err="1"/>
                        <a:t>Prakesh</a:t>
                      </a:r>
                      <a:endParaRPr sz="1400" dirty="0">
                        <a:latin typeface="Times New Roman" panose="02020603050405020304" pitchFamily="18" charset="0"/>
                        <a:cs typeface="Times New Roman" panose="02020603050405020304" pitchFamily="18" charset="0"/>
                      </a:endParaRPr>
                    </a:p>
                  </a:txBody>
                  <a:tcPr marL="0" marR="0" marT="33019" marB="0"/>
                </a:tc>
                <a:tc>
                  <a:txBody>
                    <a:bodyPr/>
                    <a:lstStyle/>
                    <a:p>
                      <a:pPr algn="ctr">
                        <a:lnSpc>
                          <a:spcPct val="100000"/>
                        </a:lnSpc>
                        <a:spcBef>
                          <a:spcPts val="259"/>
                        </a:spcBef>
                      </a:pPr>
                      <a:r>
                        <a:rPr sz="1400" spc="-10" dirty="0"/>
                        <a:t>10/0</a:t>
                      </a:r>
                      <a:r>
                        <a:rPr lang="en-US" sz="1400" spc="-10" dirty="0"/>
                        <a:t>7</a:t>
                      </a:r>
                      <a:endParaRPr sz="1400" dirty="0">
                        <a:latin typeface="Times New Roman" panose="02020603050405020304" pitchFamily="18" charset="0"/>
                        <a:cs typeface="Times New Roman" panose="02020603050405020304" pitchFamily="18" charset="0"/>
                      </a:endParaRPr>
                    </a:p>
                  </a:txBody>
                  <a:tcPr marL="0" marR="0" marT="33019" marB="0"/>
                </a:tc>
                <a:tc>
                  <a:txBody>
                    <a:bodyPr/>
                    <a:lstStyle/>
                    <a:p>
                      <a:pPr algn="ctr">
                        <a:lnSpc>
                          <a:spcPct val="100000"/>
                        </a:lnSpc>
                        <a:spcBef>
                          <a:spcPts val="259"/>
                        </a:spcBef>
                      </a:pPr>
                      <a:r>
                        <a:rPr sz="1400" spc="-10" dirty="0"/>
                        <a:t>14/0</a:t>
                      </a:r>
                      <a:r>
                        <a:rPr lang="en-US" sz="1400" spc="-10" dirty="0"/>
                        <a:t>7</a:t>
                      </a:r>
                      <a:endParaRPr sz="1400" dirty="0">
                        <a:latin typeface="Times New Roman" panose="02020603050405020304" pitchFamily="18" charset="0"/>
                        <a:cs typeface="Times New Roman" panose="02020603050405020304" pitchFamily="18" charset="0"/>
                      </a:endParaRPr>
                    </a:p>
                  </a:txBody>
                  <a:tcPr marL="0" marR="0" marT="33019" marB="0"/>
                </a:tc>
                <a:tc>
                  <a:txBody>
                    <a:bodyPr/>
                    <a:lstStyle/>
                    <a:p>
                      <a:pPr marL="635" algn="ctr">
                        <a:lnSpc>
                          <a:spcPct val="100000"/>
                        </a:lnSpc>
                        <a:spcBef>
                          <a:spcPts val="259"/>
                        </a:spcBef>
                      </a:pPr>
                      <a:r>
                        <a:rPr sz="1400" spc="-50" dirty="0"/>
                        <a:t>5</a:t>
                      </a:r>
                      <a:endParaRPr sz="1400" dirty="0">
                        <a:latin typeface="Times New Roman" panose="02020603050405020304" pitchFamily="18" charset="0"/>
                        <a:cs typeface="Times New Roman" panose="02020603050405020304" pitchFamily="18" charset="0"/>
                      </a:endParaRPr>
                    </a:p>
                  </a:txBody>
                  <a:tcPr marL="0" marR="0" marT="33019" marB="0"/>
                </a:tc>
                <a:tc>
                  <a:txBody>
                    <a:bodyPr/>
                    <a:lstStyle/>
                    <a:p>
                      <a:pPr marL="1270" algn="ctr">
                        <a:lnSpc>
                          <a:spcPct val="100000"/>
                        </a:lnSpc>
                        <a:spcBef>
                          <a:spcPts val="259"/>
                        </a:spcBef>
                      </a:pPr>
                      <a:r>
                        <a:rPr sz="1400" spc="-25" dirty="0"/>
                        <a:t>100</a:t>
                      </a:r>
                      <a:endParaRPr sz="1400">
                        <a:latin typeface="Times New Roman" panose="02020603050405020304" pitchFamily="18" charset="0"/>
                        <a:cs typeface="Times New Roman" panose="02020603050405020304" pitchFamily="18" charset="0"/>
                      </a:endParaRPr>
                    </a:p>
                  </a:txBody>
                  <a:tcPr marL="0" marR="0" marT="33019" marB="0"/>
                </a:tc>
                <a:tc>
                  <a:txBody>
                    <a:bodyPr/>
                    <a:lstStyle/>
                    <a:p>
                      <a:pPr marL="3175" algn="ctr">
                        <a:lnSpc>
                          <a:spcPct val="100000"/>
                        </a:lnSpc>
                        <a:spcBef>
                          <a:spcPts val="259"/>
                        </a:spcBef>
                      </a:pPr>
                      <a:r>
                        <a:rPr sz="1400" spc="-50" dirty="0"/>
                        <a:t>5</a:t>
                      </a:r>
                      <a:endParaRPr sz="1400">
                        <a:latin typeface="Times New Roman" panose="02020603050405020304" pitchFamily="18" charset="0"/>
                        <a:cs typeface="Times New Roman" panose="02020603050405020304" pitchFamily="18" charset="0"/>
                      </a:endParaRPr>
                    </a:p>
                  </a:txBody>
                  <a:tcPr marL="0" marR="0" marT="33019" marB="0"/>
                </a:tc>
                <a:extLst>
                  <a:ext uri="{0D108BD9-81ED-4DB2-BD59-A6C34878D82A}">
                    <a16:rowId xmlns:a16="http://schemas.microsoft.com/office/drawing/2014/main" val="10010"/>
                  </a:ext>
                </a:extLst>
              </a:tr>
              <a:tr h="284533">
                <a:tc>
                  <a:txBody>
                    <a:bodyPr/>
                    <a:lstStyle/>
                    <a:p>
                      <a:pPr algn="ctr">
                        <a:lnSpc>
                          <a:spcPct val="100000"/>
                        </a:lnSpc>
                        <a:spcBef>
                          <a:spcPts val="254"/>
                        </a:spcBef>
                      </a:pPr>
                      <a:r>
                        <a:rPr sz="1400" spc="-25" dirty="0"/>
                        <a:t>1</a:t>
                      </a:r>
                      <a:r>
                        <a:rPr lang="en-US" sz="1400" spc="-25" dirty="0"/>
                        <a:t>0</a:t>
                      </a:r>
                      <a:r>
                        <a:rPr sz="1400" spc="-25" dirty="0"/>
                        <a:t>.</a:t>
                      </a:r>
                      <a:endParaRPr sz="1400" dirty="0">
                        <a:latin typeface="Times New Roman" panose="02020603050405020304" pitchFamily="18" charset="0"/>
                        <a:cs typeface="Times New Roman" panose="02020603050405020304" pitchFamily="18" charset="0"/>
                      </a:endParaRPr>
                    </a:p>
                  </a:txBody>
                  <a:tcPr marL="0" marR="0" marT="32384" marB="0"/>
                </a:tc>
                <a:tc>
                  <a:txBody>
                    <a:bodyPr/>
                    <a:lstStyle/>
                    <a:p>
                      <a:pPr algn="ctr">
                        <a:lnSpc>
                          <a:spcPct val="100000"/>
                        </a:lnSpc>
                        <a:spcBef>
                          <a:spcPts val="254"/>
                        </a:spcBef>
                      </a:pPr>
                      <a:r>
                        <a:rPr sz="1400" dirty="0"/>
                        <a:t>Chassis</a:t>
                      </a:r>
                      <a:r>
                        <a:rPr sz="1400" spc="-30" dirty="0"/>
                        <a:t> </a:t>
                      </a:r>
                      <a:r>
                        <a:rPr sz="1400" dirty="0"/>
                        <a:t>3D</a:t>
                      </a:r>
                      <a:r>
                        <a:rPr sz="1400" spc="-40" dirty="0"/>
                        <a:t> </a:t>
                      </a:r>
                      <a:r>
                        <a:rPr sz="1400" spc="-10" dirty="0"/>
                        <a:t>Design</a:t>
                      </a:r>
                      <a:endParaRPr sz="1400">
                        <a:latin typeface="Times New Roman" panose="02020603050405020304" pitchFamily="18" charset="0"/>
                        <a:cs typeface="Times New Roman" panose="02020603050405020304" pitchFamily="18" charset="0"/>
                      </a:endParaRPr>
                    </a:p>
                  </a:txBody>
                  <a:tcPr marL="0" marR="0" marT="32384" marB="0"/>
                </a:tc>
                <a:tc>
                  <a:txBody>
                    <a:bodyPr/>
                    <a:lstStyle/>
                    <a:p>
                      <a:pPr>
                        <a:lnSpc>
                          <a:spcPct val="100000"/>
                        </a:lnSpc>
                      </a:pPr>
                      <a:endParaRPr sz="1400" dirty="0">
                        <a:latin typeface="Times New Roman" panose="02020603050405020304" pitchFamily="18" charset="0"/>
                        <a:cs typeface="Times New Roman" panose="02020603050405020304" pitchFamily="18" charset="0"/>
                      </a:endParaRPr>
                    </a:p>
                  </a:txBody>
                  <a:tcPr marL="0" marR="0" marT="0" marB="0"/>
                </a:tc>
                <a:tc>
                  <a:txBody>
                    <a:bodyPr/>
                    <a:lstStyle/>
                    <a:p>
                      <a:pPr algn="ctr">
                        <a:lnSpc>
                          <a:spcPct val="100000"/>
                        </a:lnSpc>
                        <a:spcBef>
                          <a:spcPts val="254"/>
                        </a:spcBef>
                      </a:pPr>
                      <a:r>
                        <a:rPr sz="1400" spc="-10" dirty="0"/>
                        <a:t>15/0</a:t>
                      </a:r>
                      <a:r>
                        <a:rPr lang="en-US" sz="1400" spc="-10" dirty="0"/>
                        <a:t>7</a:t>
                      </a:r>
                      <a:endParaRPr sz="1400" dirty="0">
                        <a:latin typeface="Times New Roman" panose="02020603050405020304" pitchFamily="18" charset="0"/>
                        <a:cs typeface="Times New Roman" panose="02020603050405020304" pitchFamily="18" charset="0"/>
                      </a:endParaRPr>
                    </a:p>
                  </a:txBody>
                  <a:tcPr marL="0" marR="0" marT="32384" marB="0"/>
                </a:tc>
                <a:tc>
                  <a:txBody>
                    <a:bodyPr/>
                    <a:lstStyle/>
                    <a:p>
                      <a:pPr algn="ctr">
                        <a:lnSpc>
                          <a:spcPct val="100000"/>
                        </a:lnSpc>
                        <a:spcBef>
                          <a:spcPts val="254"/>
                        </a:spcBef>
                      </a:pPr>
                      <a:r>
                        <a:rPr sz="1400" spc="-10" dirty="0"/>
                        <a:t>24/0</a:t>
                      </a:r>
                      <a:r>
                        <a:rPr lang="en-US" sz="1400" spc="-10" dirty="0"/>
                        <a:t>7</a:t>
                      </a:r>
                      <a:endParaRPr sz="1400" dirty="0">
                        <a:latin typeface="Times New Roman" panose="02020603050405020304" pitchFamily="18" charset="0"/>
                        <a:cs typeface="Times New Roman" panose="02020603050405020304" pitchFamily="18" charset="0"/>
                      </a:endParaRPr>
                    </a:p>
                  </a:txBody>
                  <a:tcPr marL="0" marR="0" marT="32384" marB="0"/>
                </a:tc>
                <a:tc>
                  <a:txBody>
                    <a:bodyPr/>
                    <a:lstStyle/>
                    <a:p>
                      <a:pPr marL="1270" algn="ctr">
                        <a:lnSpc>
                          <a:spcPct val="100000"/>
                        </a:lnSpc>
                        <a:spcBef>
                          <a:spcPts val="254"/>
                        </a:spcBef>
                      </a:pPr>
                      <a:r>
                        <a:rPr sz="1400" spc="-25" dirty="0"/>
                        <a:t>10</a:t>
                      </a:r>
                      <a:endParaRPr sz="1400" dirty="0">
                        <a:latin typeface="Times New Roman" panose="02020603050405020304" pitchFamily="18" charset="0"/>
                        <a:cs typeface="Times New Roman" panose="02020603050405020304" pitchFamily="18" charset="0"/>
                      </a:endParaRPr>
                    </a:p>
                  </a:txBody>
                  <a:tcPr marL="0" marR="0" marT="32384" marB="0"/>
                </a:tc>
                <a:tc>
                  <a:txBody>
                    <a:bodyPr/>
                    <a:lstStyle/>
                    <a:p>
                      <a:pPr marL="1270" algn="ctr">
                        <a:lnSpc>
                          <a:spcPct val="100000"/>
                        </a:lnSpc>
                        <a:spcBef>
                          <a:spcPts val="254"/>
                        </a:spcBef>
                      </a:pPr>
                      <a:r>
                        <a:rPr sz="1400" spc="-25" dirty="0"/>
                        <a:t>100</a:t>
                      </a:r>
                      <a:endParaRPr sz="1400">
                        <a:latin typeface="Times New Roman" panose="02020603050405020304" pitchFamily="18" charset="0"/>
                        <a:cs typeface="Times New Roman" panose="02020603050405020304" pitchFamily="18" charset="0"/>
                      </a:endParaRPr>
                    </a:p>
                  </a:txBody>
                  <a:tcPr marL="0" marR="0" marT="32384" marB="0"/>
                </a:tc>
                <a:tc>
                  <a:txBody>
                    <a:bodyPr/>
                    <a:lstStyle/>
                    <a:p>
                      <a:pPr marL="635" algn="ctr">
                        <a:lnSpc>
                          <a:spcPct val="100000"/>
                        </a:lnSpc>
                        <a:spcBef>
                          <a:spcPts val="254"/>
                        </a:spcBef>
                      </a:pPr>
                      <a:r>
                        <a:rPr sz="1400" spc="-25" dirty="0"/>
                        <a:t>10</a:t>
                      </a:r>
                      <a:endParaRPr sz="1400">
                        <a:latin typeface="Times New Roman" panose="02020603050405020304" pitchFamily="18" charset="0"/>
                        <a:cs typeface="Times New Roman" panose="02020603050405020304" pitchFamily="18" charset="0"/>
                      </a:endParaRPr>
                    </a:p>
                  </a:txBody>
                  <a:tcPr marL="0" marR="0" marT="32384" marB="0"/>
                </a:tc>
                <a:extLst>
                  <a:ext uri="{0D108BD9-81ED-4DB2-BD59-A6C34878D82A}">
                    <a16:rowId xmlns:a16="http://schemas.microsoft.com/office/drawing/2014/main" val="10011"/>
                  </a:ext>
                </a:extLst>
              </a:tr>
              <a:tr h="383185">
                <a:tc>
                  <a:txBody>
                    <a:bodyPr/>
                    <a:lstStyle/>
                    <a:p>
                      <a:pPr algn="ctr">
                        <a:lnSpc>
                          <a:spcPct val="100000"/>
                        </a:lnSpc>
                        <a:spcBef>
                          <a:spcPts val="260"/>
                        </a:spcBef>
                      </a:pPr>
                      <a:r>
                        <a:rPr sz="1400" spc="-25" dirty="0"/>
                        <a:t>1</a:t>
                      </a:r>
                      <a:r>
                        <a:rPr lang="en-US" sz="1400" spc="-25" dirty="0"/>
                        <a:t>1</a:t>
                      </a:r>
                      <a:r>
                        <a:rPr sz="1400" spc="-25" dirty="0"/>
                        <a:t>.</a:t>
                      </a:r>
                      <a:endParaRPr sz="1400" dirty="0">
                        <a:latin typeface="Times New Roman" panose="02020603050405020304" pitchFamily="18" charset="0"/>
                        <a:cs typeface="Times New Roman" panose="02020603050405020304" pitchFamily="18" charset="0"/>
                      </a:endParaRPr>
                    </a:p>
                  </a:txBody>
                  <a:tcPr marL="0" marR="0" marT="33020" marB="0"/>
                </a:tc>
                <a:tc>
                  <a:txBody>
                    <a:bodyPr/>
                    <a:lstStyle/>
                    <a:p>
                      <a:pPr algn="ctr">
                        <a:lnSpc>
                          <a:spcPct val="100000"/>
                        </a:lnSpc>
                        <a:spcBef>
                          <a:spcPts val="260"/>
                        </a:spcBef>
                      </a:pPr>
                      <a:r>
                        <a:rPr sz="1400" dirty="0"/>
                        <a:t>Chassis</a:t>
                      </a:r>
                      <a:r>
                        <a:rPr sz="1400" spc="-35" dirty="0"/>
                        <a:t> </a:t>
                      </a:r>
                      <a:r>
                        <a:rPr sz="1400" dirty="0"/>
                        <a:t>Analysis</a:t>
                      </a:r>
                      <a:r>
                        <a:rPr sz="1400" spc="-35" dirty="0"/>
                        <a:t> </a:t>
                      </a:r>
                      <a:r>
                        <a:rPr sz="1400" dirty="0"/>
                        <a:t>&amp;</a:t>
                      </a:r>
                      <a:r>
                        <a:rPr sz="1400" spc="-55" dirty="0"/>
                        <a:t> </a:t>
                      </a:r>
                      <a:r>
                        <a:rPr sz="1400" dirty="0"/>
                        <a:t>Final</a:t>
                      </a:r>
                      <a:r>
                        <a:rPr sz="1400" spc="-45" dirty="0"/>
                        <a:t> </a:t>
                      </a:r>
                      <a:r>
                        <a:rPr sz="1400" spc="-10" dirty="0"/>
                        <a:t>Design</a:t>
                      </a:r>
                      <a:endParaRPr sz="1400">
                        <a:latin typeface="Times New Roman" panose="02020603050405020304" pitchFamily="18" charset="0"/>
                        <a:cs typeface="Times New Roman" panose="02020603050405020304" pitchFamily="18" charset="0"/>
                      </a:endParaRPr>
                    </a:p>
                  </a:txBody>
                  <a:tcPr marL="0" marR="0" marT="33020" marB="0"/>
                </a:tc>
                <a:tc>
                  <a:txBody>
                    <a:bodyPr/>
                    <a:lstStyle/>
                    <a:p>
                      <a:pPr>
                        <a:lnSpc>
                          <a:spcPct val="100000"/>
                        </a:lnSpc>
                      </a:pPr>
                      <a:endParaRPr sz="1400" dirty="0">
                        <a:latin typeface="Times New Roman" panose="02020603050405020304" pitchFamily="18" charset="0"/>
                        <a:cs typeface="Times New Roman" panose="02020603050405020304" pitchFamily="18" charset="0"/>
                      </a:endParaRPr>
                    </a:p>
                  </a:txBody>
                  <a:tcPr marL="0" marR="0" marT="0" marB="0"/>
                </a:tc>
                <a:tc>
                  <a:txBody>
                    <a:bodyPr/>
                    <a:lstStyle/>
                    <a:p>
                      <a:pPr algn="ctr">
                        <a:lnSpc>
                          <a:spcPct val="100000"/>
                        </a:lnSpc>
                        <a:spcBef>
                          <a:spcPts val="260"/>
                        </a:spcBef>
                      </a:pPr>
                      <a:r>
                        <a:rPr sz="1400" spc="-10" dirty="0"/>
                        <a:t>25/0</a:t>
                      </a:r>
                      <a:r>
                        <a:rPr lang="en-US" sz="1400" spc="-10" dirty="0"/>
                        <a:t>7</a:t>
                      </a:r>
                      <a:endParaRPr sz="1400" dirty="0">
                        <a:latin typeface="Times New Roman" panose="02020603050405020304" pitchFamily="18" charset="0"/>
                        <a:cs typeface="Times New Roman" panose="02020603050405020304" pitchFamily="18" charset="0"/>
                      </a:endParaRPr>
                    </a:p>
                  </a:txBody>
                  <a:tcPr marL="0" marR="0" marT="33020" marB="0"/>
                </a:tc>
                <a:tc>
                  <a:txBody>
                    <a:bodyPr/>
                    <a:lstStyle/>
                    <a:p>
                      <a:pPr algn="ctr">
                        <a:lnSpc>
                          <a:spcPct val="100000"/>
                        </a:lnSpc>
                        <a:spcBef>
                          <a:spcPts val="260"/>
                        </a:spcBef>
                      </a:pPr>
                      <a:r>
                        <a:rPr sz="1400" spc="-10" dirty="0"/>
                        <a:t>09/0</a:t>
                      </a:r>
                      <a:r>
                        <a:rPr lang="en-US" sz="1400" spc="-10" dirty="0"/>
                        <a:t>8</a:t>
                      </a:r>
                      <a:endParaRPr sz="1400" dirty="0">
                        <a:latin typeface="Times New Roman" panose="02020603050405020304" pitchFamily="18" charset="0"/>
                        <a:cs typeface="Times New Roman" panose="02020603050405020304" pitchFamily="18" charset="0"/>
                      </a:endParaRPr>
                    </a:p>
                  </a:txBody>
                  <a:tcPr marL="0" marR="0" marT="33020" marB="0"/>
                </a:tc>
                <a:tc>
                  <a:txBody>
                    <a:bodyPr/>
                    <a:lstStyle/>
                    <a:p>
                      <a:pPr marL="1270" algn="ctr">
                        <a:lnSpc>
                          <a:spcPct val="100000"/>
                        </a:lnSpc>
                        <a:spcBef>
                          <a:spcPts val="260"/>
                        </a:spcBef>
                      </a:pPr>
                      <a:r>
                        <a:rPr sz="1400" spc="-25" dirty="0"/>
                        <a:t>15</a:t>
                      </a:r>
                      <a:endParaRPr sz="1400" dirty="0">
                        <a:latin typeface="Times New Roman" panose="02020603050405020304" pitchFamily="18" charset="0"/>
                        <a:cs typeface="Times New Roman" panose="02020603050405020304" pitchFamily="18" charset="0"/>
                      </a:endParaRPr>
                    </a:p>
                  </a:txBody>
                  <a:tcPr marL="0" marR="0" marT="33020" marB="0"/>
                </a:tc>
                <a:tc>
                  <a:txBody>
                    <a:bodyPr/>
                    <a:lstStyle/>
                    <a:p>
                      <a:pPr marL="1270" algn="ctr">
                        <a:lnSpc>
                          <a:spcPct val="100000"/>
                        </a:lnSpc>
                        <a:spcBef>
                          <a:spcPts val="260"/>
                        </a:spcBef>
                      </a:pPr>
                      <a:r>
                        <a:rPr sz="1400" spc="-25" dirty="0"/>
                        <a:t>100</a:t>
                      </a:r>
                      <a:endParaRPr sz="1400">
                        <a:latin typeface="Times New Roman" panose="02020603050405020304" pitchFamily="18" charset="0"/>
                        <a:cs typeface="Times New Roman" panose="02020603050405020304" pitchFamily="18" charset="0"/>
                      </a:endParaRPr>
                    </a:p>
                  </a:txBody>
                  <a:tcPr marL="0" marR="0" marT="33020" marB="0"/>
                </a:tc>
                <a:tc>
                  <a:txBody>
                    <a:bodyPr/>
                    <a:lstStyle/>
                    <a:p>
                      <a:pPr marL="635" algn="ctr">
                        <a:lnSpc>
                          <a:spcPct val="100000"/>
                        </a:lnSpc>
                        <a:spcBef>
                          <a:spcPts val="260"/>
                        </a:spcBef>
                      </a:pPr>
                      <a:r>
                        <a:rPr sz="1400" spc="-25" dirty="0"/>
                        <a:t>15</a:t>
                      </a:r>
                      <a:endParaRPr sz="1400">
                        <a:latin typeface="Times New Roman" panose="02020603050405020304" pitchFamily="18" charset="0"/>
                        <a:cs typeface="Times New Roman" panose="02020603050405020304" pitchFamily="18" charset="0"/>
                      </a:endParaRPr>
                    </a:p>
                  </a:txBody>
                  <a:tcPr marL="0" marR="0" marT="33020" marB="0"/>
                </a:tc>
                <a:extLst>
                  <a:ext uri="{0D108BD9-81ED-4DB2-BD59-A6C34878D82A}">
                    <a16:rowId xmlns:a16="http://schemas.microsoft.com/office/drawing/2014/main" val="10012"/>
                  </a:ext>
                </a:extLst>
              </a:tr>
              <a:tr h="284533">
                <a:tc>
                  <a:txBody>
                    <a:bodyPr/>
                    <a:lstStyle/>
                    <a:p>
                      <a:pPr algn="ctr">
                        <a:lnSpc>
                          <a:spcPct val="100000"/>
                        </a:lnSpc>
                        <a:spcBef>
                          <a:spcPts val="260"/>
                        </a:spcBef>
                      </a:pPr>
                      <a:r>
                        <a:rPr sz="1400" spc="-25" dirty="0"/>
                        <a:t>1</a:t>
                      </a:r>
                      <a:r>
                        <a:rPr lang="en-US" sz="1400" spc="-25" dirty="0"/>
                        <a:t>2</a:t>
                      </a:r>
                      <a:r>
                        <a:rPr sz="1400" spc="-25" dirty="0"/>
                        <a:t>.</a:t>
                      </a:r>
                      <a:endParaRPr sz="1400" dirty="0">
                        <a:latin typeface="Times New Roman" panose="02020603050405020304" pitchFamily="18" charset="0"/>
                        <a:cs typeface="Times New Roman" panose="02020603050405020304" pitchFamily="18" charset="0"/>
                      </a:endParaRPr>
                    </a:p>
                  </a:txBody>
                  <a:tcPr marL="0" marR="0" marT="33020" marB="0"/>
                </a:tc>
                <a:tc>
                  <a:txBody>
                    <a:bodyPr/>
                    <a:lstStyle/>
                    <a:p>
                      <a:pPr marL="635" algn="ctr">
                        <a:lnSpc>
                          <a:spcPct val="100000"/>
                        </a:lnSpc>
                        <a:spcBef>
                          <a:spcPts val="260"/>
                        </a:spcBef>
                      </a:pPr>
                      <a:r>
                        <a:rPr sz="1400" dirty="0"/>
                        <a:t>Final</a:t>
                      </a:r>
                      <a:r>
                        <a:rPr sz="1400" spc="-25" dirty="0"/>
                        <a:t> </a:t>
                      </a:r>
                      <a:r>
                        <a:rPr sz="1400" spc="-10" dirty="0"/>
                        <a:t>Report</a:t>
                      </a:r>
                      <a:endParaRPr sz="1400" dirty="0">
                        <a:latin typeface="Times New Roman" panose="02020603050405020304" pitchFamily="18" charset="0"/>
                        <a:cs typeface="Times New Roman" panose="02020603050405020304" pitchFamily="18" charset="0"/>
                      </a:endParaRPr>
                    </a:p>
                  </a:txBody>
                  <a:tcPr marL="0" marR="0" marT="33020" marB="0"/>
                </a:tc>
                <a:tc>
                  <a:txBody>
                    <a:bodyPr/>
                    <a:lstStyle/>
                    <a:p>
                      <a:pPr algn="ctr">
                        <a:lnSpc>
                          <a:spcPct val="100000"/>
                        </a:lnSpc>
                      </a:pPr>
                      <a:r>
                        <a:rPr lang="en-US" sz="1400" dirty="0" err="1">
                          <a:latin typeface="Times New Roman" panose="02020603050405020304" pitchFamily="18" charset="0"/>
                          <a:cs typeface="Times New Roman" panose="02020603050405020304" pitchFamily="18" charset="0"/>
                        </a:rPr>
                        <a:t>Harjendra</a:t>
                      </a:r>
                      <a:r>
                        <a:rPr lang="en-US" sz="1400" dirty="0">
                          <a:latin typeface="Times New Roman" panose="02020603050405020304" pitchFamily="18" charset="0"/>
                          <a:cs typeface="Times New Roman" panose="02020603050405020304" pitchFamily="18" charset="0"/>
                        </a:rPr>
                        <a:t> D S</a:t>
                      </a:r>
                      <a:endParaRPr sz="1400" dirty="0">
                        <a:latin typeface="Times New Roman" panose="02020603050405020304" pitchFamily="18" charset="0"/>
                        <a:cs typeface="Times New Roman" panose="02020603050405020304" pitchFamily="18" charset="0"/>
                      </a:endParaRPr>
                    </a:p>
                  </a:txBody>
                  <a:tcPr marL="0" marR="0" marT="0" marB="0"/>
                </a:tc>
                <a:tc>
                  <a:txBody>
                    <a:bodyPr/>
                    <a:lstStyle/>
                    <a:p>
                      <a:pPr algn="ctr">
                        <a:lnSpc>
                          <a:spcPct val="100000"/>
                        </a:lnSpc>
                        <a:spcBef>
                          <a:spcPts val="260"/>
                        </a:spcBef>
                      </a:pPr>
                      <a:r>
                        <a:rPr sz="1400" spc="-10" dirty="0"/>
                        <a:t>10/0</a:t>
                      </a:r>
                      <a:r>
                        <a:rPr lang="en-US" sz="1400" spc="-10" dirty="0"/>
                        <a:t>8</a:t>
                      </a:r>
                      <a:endParaRPr sz="1400" dirty="0">
                        <a:latin typeface="Times New Roman" panose="02020603050405020304" pitchFamily="18" charset="0"/>
                        <a:cs typeface="Times New Roman" panose="02020603050405020304" pitchFamily="18" charset="0"/>
                      </a:endParaRPr>
                    </a:p>
                  </a:txBody>
                  <a:tcPr marL="0" marR="0" marT="33020" marB="0"/>
                </a:tc>
                <a:tc>
                  <a:txBody>
                    <a:bodyPr/>
                    <a:lstStyle/>
                    <a:p>
                      <a:pPr algn="ctr">
                        <a:lnSpc>
                          <a:spcPct val="100000"/>
                        </a:lnSpc>
                        <a:spcBef>
                          <a:spcPts val="260"/>
                        </a:spcBef>
                      </a:pPr>
                      <a:r>
                        <a:rPr sz="1400" spc="-10" dirty="0"/>
                        <a:t>24/0</a:t>
                      </a:r>
                      <a:r>
                        <a:rPr lang="en-IN" sz="1400" spc="-10" dirty="0"/>
                        <a:t>8</a:t>
                      </a:r>
                      <a:endParaRPr sz="1400" dirty="0">
                        <a:latin typeface="Times New Roman" panose="02020603050405020304" pitchFamily="18" charset="0"/>
                        <a:cs typeface="Times New Roman" panose="02020603050405020304" pitchFamily="18" charset="0"/>
                      </a:endParaRPr>
                    </a:p>
                  </a:txBody>
                  <a:tcPr marL="0" marR="0" marT="33020" marB="0"/>
                </a:tc>
                <a:tc>
                  <a:txBody>
                    <a:bodyPr/>
                    <a:lstStyle/>
                    <a:p>
                      <a:pPr marL="1270" algn="ctr">
                        <a:lnSpc>
                          <a:spcPct val="100000"/>
                        </a:lnSpc>
                        <a:spcBef>
                          <a:spcPts val="260"/>
                        </a:spcBef>
                      </a:pPr>
                      <a:r>
                        <a:rPr sz="1400" spc="-25" dirty="0"/>
                        <a:t>15</a:t>
                      </a:r>
                      <a:endParaRPr sz="1400">
                        <a:latin typeface="Times New Roman" panose="02020603050405020304" pitchFamily="18" charset="0"/>
                        <a:cs typeface="Times New Roman" panose="02020603050405020304" pitchFamily="18" charset="0"/>
                      </a:endParaRPr>
                    </a:p>
                  </a:txBody>
                  <a:tcPr marL="0" marR="0" marT="33020" marB="0"/>
                </a:tc>
                <a:tc>
                  <a:txBody>
                    <a:bodyPr/>
                    <a:lstStyle/>
                    <a:p>
                      <a:pPr marL="1270" algn="ctr">
                        <a:lnSpc>
                          <a:spcPct val="100000"/>
                        </a:lnSpc>
                        <a:spcBef>
                          <a:spcPts val="260"/>
                        </a:spcBef>
                      </a:pPr>
                      <a:r>
                        <a:rPr sz="1400" spc="-25" dirty="0"/>
                        <a:t>100</a:t>
                      </a:r>
                      <a:endParaRPr sz="1400">
                        <a:latin typeface="Times New Roman" panose="02020603050405020304" pitchFamily="18" charset="0"/>
                        <a:cs typeface="Times New Roman" panose="02020603050405020304" pitchFamily="18" charset="0"/>
                      </a:endParaRPr>
                    </a:p>
                  </a:txBody>
                  <a:tcPr marL="0" marR="0" marT="33020" marB="0"/>
                </a:tc>
                <a:tc>
                  <a:txBody>
                    <a:bodyPr/>
                    <a:lstStyle/>
                    <a:p>
                      <a:pPr marL="635" algn="ctr">
                        <a:lnSpc>
                          <a:spcPct val="100000"/>
                        </a:lnSpc>
                        <a:spcBef>
                          <a:spcPts val="260"/>
                        </a:spcBef>
                      </a:pPr>
                      <a:r>
                        <a:rPr sz="1400" spc="-25" dirty="0"/>
                        <a:t>15</a:t>
                      </a:r>
                      <a:endParaRPr sz="1400">
                        <a:latin typeface="Times New Roman" panose="02020603050405020304" pitchFamily="18" charset="0"/>
                        <a:cs typeface="Times New Roman" panose="02020603050405020304" pitchFamily="18" charset="0"/>
                      </a:endParaRPr>
                    </a:p>
                  </a:txBody>
                  <a:tcPr marL="0" marR="0" marT="33020" marB="0"/>
                </a:tc>
                <a:extLst>
                  <a:ext uri="{0D108BD9-81ED-4DB2-BD59-A6C34878D82A}">
                    <a16:rowId xmlns:a16="http://schemas.microsoft.com/office/drawing/2014/main" val="10013"/>
                  </a:ext>
                </a:extLst>
              </a:tr>
              <a:tr h="284533">
                <a:tc>
                  <a:txBody>
                    <a:bodyPr/>
                    <a:lstStyle/>
                    <a:p>
                      <a:pPr algn="ctr">
                        <a:lnSpc>
                          <a:spcPct val="100000"/>
                        </a:lnSpc>
                        <a:spcBef>
                          <a:spcPts val="260"/>
                        </a:spcBef>
                      </a:pPr>
                      <a:r>
                        <a:rPr sz="1400" spc="-25" dirty="0"/>
                        <a:t>1</a:t>
                      </a:r>
                      <a:r>
                        <a:rPr lang="en-US" sz="1400" spc="-25" dirty="0"/>
                        <a:t>3</a:t>
                      </a:r>
                      <a:r>
                        <a:rPr sz="1400" spc="-25" dirty="0"/>
                        <a:t>.</a:t>
                      </a:r>
                      <a:endParaRPr sz="1400" dirty="0">
                        <a:latin typeface="Times New Roman" panose="02020603050405020304" pitchFamily="18" charset="0"/>
                        <a:cs typeface="Times New Roman" panose="02020603050405020304" pitchFamily="18" charset="0"/>
                      </a:endParaRPr>
                    </a:p>
                  </a:txBody>
                  <a:tcPr marL="0" marR="0" marT="33020" marB="0"/>
                </a:tc>
                <a:tc>
                  <a:txBody>
                    <a:bodyPr/>
                    <a:lstStyle/>
                    <a:p>
                      <a:pPr marL="1270" algn="ctr">
                        <a:lnSpc>
                          <a:spcPct val="100000"/>
                        </a:lnSpc>
                        <a:spcBef>
                          <a:spcPts val="260"/>
                        </a:spcBef>
                      </a:pPr>
                      <a:r>
                        <a:rPr sz="1400" spc="-10" dirty="0"/>
                        <a:t>Material</a:t>
                      </a:r>
                      <a:endParaRPr sz="1400">
                        <a:latin typeface="Times New Roman" panose="02020603050405020304" pitchFamily="18" charset="0"/>
                        <a:cs typeface="Times New Roman" panose="02020603050405020304" pitchFamily="18" charset="0"/>
                      </a:endParaRPr>
                    </a:p>
                  </a:txBody>
                  <a:tcPr marL="0" marR="0" marT="33020" marB="0"/>
                </a:tc>
                <a:tc>
                  <a:txBody>
                    <a:bodyPr/>
                    <a:lstStyle/>
                    <a:p>
                      <a:pPr algn="ctr">
                        <a:lnSpc>
                          <a:spcPct val="100000"/>
                        </a:lnSpc>
                      </a:pPr>
                      <a:r>
                        <a:rPr lang="en-US" sz="1400" dirty="0" err="1"/>
                        <a:t>GokulNath</a:t>
                      </a:r>
                      <a:r>
                        <a:rPr lang="en-US" sz="1400" dirty="0"/>
                        <a:t> S</a:t>
                      </a:r>
                      <a:endParaRPr sz="1400" dirty="0">
                        <a:latin typeface="Times New Roman" panose="02020603050405020304" pitchFamily="18" charset="0"/>
                        <a:cs typeface="Times New Roman" panose="02020603050405020304" pitchFamily="18" charset="0"/>
                      </a:endParaRPr>
                    </a:p>
                  </a:txBody>
                  <a:tcPr marL="0" marR="0" marT="0" marB="0"/>
                </a:tc>
                <a:tc>
                  <a:txBody>
                    <a:bodyPr/>
                    <a:lstStyle/>
                    <a:p>
                      <a:pPr algn="ctr">
                        <a:lnSpc>
                          <a:spcPct val="100000"/>
                        </a:lnSpc>
                        <a:spcBef>
                          <a:spcPts val="260"/>
                        </a:spcBef>
                      </a:pPr>
                      <a:r>
                        <a:rPr sz="1400" spc="-10" dirty="0"/>
                        <a:t>04/</a:t>
                      </a:r>
                      <a:r>
                        <a:rPr lang="en-US" sz="1400" spc="-10" dirty="0"/>
                        <a:t>09</a:t>
                      </a:r>
                      <a:endParaRPr sz="1400" dirty="0">
                        <a:latin typeface="Times New Roman" panose="02020603050405020304" pitchFamily="18" charset="0"/>
                        <a:cs typeface="Times New Roman" panose="02020603050405020304" pitchFamily="18" charset="0"/>
                      </a:endParaRPr>
                    </a:p>
                  </a:txBody>
                  <a:tcPr marL="0" marR="0" marT="33020" marB="0"/>
                </a:tc>
                <a:tc>
                  <a:txBody>
                    <a:bodyPr/>
                    <a:lstStyle/>
                    <a:p>
                      <a:pPr algn="ctr">
                        <a:lnSpc>
                          <a:spcPct val="100000"/>
                        </a:lnSpc>
                        <a:spcBef>
                          <a:spcPts val="260"/>
                        </a:spcBef>
                      </a:pPr>
                      <a:r>
                        <a:rPr sz="1400" spc="-10" dirty="0"/>
                        <a:t>1</a:t>
                      </a:r>
                      <a:r>
                        <a:rPr lang="en-US" sz="1400" spc="-10" dirty="0"/>
                        <a:t>1</a:t>
                      </a:r>
                      <a:r>
                        <a:rPr sz="1400" spc="-10" dirty="0"/>
                        <a:t>/</a:t>
                      </a:r>
                      <a:r>
                        <a:rPr lang="en-US" sz="1400" spc="-10" dirty="0"/>
                        <a:t>09</a:t>
                      </a:r>
                      <a:endParaRPr sz="1400" dirty="0">
                        <a:latin typeface="Times New Roman" panose="02020603050405020304" pitchFamily="18" charset="0"/>
                        <a:cs typeface="Times New Roman" panose="02020603050405020304" pitchFamily="18" charset="0"/>
                      </a:endParaRPr>
                    </a:p>
                  </a:txBody>
                  <a:tcPr marL="0" marR="0" marT="33020" marB="0"/>
                </a:tc>
                <a:tc>
                  <a:txBody>
                    <a:bodyPr/>
                    <a:lstStyle/>
                    <a:p>
                      <a:pPr marL="635" algn="ctr">
                        <a:lnSpc>
                          <a:spcPct val="100000"/>
                        </a:lnSpc>
                        <a:spcBef>
                          <a:spcPts val="260"/>
                        </a:spcBef>
                      </a:pPr>
                      <a:r>
                        <a:rPr sz="1400" spc="-50" dirty="0"/>
                        <a:t>7</a:t>
                      </a:r>
                      <a:endParaRPr sz="1400" dirty="0">
                        <a:latin typeface="Times New Roman" panose="02020603050405020304" pitchFamily="18" charset="0"/>
                        <a:cs typeface="Times New Roman" panose="02020603050405020304" pitchFamily="18" charset="0"/>
                      </a:endParaRPr>
                    </a:p>
                  </a:txBody>
                  <a:tcPr marL="0" marR="0" marT="33020" marB="0"/>
                </a:tc>
                <a:tc>
                  <a:txBody>
                    <a:bodyPr/>
                    <a:lstStyle/>
                    <a:p>
                      <a:pPr marL="1270" algn="ctr">
                        <a:lnSpc>
                          <a:spcPct val="100000"/>
                        </a:lnSpc>
                        <a:spcBef>
                          <a:spcPts val="260"/>
                        </a:spcBef>
                      </a:pPr>
                      <a:r>
                        <a:rPr sz="1400" spc="-25" dirty="0"/>
                        <a:t>100</a:t>
                      </a:r>
                      <a:endParaRPr sz="1400" dirty="0">
                        <a:latin typeface="Times New Roman" panose="02020603050405020304" pitchFamily="18" charset="0"/>
                        <a:cs typeface="Times New Roman" panose="02020603050405020304" pitchFamily="18" charset="0"/>
                      </a:endParaRPr>
                    </a:p>
                  </a:txBody>
                  <a:tcPr marL="0" marR="0" marT="33020" marB="0"/>
                </a:tc>
                <a:tc>
                  <a:txBody>
                    <a:bodyPr/>
                    <a:lstStyle/>
                    <a:p>
                      <a:pPr marL="3175" algn="ctr">
                        <a:lnSpc>
                          <a:spcPct val="100000"/>
                        </a:lnSpc>
                        <a:spcBef>
                          <a:spcPts val="260"/>
                        </a:spcBef>
                      </a:pPr>
                      <a:r>
                        <a:rPr sz="1400" spc="-50" dirty="0"/>
                        <a:t>7</a:t>
                      </a:r>
                      <a:endParaRPr sz="1400" dirty="0">
                        <a:latin typeface="Times New Roman" panose="02020603050405020304" pitchFamily="18" charset="0"/>
                        <a:cs typeface="Times New Roman" panose="02020603050405020304" pitchFamily="18" charset="0"/>
                      </a:endParaRPr>
                    </a:p>
                  </a:txBody>
                  <a:tcPr marL="0" marR="0" marT="33020" marB="0"/>
                </a:tc>
                <a:extLst>
                  <a:ext uri="{0D108BD9-81ED-4DB2-BD59-A6C34878D82A}">
                    <a16:rowId xmlns:a16="http://schemas.microsoft.com/office/drawing/2014/main" val="10015"/>
                  </a:ext>
                </a:extLst>
              </a:tr>
              <a:tr h="284533">
                <a:tc>
                  <a:txBody>
                    <a:bodyPr/>
                    <a:lstStyle/>
                    <a:p>
                      <a:pPr algn="ctr">
                        <a:lnSpc>
                          <a:spcPct val="100000"/>
                        </a:lnSpc>
                        <a:spcBef>
                          <a:spcPts val="260"/>
                        </a:spcBef>
                      </a:pPr>
                      <a:r>
                        <a:rPr sz="1400" spc="-25" dirty="0"/>
                        <a:t>14.</a:t>
                      </a:r>
                      <a:endParaRPr sz="1400" dirty="0">
                        <a:latin typeface="Times New Roman" panose="02020603050405020304" pitchFamily="18" charset="0"/>
                        <a:cs typeface="Times New Roman" panose="02020603050405020304" pitchFamily="18" charset="0"/>
                      </a:endParaRPr>
                    </a:p>
                  </a:txBody>
                  <a:tcPr marL="0" marR="0" marT="33020" marB="0"/>
                </a:tc>
                <a:tc>
                  <a:txBody>
                    <a:bodyPr/>
                    <a:lstStyle/>
                    <a:p>
                      <a:pPr algn="ctr">
                        <a:lnSpc>
                          <a:spcPct val="100000"/>
                        </a:lnSpc>
                        <a:spcBef>
                          <a:spcPts val="260"/>
                        </a:spcBef>
                      </a:pPr>
                      <a:r>
                        <a:rPr sz="1400" spc="-10" dirty="0"/>
                        <a:t>Manufacturing</a:t>
                      </a:r>
                      <a:endParaRPr sz="1400" dirty="0">
                        <a:latin typeface="Times New Roman" panose="02020603050405020304" pitchFamily="18" charset="0"/>
                        <a:cs typeface="Times New Roman" panose="02020603050405020304" pitchFamily="18" charset="0"/>
                      </a:endParaRPr>
                    </a:p>
                  </a:txBody>
                  <a:tcPr marL="0" marR="0" marT="33020" marB="0"/>
                </a:tc>
                <a:tc>
                  <a:txBody>
                    <a:bodyPr/>
                    <a:lstStyle/>
                    <a:p>
                      <a:pPr algn="ctr">
                        <a:lnSpc>
                          <a:spcPct val="100000"/>
                        </a:lnSpc>
                        <a:spcBef>
                          <a:spcPts val="260"/>
                        </a:spcBef>
                      </a:pPr>
                      <a:r>
                        <a:rPr lang="en-US" sz="1400" dirty="0"/>
                        <a:t>Anish</a:t>
                      </a:r>
                      <a:endParaRPr sz="1400" dirty="0">
                        <a:latin typeface="Times New Roman" panose="02020603050405020304" pitchFamily="18" charset="0"/>
                        <a:cs typeface="Times New Roman" panose="02020603050405020304" pitchFamily="18" charset="0"/>
                      </a:endParaRPr>
                    </a:p>
                  </a:txBody>
                  <a:tcPr marL="0" marR="0" marT="33020" marB="0"/>
                </a:tc>
                <a:tc>
                  <a:txBody>
                    <a:bodyPr/>
                    <a:lstStyle/>
                    <a:p>
                      <a:pPr algn="ctr">
                        <a:lnSpc>
                          <a:spcPct val="100000"/>
                        </a:lnSpc>
                        <a:spcBef>
                          <a:spcPts val="260"/>
                        </a:spcBef>
                      </a:pPr>
                      <a:r>
                        <a:rPr sz="1400" spc="-10" dirty="0"/>
                        <a:t>25/09</a:t>
                      </a:r>
                      <a:endParaRPr sz="1400">
                        <a:latin typeface="Times New Roman" panose="02020603050405020304" pitchFamily="18" charset="0"/>
                        <a:cs typeface="Times New Roman" panose="02020603050405020304" pitchFamily="18" charset="0"/>
                      </a:endParaRPr>
                    </a:p>
                  </a:txBody>
                  <a:tcPr marL="0" marR="0" marT="33020" marB="0"/>
                </a:tc>
                <a:tc>
                  <a:txBody>
                    <a:bodyPr/>
                    <a:lstStyle/>
                    <a:p>
                      <a:pPr algn="ctr">
                        <a:lnSpc>
                          <a:spcPct val="100000"/>
                        </a:lnSpc>
                        <a:spcBef>
                          <a:spcPts val="260"/>
                        </a:spcBef>
                      </a:pPr>
                      <a:r>
                        <a:rPr sz="1400" spc="-10" dirty="0"/>
                        <a:t>03/11</a:t>
                      </a:r>
                      <a:endParaRPr sz="1400" dirty="0">
                        <a:latin typeface="Times New Roman" panose="02020603050405020304" pitchFamily="18" charset="0"/>
                        <a:cs typeface="Times New Roman" panose="02020603050405020304" pitchFamily="18" charset="0"/>
                      </a:endParaRPr>
                    </a:p>
                  </a:txBody>
                  <a:tcPr marL="0" marR="0" marT="33020" marB="0"/>
                </a:tc>
                <a:tc>
                  <a:txBody>
                    <a:bodyPr/>
                    <a:lstStyle/>
                    <a:p>
                      <a:pPr marL="1270" algn="ctr">
                        <a:lnSpc>
                          <a:spcPct val="100000"/>
                        </a:lnSpc>
                        <a:spcBef>
                          <a:spcPts val="260"/>
                        </a:spcBef>
                      </a:pPr>
                      <a:r>
                        <a:rPr sz="1400" spc="-25" dirty="0"/>
                        <a:t>40</a:t>
                      </a:r>
                      <a:endParaRPr sz="1400" dirty="0">
                        <a:latin typeface="Times New Roman" panose="02020603050405020304" pitchFamily="18" charset="0"/>
                        <a:cs typeface="Times New Roman" panose="02020603050405020304" pitchFamily="18" charset="0"/>
                      </a:endParaRPr>
                    </a:p>
                  </a:txBody>
                  <a:tcPr marL="0" marR="0" marT="33020" marB="0"/>
                </a:tc>
                <a:tc>
                  <a:txBody>
                    <a:bodyPr/>
                    <a:lstStyle/>
                    <a:p>
                      <a:pPr marL="1270" algn="ctr">
                        <a:lnSpc>
                          <a:spcPct val="100000"/>
                        </a:lnSpc>
                        <a:spcBef>
                          <a:spcPts val="260"/>
                        </a:spcBef>
                      </a:pPr>
                      <a:r>
                        <a:rPr sz="1400" spc="-25" dirty="0"/>
                        <a:t>100</a:t>
                      </a:r>
                      <a:endParaRPr sz="1400" dirty="0">
                        <a:latin typeface="Times New Roman" panose="02020603050405020304" pitchFamily="18" charset="0"/>
                        <a:cs typeface="Times New Roman" panose="02020603050405020304" pitchFamily="18" charset="0"/>
                      </a:endParaRPr>
                    </a:p>
                  </a:txBody>
                  <a:tcPr marL="0" marR="0" marT="33020" marB="0"/>
                </a:tc>
                <a:tc>
                  <a:txBody>
                    <a:bodyPr/>
                    <a:lstStyle/>
                    <a:p>
                      <a:pPr marL="635" algn="ctr">
                        <a:lnSpc>
                          <a:spcPct val="100000"/>
                        </a:lnSpc>
                        <a:spcBef>
                          <a:spcPts val="260"/>
                        </a:spcBef>
                      </a:pPr>
                      <a:r>
                        <a:rPr sz="1400" spc="-25" dirty="0"/>
                        <a:t>40</a:t>
                      </a:r>
                      <a:endParaRPr sz="1400" dirty="0">
                        <a:latin typeface="Times New Roman" panose="02020603050405020304" pitchFamily="18" charset="0"/>
                        <a:cs typeface="Times New Roman" panose="02020603050405020304" pitchFamily="18" charset="0"/>
                      </a:endParaRPr>
                    </a:p>
                  </a:txBody>
                  <a:tcPr marL="0" marR="0" marT="33020" marB="0"/>
                </a:tc>
                <a:extLst>
                  <a:ext uri="{0D108BD9-81ED-4DB2-BD59-A6C34878D82A}">
                    <a16:rowId xmlns:a16="http://schemas.microsoft.com/office/drawing/2014/main" val="10016"/>
                  </a:ext>
                </a:extLst>
              </a:tr>
              <a:tr h="284533">
                <a:tc>
                  <a:txBody>
                    <a:bodyPr/>
                    <a:lstStyle/>
                    <a:p>
                      <a:pPr algn="ctr">
                        <a:lnSpc>
                          <a:spcPct val="100000"/>
                        </a:lnSpc>
                        <a:spcBef>
                          <a:spcPts val="260"/>
                        </a:spcBef>
                      </a:pPr>
                      <a:r>
                        <a:rPr sz="1400" spc="-25" dirty="0"/>
                        <a:t>1</a:t>
                      </a:r>
                      <a:r>
                        <a:rPr lang="en-US" sz="1400" spc="-25" dirty="0"/>
                        <a:t>5</a:t>
                      </a:r>
                      <a:r>
                        <a:rPr sz="1400" spc="-25" dirty="0"/>
                        <a:t>.</a:t>
                      </a:r>
                      <a:endParaRPr sz="1400" dirty="0">
                        <a:latin typeface="Times New Roman" panose="02020603050405020304" pitchFamily="18" charset="0"/>
                        <a:cs typeface="Times New Roman" panose="02020603050405020304" pitchFamily="18" charset="0"/>
                      </a:endParaRPr>
                    </a:p>
                  </a:txBody>
                  <a:tcPr marL="0" marR="0" marT="33020" marB="0"/>
                </a:tc>
                <a:tc>
                  <a:txBody>
                    <a:bodyPr/>
                    <a:lstStyle/>
                    <a:p>
                      <a:pPr algn="ctr">
                        <a:lnSpc>
                          <a:spcPct val="100000"/>
                        </a:lnSpc>
                        <a:spcBef>
                          <a:spcPts val="260"/>
                        </a:spcBef>
                      </a:pPr>
                      <a:r>
                        <a:rPr sz="1400" spc="-25" dirty="0"/>
                        <a:t>Testing</a:t>
                      </a:r>
                      <a:r>
                        <a:rPr sz="1400" spc="-10" dirty="0"/>
                        <a:t> </a:t>
                      </a:r>
                      <a:r>
                        <a:rPr sz="1400" dirty="0"/>
                        <a:t>&amp;</a:t>
                      </a:r>
                      <a:r>
                        <a:rPr sz="1400" spc="-30" dirty="0"/>
                        <a:t> </a:t>
                      </a:r>
                      <a:r>
                        <a:rPr sz="1400" spc="-10" dirty="0"/>
                        <a:t>Modification</a:t>
                      </a:r>
                      <a:endParaRPr sz="1400">
                        <a:latin typeface="Times New Roman" panose="02020603050405020304" pitchFamily="18" charset="0"/>
                        <a:cs typeface="Times New Roman" panose="02020603050405020304" pitchFamily="18" charset="0"/>
                      </a:endParaRPr>
                    </a:p>
                  </a:txBody>
                  <a:tcPr marL="0" marR="0" marT="33020" marB="0"/>
                </a:tc>
                <a:tc>
                  <a:txBody>
                    <a:bodyPr/>
                    <a:lstStyle/>
                    <a:p>
                      <a:pPr algn="ctr">
                        <a:lnSpc>
                          <a:spcPct val="100000"/>
                        </a:lnSpc>
                      </a:pPr>
                      <a:r>
                        <a:rPr lang="en-US" sz="1400" dirty="0" err="1"/>
                        <a:t>Prithiv</a:t>
                      </a:r>
                      <a:r>
                        <a:rPr lang="en-US" sz="1400" dirty="0"/>
                        <a:t> Raj V</a:t>
                      </a:r>
                      <a:endParaRPr sz="1400" dirty="0">
                        <a:latin typeface="Times New Roman" panose="02020603050405020304" pitchFamily="18" charset="0"/>
                        <a:cs typeface="Times New Roman" panose="02020603050405020304" pitchFamily="18" charset="0"/>
                      </a:endParaRPr>
                    </a:p>
                  </a:txBody>
                  <a:tcPr marL="0" marR="0" marT="0" marB="0"/>
                </a:tc>
                <a:tc>
                  <a:txBody>
                    <a:bodyPr/>
                    <a:lstStyle/>
                    <a:p>
                      <a:pPr algn="ctr">
                        <a:lnSpc>
                          <a:spcPct val="100000"/>
                        </a:lnSpc>
                        <a:spcBef>
                          <a:spcPts val="260"/>
                        </a:spcBef>
                      </a:pPr>
                      <a:r>
                        <a:rPr sz="1400" spc="-10" dirty="0"/>
                        <a:t>01/12</a:t>
                      </a:r>
                      <a:endParaRPr sz="1400">
                        <a:latin typeface="Times New Roman" panose="02020603050405020304" pitchFamily="18" charset="0"/>
                        <a:cs typeface="Times New Roman" panose="02020603050405020304" pitchFamily="18" charset="0"/>
                      </a:endParaRPr>
                    </a:p>
                  </a:txBody>
                  <a:tcPr marL="0" marR="0" marT="33020" marB="0"/>
                </a:tc>
                <a:tc>
                  <a:txBody>
                    <a:bodyPr/>
                    <a:lstStyle/>
                    <a:p>
                      <a:pPr algn="ctr">
                        <a:lnSpc>
                          <a:spcPct val="100000"/>
                        </a:lnSpc>
                        <a:spcBef>
                          <a:spcPts val="260"/>
                        </a:spcBef>
                      </a:pPr>
                      <a:r>
                        <a:rPr sz="1400" spc="-10" dirty="0"/>
                        <a:t>20/12</a:t>
                      </a:r>
                      <a:endParaRPr sz="1400">
                        <a:latin typeface="Times New Roman" panose="02020603050405020304" pitchFamily="18" charset="0"/>
                        <a:cs typeface="Times New Roman" panose="02020603050405020304" pitchFamily="18" charset="0"/>
                      </a:endParaRPr>
                    </a:p>
                  </a:txBody>
                  <a:tcPr marL="0" marR="0" marT="33020" marB="0"/>
                </a:tc>
                <a:tc>
                  <a:txBody>
                    <a:bodyPr/>
                    <a:lstStyle/>
                    <a:p>
                      <a:pPr marL="1270" algn="ctr">
                        <a:lnSpc>
                          <a:spcPct val="100000"/>
                        </a:lnSpc>
                        <a:spcBef>
                          <a:spcPts val="260"/>
                        </a:spcBef>
                      </a:pPr>
                      <a:r>
                        <a:rPr sz="1400" spc="-25" dirty="0"/>
                        <a:t>20</a:t>
                      </a:r>
                      <a:endParaRPr sz="1400">
                        <a:latin typeface="Times New Roman" panose="02020603050405020304" pitchFamily="18" charset="0"/>
                        <a:cs typeface="Times New Roman" panose="02020603050405020304" pitchFamily="18" charset="0"/>
                      </a:endParaRPr>
                    </a:p>
                  </a:txBody>
                  <a:tcPr marL="0" marR="0" marT="33020" marB="0"/>
                </a:tc>
                <a:tc>
                  <a:txBody>
                    <a:bodyPr/>
                    <a:lstStyle/>
                    <a:p>
                      <a:pPr marL="1270" algn="ctr">
                        <a:lnSpc>
                          <a:spcPct val="100000"/>
                        </a:lnSpc>
                        <a:spcBef>
                          <a:spcPts val="260"/>
                        </a:spcBef>
                      </a:pPr>
                      <a:r>
                        <a:rPr sz="1400" spc="-25" dirty="0"/>
                        <a:t>100</a:t>
                      </a:r>
                      <a:endParaRPr sz="1400">
                        <a:latin typeface="Times New Roman" panose="02020603050405020304" pitchFamily="18" charset="0"/>
                        <a:cs typeface="Times New Roman" panose="02020603050405020304" pitchFamily="18" charset="0"/>
                      </a:endParaRPr>
                    </a:p>
                  </a:txBody>
                  <a:tcPr marL="0" marR="0" marT="33020" marB="0"/>
                </a:tc>
                <a:tc>
                  <a:txBody>
                    <a:bodyPr/>
                    <a:lstStyle/>
                    <a:p>
                      <a:pPr marL="635" algn="ctr">
                        <a:lnSpc>
                          <a:spcPct val="100000"/>
                        </a:lnSpc>
                        <a:spcBef>
                          <a:spcPts val="260"/>
                        </a:spcBef>
                      </a:pPr>
                      <a:r>
                        <a:rPr sz="1400" spc="-25" dirty="0"/>
                        <a:t>20</a:t>
                      </a:r>
                      <a:endParaRPr sz="1400" dirty="0">
                        <a:latin typeface="Times New Roman" panose="02020603050405020304" pitchFamily="18" charset="0"/>
                        <a:cs typeface="Times New Roman" panose="02020603050405020304" pitchFamily="18" charset="0"/>
                      </a:endParaRPr>
                    </a:p>
                  </a:txBody>
                  <a:tcPr marL="0" marR="0" marT="33020" marB="0"/>
                </a:tc>
                <a:extLst>
                  <a:ext uri="{0D108BD9-81ED-4DB2-BD59-A6C34878D82A}">
                    <a16:rowId xmlns:a16="http://schemas.microsoft.com/office/drawing/2014/main" val="10017"/>
                  </a:ext>
                </a:extLst>
              </a:tr>
              <a:tr h="284533">
                <a:tc>
                  <a:txBody>
                    <a:bodyPr/>
                    <a:lstStyle/>
                    <a:p>
                      <a:pPr algn="ctr">
                        <a:lnSpc>
                          <a:spcPct val="100000"/>
                        </a:lnSpc>
                        <a:spcBef>
                          <a:spcPts val="265"/>
                        </a:spcBef>
                      </a:pPr>
                      <a:r>
                        <a:rPr sz="1400" spc="-25" dirty="0"/>
                        <a:t>1</a:t>
                      </a:r>
                      <a:r>
                        <a:rPr lang="en-US" sz="1400" spc="-25" dirty="0"/>
                        <a:t>6</a:t>
                      </a:r>
                      <a:r>
                        <a:rPr sz="1400" spc="-25" dirty="0"/>
                        <a:t>.</a:t>
                      </a:r>
                      <a:endParaRPr sz="1400" dirty="0">
                        <a:latin typeface="Times New Roman" panose="02020603050405020304" pitchFamily="18" charset="0"/>
                        <a:cs typeface="Times New Roman" panose="02020603050405020304" pitchFamily="18" charset="0"/>
                      </a:endParaRPr>
                    </a:p>
                  </a:txBody>
                  <a:tcPr marL="0" marR="0" marT="33655" marB="0"/>
                </a:tc>
                <a:tc>
                  <a:txBody>
                    <a:bodyPr/>
                    <a:lstStyle/>
                    <a:p>
                      <a:pPr algn="ctr">
                        <a:lnSpc>
                          <a:spcPct val="100000"/>
                        </a:lnSpc>
                        <a:spcBef>
                          <a:spcPts val="265"/>
                        </a:spcBef>
                      </a:pPr>
                      <a:r>
                        <a:rPr sz="1400" spc="-10" dirty="0"/>
                        <a:t>Prerace</a:t>
                      </a:r>
                      <a:endParaRPr sz="1400">
                        <a:latin typeface="Times New Roman" panose="02020603050405020304" pitchFamily="18" charset="0"/>
                        <a:cs typeface="Times New Roman" panose="02020603050405020304" pitchFamily="18" charset="0"/>
                      </a:endParaRPr>
                    </a:p>
                  </a:txBody>
                  <a:tcPr marL="0" marR="0" marT="33655" marB="0"/>
                </a:tc>
                <a:tc>
                  <a:txBody>
                    <a:bodyPr/>
                    <a:lstStyle/>
                    <a:p>
                      <a:pPr>
                        <a:lnSpc>
                          <a:spcPct val="100000"/>
                        </a:lnSpc>
                      </a:pPr>
                      <a:endParaRPr sz="1400">
                        <a:latin typeface="Times New Roman" panose="02020603050405020304" pitchFamily="18" charset="0"/>
                        <a:cs typeface="Times New Roman" panose="02020603050405020304" pitchFamily="18" charset="0"/>
                      </a:endParaRPr>
                    </a:p>
                  </a:txBody>
                  <a:tcPr marL="0" marR="0" marT="0" marB="0"/>
                </a:tc>
                <a:tc>
                  <a:txBody>
                    <a:bodyPr/>
                    <a:lstStyle/>
                    <a:p>
                      <a:pPr algn="ctr">
                        <a:lnSpc>
                          <a:spcPct val="100000"/>
                        </a:lnSpc>
                        <a:spcBef>
                          <a:spcPts val="265"/>
                        </a:spcBef>
                      </a:pPr>
                      <a:r>
                        <a:rPr sz="1400" spc="-10" dirty="0"/>
                        <a:t>22/12</a:t>
                      </a:r>
                      <a:endParaRPr sz="1400">
                        <a:latin typeface="Times New Roman" panose="02020603050405020304" pitchFamily="18" charset="0"/>
                        <a:cs typeface="Times New Roman" panose="02020603050405020304" pitchFamily="18" charset="0"/>
                      </a:endParaRPr>
                    </a:p>
                  </a:txBody>
                  <a:tcPr marL="0" marR="0" marT="33655" marB="0"/>
                </a:tc>
                <a:tc>
                  <a:txBody>
                    <a:bodyPr/>
                    <a:lstStyle/>
                    <a:p>
                      <a:pPr marL="635" algn="ctr">
                        <a:lnSpc>
                          <a:spcPct val="100000"/>
                        </a:lnSpc>
                        <a:spcBef>
                          <a:spcPts val="265"/>
                        </a:spcBef>
                      </a:pPr>
                      <a:r>
                        <a:rPr sz="1400" spc="-50" dirty="0"/>
                        <a:t>-</a:t>
                      </a:r>
                      <a:endParaRPr sz="1400">
                        <a:latin typeface="Times New Roman" panose="02020603050405020304" pitchFamily="18" charset="0"/>
                        <a:cs typeface="Times New Roman" panose="02020603050405020304" pitchFamily="18" charset="0"/>
                      </a:endParaRPr>
                    </a:p>
                  </a:txBody>
                  <a:tcPr marL="0" marR="0" marT="33655" marB="0"/>
                </a:tc>
                <a:tc>
                  <a:txBody>
                    <a:bodyPr/>
                    <a:lstStyle/>
                    <a:p>
                      <a:pPr marL="1270" algn="ctr">
                        <a:lnSpc>
                          <a:spcPct val="100000"/>
                        </a:lnSpc>
                        <a:spcBef>
                          <a:spcPts val="265"/>
                        </a:spcBef>
                      </a:pPr>
                      <a:r>
                        <a:rPr sz="1400" spc="-50" dirty="0"/>
                        <a:t>-</a:t>
                      </a:r>
                      <a:endParaRPr sz="1400">
                        <a:latin typeface="Times New Roman" panose="02020603050405020304" pitchFamily="18" charset="0"/>
                        <a:cs typeface="Times New Roman" panose="02020603050405020304" pitchFamily="18" charset="0"/>
                      </a:endParaRPr>
                    </a:p>
                  </a:txBody>
                  <a:tcPr marL="0" marR="0" marT="33655" marB="0"/>
                </a:tc>
                <a:tc>
                  <a:txBody>
                    <a:bodyPr/>
                    <a:lstStyle/>
                    <a:p>
                      <a:pPr marL="2540" algn="ctr">
                        <a:lnSpc>
                          <a:spcPct val="100000"/>
                        </a:lnSpc>
                        <a:spcBef>
                          <a:spcPts val="265"/>
                        </a:spcBef>
                      </a:pPr>
                      <a:r>
                        <a:rPr sz="1400" spc="-50" dirty="0"/>
                        <a:t>-</a:t>
                      </a:r>
                      <a:endParaRPr sz="1400">
                        <a:latin typeface="Times New Roman" panose="02020603050405020304" pitchFamily="18" charset="0"/>
                        <a:cs typeface="Times New Roman" panose="02020603050405020304" pitchFamily="18" charset="0"/>
                      </a:endParaRPr>
                    </a:p>
                  </a:txBody>
                  <a:tcPr marL="0" marR="0" marT="33655" marB="0"/>
                </a:tc>
                <a:tc>
                  <a:txBody>
                    <a:bodyPr/>
                    <a:lstStyle/>
                    <a:p>
                      <a:pPr marL="635" algn="ctr">
                        <a:lnSpc>
                          <a:spcPct val="100000"/>
                        </a:lnSpc>
                        <a:spcBef>
                          <a:spcPts val="265"/>
                        </a:spcBef>
                      </a:pPr>
                      <a:r>
                        <a:rPr sz="1400" spc="-50" dirty="0"/>
                        <a:t>-</a:t>
                      </a:r>
                      <a:endParaRPr sz="1400" dirty="0">
                        <a:latin typeface="Times New Roman" panose="02020603050405020304" pitchFamily="18" charset="0"/>
                        <a:cs typeface="Times New Roman" panose="02020603050405020304" pitchFamily="18" charset="0"/>
                      </a:endParaRPr>
                    </a:p>
                  </a:txBody>
                  <a:tcPr marL="0" marR="0" marT="33655" marB="0"/>
                </a:tc>
                <a:extLst>
                  <a:ext uri="{0D108BD9-81ED-4DB2-BD59-A6C34878D82A}">
                    <a16:rowId xmlns:a16="http://schemas.microsoft.com/office/drawing/2014/main" val="10018"/>
                  </a:ext>
                </a:extLst>
              </a:tr>
            </a:tbl>
          </a:graphicData>
        </a:graphic>
      </p:graphicFrame>
      <p:sp>
        <p:nvSpPr>
          <p:cNvPr id="5" name="TextBox 4">
            <a:extLst>
              <a:ext uri="{FF2B5EF4-FFF2-40B4-BE49-F238E27FC236}">
                <a16:creationId xmlns:a16="http://schemas.microsoft.com/office/drawing/2014/main" id="{08763A6A-4F00-E124-F91B-0EB2ACDEFD2D}"/>
              </a:ext>
            </a:extLst>
          </p:cNvPr>
          <p:cNvSpPr txBox="1"/>
          <p:nvPr/>
        </p:nvSpPr>
        <p:spPr>
          <a:xfrm>
            <a:off x="2171701" y="271960"/>
            <a:ext cx="7494638" cy="400110"/>
          </a:xfrm>
          <a:prstGeom prst="rect">
            <a:avLst/>
          </a:prstGeom>
          <a:noFill/>
        </p:spPr>
        <p:txBody>
          <a:bodyPr wrap="square">
            <a:spAutoFit/>
          </a:bodyPr>
          <a:lstStyle/>
          <a:p>
            <a:pPr algn="ctr"/>
            <a:r>
              <a:rPr lang="en-IN" sz="2000" b="1" dirty="0"/>
              <a:t>GANTT</a:t>
            </a:r>
            <a:r>
              <a:rPr lang="en-IN" sz="2000" b="1" spc="-110" dirty="0"/>
              <a:t> </a:t>
            </a:r>
            <a:r>
              <a:rPr lang="en-IN" sz="2000" b="1" spc="-10" dirty="0"/>
              <a:t>CHART</a:t>
            </a:r>
            <a:endParaRPr lang="en-IN" sz="2000" b="1" dirty="0"/>
          </a:p>
        </p:txBody>
      </p:sp>
      <p:pic>
        <p:nvPicPr>
          <p:cNvPr id="6" name="Picture 5">
            <a:extLst>
              <a:ext uri="{FF2B5EF4-FFF2-40B4-BE49-F238E27FC236}">
                <a16:creationId xmlns:a16="http://schemas.microsoft.com/office/drawing/2014/main" id="{AAD7DD7E-7FE1-CB8C-2698-ADF09E21BD9B}"/>
              </a:ext>
            </a:extLst>
          </p:cNvPr>
          <p:cNvPicPr>
            <a:picLocks noChangeAspect="1"/>
          </p:cNvPicPr>
          <p:nvPr/>
        </p:nvPicPr>
        <p:blipFill>
          <a:blip r:embed="rId4">
            <a:alphaModFix amt="5000"/>
            <a:extLst>
              <a:ext uri="{28A0092B-C50C-407E-A947-70E740481C1C}">
                <a14:useLocalDpi xmlns:a14="http://schemas.microsoft.com/office/drawing/2010/main" val="0"/>
              </a:ext>
            </a:extLst>
          </a:blip>
          <a:srcRect l="13134" t="29924" r="4696" b="19206"/>
          <a:stretch/>
        </p:blipFill>
        <p:spPr>
          <a:xfrm>
            <a:off x="1582995" y="561545"/>
            <a:ext cx="8672050" cy="6032267"/>
          </a:xfrm>
          <a:prstGeom prst="rect">
            <a:avLst/>
          </a:prstGeom>
        </p:spPr>
      </p:pic>
    </p:spTree>
    <p:extLst>
      <p:ext uri="{BB962C8B-B14F-4D97-AF65-F5344CB8AC3E}">
        <p14:creationId xmlns:p14="http://schemas.microsoft.com/office/powerpoint/2010/main" val="5510382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AFCAEA-8041-6053-71FD-D4EAC48E638B}"/>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D7974681-0852-0339-1012-08FFD40B4F2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009878" y="0"/>
            <a:ext cx="1037095" cy="1037095"/>
          </a:xfrm>
          <a:prstGeom prst="rect">
            <a:avLst/>
          </a:prstGeom>
        </p:spPr>
      </p:pic>
      <p:pic>
        <p:nvPicPr>
          <p:cNvPr id="9" name="Picture 8">
            <a:extLst>
              <a:ext uri="{FF2B5EF4-FFF2-40B4-BE49-F238E27FC236}">
                <a16:creationId xmlns:a16="http://schemas.microsoft.com/office/drawing/2014/main" id="{320F1D26-CA72-7CFA-B788-57C276C5A5C7}"/>
              </a:ext>
            </a:extLst>
          </p:cNvPr>
          <p:cNvPicPr>
            <a:picLocks noChangeAspect="1"/>
          </p:cNvPicPr>
          <p:nvPr/>
        </p:nvPicPr>
        <p:blipFill>
          <a:blip r:embed="rId3">
            <a:extLst>
              <a:ext uri="{28A0092B-C50C-407E-A947-70E740481C1C}">
                <a14:useLocalDpi xmlns:a14="http://schemas.microsoft.com/office/drawing/2010/main" val="0"/>
              </a:ext>
            </a:extLst>
          </a:blip>
          <a:srcRect l="17306" t="32895" r="7356" b="22368"/>
          <a:stretch/>
        </p:blipFill>
        <p:spPr>
          <a:xfrm>
            <a:off x="145027" y="76201"/>
            <a:ext cx="1172705" cy="752301"/>
          </a:xfrm>
          <a:prstGeom prst="rect">
            <a:avLst/>
          </a:prstGeom>
        </p:spPr>
      </p:pic>
      <p:sp>
        <p:nvSpPr>
          <p:cNvPr id="4" name="Footer Placeholder 9">
            <a:extLst>
              <a:ext uri="{FF2B5EF4-FFF2-40B4-BE49-F238E27FC236}">
                <a16:creationId xmlns:a16="http://schemas.microsoft.com/office/drawing/2014/main" id="{56040F00-4F05-AB10-80E6-31D60AB3DAD8}"/>
              </a:ext>
            </a:extLst>
          </p:cNvPr>
          <p:cNvSpPr>
            <a:spLocks noGrp="1"/>
          </p:cNvSpPr>
          <p:nvPr>
            <p:ph type="ftr" sz="quarter" idx="11"/>
          </p:nvPr>
        </p:nvSpPr>
        <p:spPr>
          <a:xfrm>
            <a:off x="235975" y="6326854"/>
            <a:ext cx="11366090" cy="501650"/>
          </a:xfrm>
        </p:spPr>
        <p:txBody>
          <a:bodyPr/>
          <a:lstStyle/>
          <a:p>
            <a:pPr algn="l"/>
            <a:r>
              <a:rPr lang="en-US" sz="1600" b="1" dirty="0">
                <a:solidFill>
                  <a:srgbClr val="002060"/>
                </a:solidFill>
                <a:latin typeface="Times New Roman" pitchFamily="18" charset="0"/>
                <a:cs typeface="Times New Roman" pitchFamily="18" charset="0"/>
              </a:rPr>
              <a:t>www.aimsacademys.org </a:t>
            </a:r>
            <a:r>
              <a:rPr lang="en-US" sz="1600" b="1" dirty="0">
                <a:solidFill>
                  <a:schemeClr val="accent6">
                    <a:lumMod val="75000"/>
                  </a:schemeClr>
                </a:solidFill>
                <a:latin typeface="Times New Roman" pitchFamily="18" charset="0"/>
                <a:cs typeface="Times New Roman" pitchFamily="18" charset="0"/>
              </a:rPr>
              <a:t>  	 	                                </a:t>
            </a:r>
            <a:r>
              <a:rPr lang="en-US" sz="1600" b="1" dirty="0">
                <a:solidFill>
                  <a:srgbClr val="002060"/>
                </a:solidFill>
                <a:latin typeface="Times New Roman" pitchFamily="18" charset="0"/>
                <a:cs typeface="Times New Roman" pitchFamily="18" charset="0"/>
              </a:rPr>
              <a:t>Season:05 		                                                        AIMS/KEC              </a:t>
            </a:r>
          </a:p>
        </p:txBody>
      </p:sp>
      <p:sp>
        <p:nvSpPr>
          <p:cNvPr id="3" name="TextBox 2">
            <a:extLst>
              <a:ext uri="{FF2B5EF4-FFF2-40B4-BE49-F238E27FC236}">
                <a16:creationId xmlns:a16="http://schemas.microsoft.com/office/drawing/2014/main" id="{D3C32830-D5EC-AE5A-3EAC-03BB98885F63}"/>
              </a:ext>
            </a:extLst>
          </p:cNvPr>
          <p:cNvSpPr txBox="1"/>
          <p:nvPr/>
        </p:nvSpPr>
        <p:spPr>
          <a:xfrm>
            <a:off x="3011129" y="252296"/>
            <a:ext cx="6169742" cy="400110"/>
          </a:xfrm>
          <a:prstGeom prst="rect">
            <a:avLst/>
          </a:prstGeom>
          <a:noFill/>
        </p:spPr>
        <p:txBody>
          <a:bodyPr wrap="square">
            <a:spAutoFit/>
          </a:bodyPr>
          <a:lstStyle/>
          <a:p>
            <a:pPr marL="12700" algn="ctr">
              <a:lnSpc>
                <a:spcPct val="100000"/>
              </a:lnSpc>
              <a:spcBef>
                <a:spcPts val="100"/>
              </a:spcBef>
            </a:pPr>
            <a:r>
              <a:rPr lang="en-IN" sz="2000" b="1" spc="-5" dirty="0">
                <a:uFill>
                  <a:solidFill>
                    <a:srgbClr val="E36C09"/>
                  </a:solidFill>
                </a:uFill>
                <a:latin typeface="Times New Roman" pitchFamily="18" charset="0"/>
                <a:cs typeface="Times New Roman" pitchFamily="18" charset="0"/>
              </a:rPr>
              <a:t>SAFETY</a:t>
            </a:r>
            <a:r>
              <a:rPr lang="en-IN" sz="2000" b="1" spc="-65" dirty="0">
                <a:uFill>
                  <a:solidFill>
                    <a:srgbClr val="E36C09"/>
                  </a:solidFill>
                </a:uFill>
                <a:latin typeface="Times New Roman" pitchFamily="18" charset="0"/>
                <a:cs typeface="Times New Roman" pitchFamily="18" charset="0"/>
              </a:rPr>
              <a:t> </a:t>
            </a:r>
            <a:r>
              <a:rPr lang="en-IN" sz="2000" b="1" spc="-20" dirty="0">
                <a:uFill>
                  <a:solidFill>
                    <a:srgbClr val="E36C09"/>
                  </a:solidFill>
                </a:uFill>
                <a:latin typeface="Times New Roman" pitchFamily="18" charset="0"/>
                <a:cs typeface="Times New Roman" pitchFamily="18" charset="0"/>
              </a:rPr>
              <a:t>FEATURES</a:t>
            </a:r>
            <a:endParaRPr lang="en-IN" sz="2000" dirty="0">
              <a:latin typeface="Times New Roman" pitchFamily="18" charset="0"/>
              <a:cs typeface="Times New Roman" pitchFamily="18" charset="0"/>
            </a:endParaRPr>
          </a:p>
        </p:txBody>
      </p:sp>
      <p:pic>
        <p:nvPicPr>
          <p:cNvPr id="6" name="Picture 5">
            <a:extLst>
              <a:ext uri="{FF2B5EF4-FFF2-40B4-BE49-F238E27FC236}">
                <a16:creationId xmlns:a16="http://schemas.microsoft.com/office/drawing/2014/main" id="{5CE2D540-5CFE-FAD0-8EED-350117270AD3}"/>
              </a:ext>
            </a:extLst>
          </p:cNvPr>
          <p:cNvPicPr>
            <a:picLocks noChangeAspect="1"/>
          </p:cNvPicPr>
          <p:nvPr/>
        </p:nvPicPr>
        <p:blipFill>
          <a:blip r:embed="rId4"/>
          <a:stretch>
            <a:fillRect/>
          </a:stretch>
        </p:blipFill>
        <p:spPr>
          <a:xfrm>
            <a:off x="543544" y="1175768"/>
            <a:ext cx="2137893" cy="2401910"/>
          </a:xfrm>
          <a:prstGeom prst="rect">
            <a:avLst/>
          </a:prstGeom>
        </p:spPr>
      </p:pic>
      <p:pic>
        <p:nvPicPr>
          <p:cNvPr id="10" name="Picture 9">
            <a:extLst>
              <a:ext uri="{FF2B5EF4-FFF2-40B4-BE49-F238E27FC236}">
                <a16:creationId xmlns:a16="http://schemas.microsoft.com/office/drawing/2014/main" id="{905EFA06-835C-B90C-1C69-82CDEAEB88CE}"/>
              </a:ext>
            </a:extLst>
          </p:cNvPr>
          <p:cNvPicPr>
            <a:picLocks noChangeAspect="1"/>
          </p:cNvPicPr>
          <p:nvPr/>
        </p:nvPicPr>
        <p:blipFill>
          <a:blip r:embed="rId5"/>
          <a:stretch>
            <a:fillRect/>
          </a:stretch>
        </p:blipFill>
        <p:spPr>
          <a:xfrm>
            <a:off x="543544" y="3924944"/>
            <a:ext cx="2137893" cy="2127871"/>
          </a:xfrm>
          <a:prstGeom prst="rect">
            <a:avLst/>
          </a:prstGeom>
        </p:spPr>
      </p:pic>
      <p:pic>
        <p:nvPicPr>
          <p:cNvPr id="11" name="object 4">
            <a:extLst>
              <a:ext uri="{FF2B5EF4-FFF2-40B4-BE49-F238E27FC236}">
                <a16:creationId xmlns:a16="http://schemas.microsoft.com/office/drawing/2014/main" id="{47D21BD1-6836-399E-676F-2341C6A3590A}"/>
              </a:ext>
            </a:extLst>
          </p:cNvPr>
          <p:cNvPicPr/>
          <p:nvPr/>
        </p:nvPicPr>
        <p:blipFill>
          <a:blip r:embed="rId6" cstate="print"/>
          <a:stretch>
            <a:fillRect/>
          </a:stretch>
        </p:blipFill>
        <p:spPr>
          <a:xfrm>
            <a:off x="3153007" y="1175768"/>
            <a:ext cx="2284231" cy="4877047"/>
          </a:xfrm>
          <a:prstGeom prst="rect">
            <a:avLst/>
          </a:prstGeom>
        </p:spPr>
      </p:pic>
      <p:pic>
        <p:nvPicPr>
          <p:cNvPr id="13" name="Picture 12">
            <a:extLst>
              <a:ext uri="{FF2B5EF4-FFF2-40B4-BE49-F238E27FC236}">
                <a16:creationId xmlns:a16="http://schemas.microsoft.com/office/drawing/2014/main" id="{179F795B-226F-EEFE-FCC5-CEDF2F8E6C38}"/>
              </a:ext>
            </a:extLst>
          </p:cNvPr>
          <p:cNvPicPr>
            <a:picLocks noChangeAspect="1"/>
          </p:cNvPicPr>
          <p:nvPr/>
        </p:nvPicPr>
        <p:blipFill>
          <a:blip r:embed="rId7"/>
          <a:stretch>
            <a:fillRect/>
          </a:stretch>
        </p:blipFill>
        <p:spPr>
          <a:xfrm>
            <a:off x="5648148" y="1175768"/>
            <a:ext cx="2550029" cy="2324516"/>
          </a:xfrm>
          <a:prstGeom prst="rect">
            <a:avLst/>
          </a:prstGeom>
        </p:spPr>
      </p:pic>
      <p:pic>
        <p:nvPicPr>
          <p:cNvPr id="15" name="Picture 14">
            <a:extLst>
              <a:ext uri="{FF2B5EF4-FFF2-40B4-BE49-F238E27FC236}">
                <a16:creationId xmlns:a16="http://schemas.microsoft.com/office/drawing/2014/main" id="{198DC2D0-3899-43F4-9FC6-45197D282B29}"/>
              </a:ext>
            </a:extLst>
          </p:cNvPr>
          <p:cNvPicPr>
            <a:picLocks noChangeAspect="1"/>
          </p:cNvPicPr>
          <p:nvPr/>
        </p:nvPicPr>
        <p:blipFill>
          <a:blip r:embed="rId8"/>
          <a:stretch>
            <a:fillRect/>
          </a:stretch>
        </p:blipFill>
        <p:spPr>
          <a:xfrm>
            <a:off x="5686790" y="3728298"/>
            <a:ext cx="2472744" cy="2324517"/>
          </a:xfrm>
          <a:prstGeom prst="rect">
            <a:avLst/>
          </a:prstGeom>
        </p:spPr>
      </p:pic>
      <p:pic>
        <p:nvPicPr>
          <p:cNvPr id="17" name="Picture 16">
            <a:extLst>
              <a:ext uri="{FF2B5EF4-FFF2-40B4-BE49-F238E27FC236}">
                <a16:creationId xmlns:a16="http://schemas.microsoft.com/office/drawing/2014/main" id="{B4187567-1126-1018-7989-39C5D7BEB1F4}"/>
              </a:ext>
            </a:extLst>
          </p:cNvPr>
          <p:cNvPicPr>
            <a:picLocks noChangeAspect="1"/>
          </p:cNvPicPr>
          <p:nvPr/>
        </p:nvPicPr>
        <p:blipFill>
          <a:blip r:embed="rId9"/>
          <a:stretch>
            <a:fillRect/>
          </a:stretch>
        </p:blipFill>
        <p:spPr>
          <a:xfrm>
            <a:off x="8755636" y="1177033"/>
            <a:ext cx="1838612" cy="2805398"/>
          </a:xfrm>
          <a:prstGeom prst="rect">
            <a:avLst/>
          </a:prstGeom>
        </p:spPr>
      </p:pic>
      <p:pic>
        <p:nvPicPr>
          <p:cNvPr id="18" name="object 6">
            <a:extLst>
              <a:ext uri="{FF2B5EF4-FFF2-40B4-BE49-F238E27FC236}">
                <a16:creationId xmlns:a16="http://schemas.microsoft.com/office/drawing/2014/main" id="{C77024A9-34CD-9E53-6845-B6951FD9906E}"/>
              </a:ext>
            </a:extLst>
          </p:cNvPr>
          <p:cNvPicPr/>
          <p:nvPr/>
        </p:nvPicPr>
        <p:blipFill>
          <a:blip r:embed="rId10" cstate="print"/>
          <a:stretch>
            <a:fillRect/>
          </a:stretch>
        </p:blipFill>
        <p:spPr>
          <a:xfrm>
            <a:off x="8755636" y="4198982"/>
            <a:ext cx="2040183" cy="1951775"/>
          </a:xfrm>
          <a:prstGeom prst="rect">
            <a:avLst/>
          </a:prstGeom>
        </p:spPr>
      </p:pic>
      <p:pic>
        <p:nvPicPr>
          <p:cNvPr id="19" name="Picture 18">
            <a:extLst>
              <a:ext uri="{FF2B5EF4-FFF2-40B4-BE49-F238E27FC236}">
                <a16:creationId xmlns:a16="http://schemas.microsoft.com/office/drawing/2014/main" id="{F3FAE128-D21A-7E82-1DFC-E5CBD47BFA91}"/>
              </a:ext>
            </a:extLst>
          </p:cNvPr>
          <p:cNvPicPr>
            <a:picLocks noChangeAspect="1"/>
          </p:cNvPicPr>
          <p:nvPr/>
        </p:nvPicPr>
        <p:blipFill>
          <a:blip r:embed="rId3">
            <a:alphaModFix amt="5000"/>
            <a:extLst>
              <a:ext uri="{28A0092B-C50C-407E-A947-70E740481C1C}">
                <a14:useLocalDpi xmlns:a14="http://schemas.microsoft.com/office/drawing/2010/main" val="0"/>
              </a:ext>
            </a:extLst>
          </a:blip>
          <a:srcRect l="13134" t="29924" r="4696" b="19206"/>
          <a:stretch/>
        </p:blipFill>
        <p:spPr>
          <a:xfrm>
            <a:off x="1661653" y="665841"/>
            <a:ext cx="8672050" cy="6032267"/>
          </a:xfrm>
          <a:prstGeom prst="rect">
            <a:avLst/>
          </a:prstGeom>
        </p:spPr>
      </p:pic>
    </p:spTree>
    <p:extLst>
      <p:ext uri="{BB962C8B-B14F-4D97-AF65-F5344CB8AC3E}">
        <p14:creationId xmlns:p14="http://schemas.microsoft.com/office/powerpoint/2010/main" val="20541119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DD405D-F234-5BED-5DF7-07DD54C32FE3}"/>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DBB73311-C6DC-D731-A943-CDF07BCAD4D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009878" y="0"/>
            <a:ext cx="1037095" cy="1037095"/>
          </a:xfrm>
          <a:prstGeom prst="rect">
            <a:avLst/>
          </a:prstGeom>
        </p:spPr>
      </p:pic>
      <p:pic>
        <p:nvPicPr>
          <p:cNvPr id="9" name="Picture 8">
            <a:extLst>
              <a:ext uri="{FF2B5EF4-FFF2-40B4-BE49-F238E27FC236}">
                <a16:creationId xmlns:a16="http://schemas.microsoft.com/office/drawing/2014/main" id="{9E86D5A1-4553-0FC5-4CF4-77221E14A71E}"/>
              </a:ext>
            </a:extLst>
          </p:cNvPr>
          <p:cNvPicPr>
            <a:picLocks noChangeAspect="1"/>
          </p:cNvPicPr>
          <p:nvPr/>
        </p:nvPicPr>
        <p:blipFill>
          <a:blip r:embed="rId3">
            <a:extLst>
              <a:ext uri="{28A0092B-C50C-407E-A947-70E740481C1C}">
                <a14:useLocalDpi xmlns:a14="http://schemas.microsoft.com/office/drawing/2010/main" val="0"/>
              </a:ext>
            </a:extLst>
          </a:blip>
          <a:srcRect l="17306" t="32895" r="7356" b="22368"/>
          <a:stretch/>
        </p:blipFill>
        <p:spPr>
          <a:xfrm>
            <a:off x="145027" y="76201"/>
            <a:ext cx="1172705" cy="752301"/>
          </a:xfrm>
          <a:prstGeom prst="rect">
            <a:avLst/>
          </a:prstGeom>
        </p:spPr>
      </p:pic>
      <p:sp>
        <p:nvSpPr>
          <p:cNvPr id="4" name="Footer Placeholder 9">
            <a:extLst>
              <a:ext uri="{FF2B5EF4-FFF2-40B4-BE49-F238E27FC236}">
                <a16:creationId xmlns:a16="http://schemas.microsoft.com/office/drawing/2014/main" id="{CC936CD8-FD56-F5AE-1B65-84E380948BAB}"/>
              </a:ext>
            </a:extLst>
          </p:cNvPr>
          <p:cNvSpPr>
            <a:spLocks noGrp="1"/>
          </p:cNvSpPr>
          <p:nvPr>
            <p:ph type="ftr" sz="quarter" idx="11"/>
          </p:nvPr>
        </p:nvSpPr>
        <p:spPr>
          <a:xfrm>
            <a:off x="235975" y="6326854"/>
            <a:ext cx="11366090" cy="501650"/>
          </a:xfrm>
        </p:spPr>
        <p:txBody>
          <a:bodyPr/>
          <a:lstStyle/>
          <a:p>
            <a:pPr algn="l"/>
            <a:r>
              <a:rPr lang="en-US" sz="1600" b="1" dirty="0">
                <a:solidFill>
                  <a:srgbClr val="002060"/>
                </a:solidFill>
                <a:latin typeface="Times New Roman" pitchFamily="18" charset="0"/>
                <a:cs typeface="Times New Roman" pitchFamily="18" charset="0"/>
              </a:rPr>
              <a:t>www.aimsacademys.org </a:t>
            </a:r>
            <a:r>
              <a:rPr lang="en-US" sz="1600" b="1" dirty="0">
                <a:solidFill>
                  <a:schemeClr val="accent6">
                    <a:lumMod val="75000"/>
                  </a:schemeClr>
                </a:solidFill>
                <a:latin typeface="Times New Roman" pitchFamily="18" charset="0"/>
                <a:cs typeface="Times New Roman" pitchFamily="18" charset="0"/>
              </a:rPr>
              <a:t>  	 	                                </a:t>
            </a:r>
            <a:r>
              <a:rPr lang="en-US" sz="1600" b="1" dirty="0">
                <a:solidFill>
                  <a:srgbClr val="002060"/>
                </a:solidFill>
                <a:latin typeface="Times New Roman" pitchFamily="18" charset="0"/>
                <a:cs typeface="Times New Roman" pitchFamily="18" charset="0"/>
              </a:rPr>
              <a:t>Season:05 		                                                        AIMS/KEC              </a:t>
            </a:r>
          </a:p>
        </p:txBody>
      </p:sp>
      <p:pic>
        <p:nvPicPr>
          <p:cNvPr id="2" name="Picture 1">
            <a:extLst>
              <a:ext uri="{FF2B5EF4-FFF2-40B4-BE49-F238E27FC236}">
                <a16:creationId xmlns:a16="http://schemas.microsoft.com/office/drawing/2014/main" id="{9725E7BA-2618-2406-A13B-3580C9A07122}"/>
              </a:ext>
            </a:extLst>
          </p:cNvPr>
          <p:cNvPicPr>
            <a:picLocks noChangeAspect="1"/>
          </p:cNvPicPr>
          <p:nvPr/>
        </p:nvPicPr>
        <p:blipFill>
          <a:blip r:embed="rId4"/>
          <a:stretch>
            <a:fillRect/>
          </a:stretch>
        </p:blipFill>
        <p:spPr>
          <a:xfrm>
            <a:off x="2458065" y="589537"/>
            <a:ext cx="6797623" cy="4810458"/>
          </a:xfrm>
          <a:prstGeom prst="rect">
            <a:avLst/>
          </a:prstGeom>
        </p:spPr>
      </p:pic>
      <p:pic>
        <p:nvPicPr>
          <p:cNvPr id="3" name="Picture 2">
            <a:extLst>
              <a:ext uri="{FF2B5EF4-FFF2-40B4-BE49-F238E27FC236}">
                <a16:creationId xmlns:a16="http://schemas.microsoft.com/office/drawing/2014/main" id="{DCA22818-9EBD-C6BE-B3C8-1761174ED599}"/>
              </a:ext>
            </a:extLst>
          </p:cNvPr>
          <p:cNvPicPr>
            <a:picLocks noChangeAspect="1"/>
          </p:cNvPicPr>
          <p:nvPr/>
        </p:nvPicPr>
        <p:blipFill>
          <a:blip r:embed="rId3">
            <a:alphaModFix amt="5000"/>
            <a:extLst>
              <a:ext uri="{28A0092B-C50C-407E-A947-70E740481C1C}">
                <a14:useLocalDpi xmlns:a14="http://schemas.microsoft.com/office/drawing/2010/main" val="0"/>
              </a:ext>
            </a:extLst>
          </a:blip>
          <a:srcRect l="13134" t="29924" r="4696" b="19206"/>
          <a:stretch/>
        </p:blipFill>
        <p:spPr>
          <a:xfrm>
            <a:off x="1661653" y="665841"/>
            <a:ext cx="8672050" cy="6032267"/>
          </a:xfrm>
          <a:prstGeom prst="rect">
            <a:avLst/>
          </a:prstGeom>
        </p:spPr>
      </p:pic>
    </p:spTree>
    <p:extLst>
      <p:ext uri="{BB962C8B-B14F-4D97-AF65-F5344CB8AC3E}">
        <p14:creationId xmlns:p14="http://schemas.microsoft.com/office/powerpoint/2010/main" val="355062397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1547</TotalTime>
  <Words>2073</Words>
  <Application>Microsoft Office PowerPoint</Application>
  <PresentationFormat>Widescreen</PresentationFormat>
  <Paragraphs>807</Paragraphs>
  <Slides>16</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Arial MT</vt:lpstr>
      <vt:lpstr>Calibri</vt:lpstr>
      <vt:lpstr>Calibri Light</vt:lpstr>
      <vt:lpstr>Times New Roman</vt:lpstr>
      <vt:lpstr>Office Theme</vt:lpstr>
      <vt:lpstr> KARTING ENDURANCE CHAMPIONSHIP Organized by  ACADEMY  OF  INDIGENOUS  MOTOR  SPORTS Powered By (ACADEMY OF INDIGENOUS MOTOR SPORTS,EDUCATIONAL &amp; SOCIAL WELFARE TRUST) (Registered  Trust)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Pradeep M</dc:creator>
  <cp:lastModifiedBy>Pradeep M</cp:lastModifiedBy>
  <cp:revision>11</cp:revision>
  <dcterms:created xsi:type="dcterms:W3CDTF">2025-01-23T15:43:47Z</dcterms:created>
  <dcterms:modified xsi:type="dcterms:W3CDTF">2025-02-01T12:14:48Z</dcterms:modified>
</cp:coreProperties>
</file>