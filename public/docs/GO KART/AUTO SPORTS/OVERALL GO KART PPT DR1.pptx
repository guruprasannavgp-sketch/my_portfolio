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7.jpg" ContentType="image/jpg"/>
  <Override PartName="/ppt/media/image8.jpg" ContentType="image/jpg"/>
  <Override PartName="/ppt/media/image9.jpg" ContentType="image/jpg"/>
  <Override PartName="/ppt/media/image10.jpg" ContentType="image/jpg"/>
  <Override PartName="/ppt/media/image11.jpg" ContentType="image/jpg"/>
  <Override PartName="/ppt/media/image18.jpg" ContentType="image/jpg"/>
  <Override PartName="/ppt/media/image19.jpg" ContentType="image/jpg"/>
  <Override PartName="/ppt/media/image21.jpg" ContentType="image/jpg"/>
  <Override PartName="/ppt/media/image22.jpg" ContentType="image/jpg"/>
  <Override PartName="/ppt/media/image23.jpg" ContentType="image/jpg"/>
  <Override PartName="/ppt/media/image24.jpg" ContentType="image/jpg"/>
  <Override PartName="/ppt/media/image25.jpg" ContentType="image/jpg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86" r:id="rId3"/>
    <p:sldId id="289" r:id="rId4"/>
    <p:sldId id="291" r:id="rId5"/>
    <p:sldId id="292" r:id="rId6"/>
    <p:sldId id="294" r:id="rId7"/>
    <p:sldId id="295" r:id="rId8"/>
    <p:sldId id="296" r:id="rId9"/>
    <p:sldId id="297" r:id="rId10"/>
    <p:sldId id="298" r:id="rId11"/>
    <p:sldId id="284" r:id="rId12"/>
    <p:sldId id="282" r:id="rId13"/>
    <p:sldId id="300" r:id="rId14"/>
    <p:sldId id="301" r:id="rId15"/>
    <p:sldId id="302" r:id="rId16"/>
    <p:sldId id="28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1717"/>
    <a:srgbClr val="FFFF66"/>
    <a:srgbClr val="CCFF66"/>
    <a:srgbClr val="FF66FF"/>
    <a:srgbClr val="59DEFD"/>
    <a:srgbClr val="FF3399"/>
    <a:srgbClr val="FF5353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52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21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ableStyles" Target="tableStyles.xml" 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 /><Relationship Id="rId2" Type="http://schemas.microsoft.com/office/2011/relationships/chartColorStyle" Target="colors1.xml" /><Relationship Id="rId1" Type="http://schemas.microsoft.com/office/2011/relationships/chartStyle" Target="style1.xml" 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 /><Relationship Id="rId2" Type="http://schemas.microsoft.com/office/2011/relationships/chartColorStyle" Target="colors2.xml" /><Relationship Id="rId1" Type="http://schemas.microsoft.com/office/2011/relationships/chartStyle" Target="style2.xml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 (kg)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148-4066-9DB6-761D4A283EA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148-4066-9DB6-761D4A283EA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148-4066-9DB6-761D4A283EA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148-4066-9DB6-761D4A283EAD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7148-4066-9DB6-761D4A283EAD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7148-4066-9DB6-761D4A283EAD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7148-4066-9DB6-761D4A283EAD}"/>
              </c:ext>
            </c:extLst>
          </c:dPt>
          <c:dLbls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Sheet1!$A$2:$A$8</c:f>
              <c:strCache>
                <c:ptCount val="7"/>
                <c:pt idx="0">
                  <c:v>Engine Cost</c:v>
                </c:pt>
                <c:pt idx="1">
                  <c:v>Steering</c:v>
                </c:pt>
                <c:pt idx="2">
                  <c:v>Frame</c:v>
                </c:pt>
                <c:pt idx="3">
                  <c:v>Electrical Equipment</c:v>
                </c:pt>
                <c:pt idx="4">
                  <c:v>Safty Equipment</c:v>
                </c:pt>
                <c:pt idx="5">
                  <c:v>Transmission</c:v>
                </c:pt>
                <c:pt idx="6">
                  <c:v>Break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30</c:v>
                </c:pt>
                <c:pt idx="1">
                  <c:v>10</c:v>
                </c:pt>
                <c:pt idx="2">
                  <c:v>30</c:v>
                </c:pt>
                <c:pt idx="3">
                  <c:v>2</c:v>
                </c:pt>
                <c:pt idx="4">
                  <c:v>2</c:v>
                </c:pt>
                <c:pt idx="5">
                  <c:v>10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7148-4066-9DB6-761D4A283E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33172590491932363"/>
          <c:y val="3.14157664524140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5B1D-4628-B80B-19D52B4D105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5B1D-4628-B80B-19D52B4D105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5B1D-4628-B80B-19D52B4D105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5B1D-4628-B80B-19D52B4D1059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5B1D-4628-B80B-19D52B4D1059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5B1D-4628-B80B-19D52B4D1059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5B1D-4628-B80B-19D52B4D1059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F-5B1D-4628-B80B-19D52B4D1059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Sheet1!$A$2:$A$9</c:f>
              <c:strCache>
                <c:ptCount val="8"/>
                <c:pt idx="0">
                  <c:v>Engine</c:v>
                </c:pt>
                <c:pt idx="1">
                  <c:v>Steering</c:v>
                </c:pt>
                <c:pt idx="2">
                  <c:v>Frame</c:v>
                </c:pt>
                <c:pt idx="3">
                  <c:v>Electrical Equipement</c:v>
                </c:pt>
                <c:pt idx="4">
                  <c:v>Safty Equipment</c:v>
                </c:pt>
                <c:pt idx="5">
                  <c:v>Transmission</c:v>
                </c:pt>
                <c:pt idx="6">
                  <c:v>Brake</c:v>
                </c:pt>
                <c:pt idx="7">
                  <c:v>Others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8"/>
                <c:pt idx="0">
                  <c:v>30000</c:v>
                </c:pt>
                <c:pt idx="1">
                  <c:v>5000</c:v>
                </c:pt>
                <c:pt idx="2">
                  <c:v>15000</c:v>
                </c:pt>
                <c:pt idx="3">
                  <c:v>3000</c:v>
                </c:pt>
                <c:pt idx="4">
                  <c:v>2000</c:v>
                </c:pt>
                <c:pt idx="5">
                  <c:v>5000</c:v>
                </c:pt>
                <c:pt idx="6">
                  <c:v>3000</c:v>
                </c:pt>
                <c:pt idx="7">
                  <c:v>15000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5B1D-4628-B80B-19D52B4D105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Percentge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2-5B1D-4628-B80B-19D52B4D105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4-5B1D-4628-B80B-19D52B4D105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6-5B1D-4628-B80B-19D52B4D105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8-5B1D-4628-B80B-19D52B4D1059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A-5B1D-4628-B80B-19D52B4D1059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C-5B1D-4628-B80B-19D52B4D1059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E-5B1D-4628-B80B-19D52B4D1059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20-5B1D-4628-B80B-19D52B4D1059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Sheet1!$A$2:$A$9</c:f>
              <c:strCache>
                <c:ptCount val="8"/>
                <c:pt idx="0">
                  <c:v>Engine</c:v>
                </c:pt>
                <c:pt idx="1">
                  <c:v>Steering</c:v>
                </c:pt>
                <c:pt idx="2">
                  <c:v>Frame</c:v>
                </c:pt>
                <c:pt idx="3">
                  <c:v>Electrical Equipement</c:v>
                </c:pt>
                <c:pt idx="4">
                  <c:v>Safty Equipment</c:v>
                </c:pt>
                <c:pt idx="5">
                  <c:v>Transmission</c:v>
                </c:pt>
                <c:pt idx="6">
                  <c:v>Brake</c:v>
                </c:pt>
                <c:pt idx="7">
                  <c:v>Others</c:v>
                </c:pt>
              </c:strCache>
            </c:strRef>
          </c:cat>
          <c:val>
            <c:numRef>
              <c:f>Sheet1!$C$2:$C$9</c:f>
              <c:numCache>
                <c:formatCode>0.00%</c:formatCode>
                <c:ptCount val="8"/>
                <c:pt idx="0">
                  <c:v>0.37970000000000004</c:v>
                </c:pt>
                <c:pt idx="1">
                  <c:v>6.3E-2</c:v>
                </c:pt>
                <c:pt idx="2">
                  <c:v>0.18980000000000002</c:v>
                </c:pt>
                <c:pt idx="3">
                  <c:v>3.6999999999999998E-2</c:v>
                </c:pt>
                <c:pt idx="4">
                  <c:v>3.6999999999999998E-2</c:v>
                </c:pt>
                <c:pt idx="5">
                  <c:v>6.3E-2</c:v>
                </c:pt>
                <c:pt idx="6">
                  <c:v>3.6999999999999998E-2</c:v>
                </c:pt>
                <c:pt idx="7">
                  <c:v>0.18980000000000002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1-5B1D-4628-B80B-19D52B4D105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538F92-A857-4E9C-9044-9AF6772E733B}" type="datetimeFigureOut">
              <a:rPr lang="en-IN" smtClean="0"/>
              <a:t>27-03-2025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10075A-EEC5-4154-A333-796721D07F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75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Vehicle 3-D image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4A2495-5925-4210-9DF4-7A2B6B46C82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g8bc00f6a12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2" name="Google Shape;1252;g8bc00f6a12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1054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DE886-8A91-10E3-4C73-1032A6FF3B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7F8D53-CF0F-25DD-E6A6-A5CE246991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1D509-A839-6E7B-D73F-7757378F7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C814B-FCB6-481A-9507-945532EDD817}" type="datetimeFigureOut">
              <a:rPr lang="en-IN" smtClean="0"/>
              <a:t>27-03-2025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D5D89-DCFB-0B01-E032-2AA8073FA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1230A-6AA1-A1CF-5B5D-1533C57F1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1260B-0FA4-4A61-82FA-4998BE86F6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45F1F-58D5-179D-C729-46B69F529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E2538-1BF7-2BEB-763C-B01DF81EC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37E5A-BE65-81AF-70AB-C55A10291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C814B-FCB6-481A-9507-945532EDD817}" type="datetimeFigureOut">
              <a:rPr lang="en-IN" smtClean="0"/>
              <a:t>27-03-2025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47C94-9E9F-9DA9-4E48-9AB07434C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B8EE6-7A72-D2FA-87D5-4D0C1ED76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1260B-0FA4-4A61-82FA-4998BE86F6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306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3C704-718E-7EAC-B243-9995065B0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4AF8D-E66D-BDA7-8F1E-3229DFD45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46BE9-F798-91E9-704E-D85392384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C814B-FCB6-481A-9507-945532EDD817}" type="datetimeFigureOut">
              <a:rPr lang="en-IN" smtClean="0"/>
              <a:t>27-03-2025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B5DDA-8BD0-0B90-3651-9F7BEBD22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946C6-FD33-B25D-CFAC-0CD3C1778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1260B-0FA4-4A61-82FA-4998BE86F6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93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B610A-F1DA-B690-27A1-346CFB043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79C7E-F8A0-4313-3D91-8D99FD1FB1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19F718-B6CA-0019-5970-B26403F7AE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EFF980-5471-7AB3-2C31-EA1330F0D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C814B-FCB6-481A-9507-945532EDD817}" type="datetimeFigureOut">
              <a:rPr lang="en-IN" smtClean="0"/>
              <a:t>27-03-2025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039356-A93D-905A-9216-3403C1F3A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C1280D-EB05-9523-3946-C437E17A1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1260B-0FA4-4A61-82FA-4998BE86F6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43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B665A-6718-EE3B-DC1A-F58912AFF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1E02B-D506-73E6-2EE0-E15CB923C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6EE1B0-FD0D-F915-664B-2E330870F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F273F2-A181-E493-6D7F-8A00D2C435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80FF3A-26CF-BD71-3A08-589EC1E283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53E488-0811-5573-58C2-3E68219FB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C814B-FCB6-481A-9507-945532EDD817}" type="datetimeFigureOut">
              <a:rPr lang="en-IN" smtClean="0"/>
              <a:t>27-03-2025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C81056-AA1C-8639-5DD0-583200432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85D375-A279-918D-21C3-61C7C8810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1260B-0FA4-4A61-82FA-4998BE86F6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4787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CE616-7C84-54BA-08C3-2F446675C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3E7EF2-A816-4858-B6ED-6E7D1FCC9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C814B-FCB6-481A-9507-945532EDD817}" type="datetimeFigureOut">
              <a:rPr lang="en-IN" smtClean="0"/>
              <a:t>27-03-2025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E1F748-9A18-8C69-39A4-C9AFAC0DE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E3524E-9E1A-37FD-D8A1-72C74D568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1260B-0FA4-4A61-82FA-4998BE86F6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59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61EE3C-BCED-41D9-C46D-3E739C8FA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C814B-FCB6-481A-9507-945532EDD817}" type="datetimeFigureOut">
              <a:rPr lang="en-IN" smtClean="0"/>
              <a:t>27-03-2025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982CC6-1127-3725-C04F-CCA7FBAEE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FF2EF-87B6-BBE3-752C-0D6B279F2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1260B-0FA4-4A61-82FA-4998BE86F6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565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ADC44-CF51-F526-BCA9-66D8F31AD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0BBA9-4E2D-27C6-B284-8F19F87C2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07D807-68B9-02A3-1604-79FC34AE7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73AC81-1F15-262F-23C2-A2CF440A8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C814B-FCB6-481A-9507-945532EDD817}" type="datetimeFigureOut">
              <a:rPr lang="en-IN" smtClean="0"/>
              <a:t>27-03-2025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D8FCAC-5F4B-ED65-7A34-64FC01119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A99A30-79AE-1C92-E071-0B814A4E4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1260B-0FA4-4A61-82FA-4998BE86F6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767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8B7D6-676F-E2F4-7108-6D714925B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CBCAF6-3058-0662-666B-148CC9F8C3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632268-3012-5F20-865A-A31C7AB39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18236-C1D6-7EEE-04FE-F0A4A3108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C814B-FCB6-481A-9507-945532EDD817}" type="datetimeFigureOut">
              <a:rPr lang="en-IN" smtClean="0"/>
              <a:t>27-03-2025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3152BB-0D89-8CE4-AC10-75638B5C9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2DF467-5C3A-60BD-38A3-329DCB9AE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1260B-0FA4-4A61-82FA-4998BE86F6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187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1FBD5-2A2F-50AA-6534-3DC39C1CC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1768E0-837D-1FC9-67B8-883CCA64EB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65D21-9B58-0076-3116-0EB85D817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C814B-FCB6-481A-9507-945532EDD817}" type="datetimeFigureOut">
              <a:rPr lang="en-IN" smtClean="0"/>
              <a:t>27-03-2025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43A61-2622-3975-62F7-1F1A9DE0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C7C26-68D1-0FF2-9F98-CC3B027A7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1260B-0FA4-4A61-82FA-4998BE86F6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67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85C25B-E7DC-D202-08CD-EF8335E914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A136AF-DDE2-0F1C-F15D-D83CEE78C8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47921-C795-7E58-6D04-EE03B2517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C814B-FCB6-481A-9507-945532EDD817}" type="datetimeFigureOut">
              <a:rPr lang="en-IN" smtClean="0"/>
              <a:t>27-03-2025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95D22-31A3-E4D0-9650-A1F539331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0D1A7-699B-FED5-2AE6-9EF575E91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1260B-0FA4-4A61-82FA-4998BE86F6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602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C2A677-2434-F6F1-D800-1D05AD9E5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002588-F9D5-C1CE-0B85-78DB4FB19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762E8-7F5D-24E5-7F4F-9CB9C9D970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BC814B-FCB6-481A-9507-945532EDD817}" type="datetimeFigureOut">
              <a:rPr lang="en-IN" smtClean="0"/>
              <a:t>27-03-2025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22314-BE9B-E003-0587-5EECD1E2AD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8B61B-22CA-C7E6-1179-C285561796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1260B-0FA4-4A61-82FA-4998BE86F6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5085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7" Type="http://schemas.openxmlformats.org/officeDocument/2006/relationships/image" Target="../media/image5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4.jpeg" /><Relationship Id="rId5" Type="http://schemas.openxmlformats.org/officeDocument/2006/relationships/image" Target="../media/image3.jpg" /><Relationship Id="rId4" Type="http://schemas.openxmlformats.org/officeDocument/2006/relationships/image" Target="../media/image2.jp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5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5.png" /><Relationship Id="rId4" Type="http://schemas.openxmlformats.org/officeDocument/2006/relationships/image" Target="../media/image6.jpeg" 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 /><Relationship Id="rId3" Type="http://schemas.openxmlformats.org/officeDocument/2006/relationships/image" Target="../media/image8.jpg" /><Relationship Id="rId7" Type="http://schemas.openxmlformats.org/officeDocument/2006/relationships/image" Target="../media/image4.jpeg" /><Relationship Id="rId2" Type="http://schemas.openxmlformats.org/officeDocument/2006/relationships/image" Target="../media/image7.jp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3.jpg" /><Relationship Id="rId5" Type="http://schemas.openxmlformats.org/officeDocument/2006/relationships/image" Target="../media/image10.jpg" /><Relationship Id="rId4" Type="http://schemas.openxmlformats.org/officeDocument/2006/relationships/image" Target="../media/image9.jp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 /><Relationship Id="rId7" Type="http://schemas.openxmlformats.org/officeDocument/2006/relationships/image" Target="../media/image14.png" /><Relationship Id="rId2" Type="http://schemas.openxmlformats.org/officeDocument/2006/relationships/image" Target="../media/image11.jp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4.jpeg" /><Relationship Id="rId5" Type="http://schemas.openxmlformats.org/officeDocument/2006/relationships/image" Target="../media/image3.jpg" /><Relationship Id="rId4" Type="http://schemas.openxmlformats.org/officeDocument/2006/relationships/image" Target="../media/image13.png" 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 /><Relationship Id="rId3" Type="http://schemas.openxmlformats.org/officeDocument/2006/relationships/image" Target="../media/image16.png" /><Relationship Id="rId7" Type="http://schemas.openxmlformats.org/officeDocument/2006/relationships/image" Target="../media/image2.jpg" /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4.jpeg" /><Relationship Id="rId5" Type="http://schemas.openxmlformats.org/officeDocument/2006/relationships/image" Target="../media/image3.jpg" /><Relationship Id="rId4" Type="http://schemas.openxmlformats.org/officeDocument/2006/relationships/image" Target="../media/image17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 /><Relationship Id="rId2" Type="http://schemas.openxmlformats.org/officeDocument/2006/relationships/image" Target="../media/image18.jp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5.png" /><Relationship Id="rId5" Type="http://schemas.openxmlformats.org/officeDocument/2006/relationships/image" Target="../media/image4.jpeg" /><Relationship Id="rId4" Type="http://schemas.openxmlformats.org/officeDocument/2006/relationships/image" Target="../media/image3.jp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 /><Relationship Id="rId2" Type="http://schemas.openxmlformats.org/officeDocument/2006/relationships/image" Target="../media/image20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5.png" /><Relationship Id="rId5" Type="http://schemas.openxmlformats.org/officeDocument/2006/relationships/image" Target="../media/image4.jpeg" /><Relationship Id="rId4" Type="http://schemas.openxmlformats.org/officeDocument/2006/relationships/image" Target="../media/image3.jp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 /><Relationship Id="rId7" Type="http://schemas.openxmlformats.org/officeDocument/2006/relationships/image" Target="../media/image5.png" /><Relationship Id="rId2" Type="http://schemas.openxmlformats.org/officeDocument/2006/relationships/image" Target="../media/image22.jp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24.jpg" /><Relationship Id="rId5" Type="http://schemas.openxmlformats.org/officeDocument/2006/relationships/image" Target="../media/image4.jpeg" /><Relationship Id="rId4" Type="http://schemas.openxmlformats.org/officeDocument/2006/relationships/image" Target="../media/image3.jp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image" Target="../media/image25.jp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5.png" /><Relationship Id="rId4" Type="http://schemas.openxmlformats.org/officeDocument/2006/relationships/image" Target="../media/image4.jpe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 /><Relationship Id="rId2" Type="http://schemas.openxmlformats.org/officeDocument/2006/relationships/chart" Target="../charts/chart1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5.png" /><Relationship Id="rId5" Type="http://schemas.openxmlformats.org/officeDocument/2006/relationships/image" Target="../media/image4.jpeg" /><Relationship Id="rId4" Type="http://schemas.openxmlformats.org/officeDocument/2006/relationships/image" Target="../media/image3.jp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image" Target="../media/image3.jp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5.pn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image" Target="../media/image3.jp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5.png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image" Target="../media/image3.jp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5.png" 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 /><Relationship Id="rId13" Type="http://schemas.openxmlformats.org/officeDocument/2006/relationships/image" Target="../media/image3.jpg" /><Relationship Id="rId3" Type="http://schemas.openxmlformats.org/officeDocument/2006/relationships/image" Target="../media/image26.jpeg" /><Relationship Id="rId7" Type="http://schemas.openxmlformats.org/officeDocument/2006/relationships/image" Target="../media/image30.emf" /><Relationship Id="rId12" Type="http://schemas.openxmlformats.org/officeDocument/2006/relationships/image" Target="../media/image35.emf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6.xml" /><Relationship Id="rId6" Type="http://schemas.openxmlformats.org/officeDocument/2006/relationships/image" Target="../media/image29.jpeg" /><Relationship Id="rId11" Type="http://schemas.openxmlformats.org/officeDocument/2006/relationships/image" Target="../media/image34.jpeg" /><Relationship Id="rId5" Type="http://schemas.openxmlformats.org/officeDocument/2006/relationships/image" Target="../media/image28.emf" /><Relationship Id="rId15" Type="http://schemas.openxmlformats.org/officeDocument/2006/relationships/image" Target="../media/image5.png" /><Relationship Id="rId10" Type="http://schemas.openxmlformats.org/officeDocument/2006/relationships/image" Target="../media/image33.jpeg" /><Relationship Id="rId4" Type="http://schemas.openxmlformats.org/officeDocument/2006/relationships/image" Target="../media/image27.jpeg" /><Relationship Id="rId9" Type="http://schemas.openxmlformats.org/officeDocument/2006/relationships/image" Target="../media/image32.emf" /><Relationship Id="rId14" Type="http://schemas.openxmlformats.org/officeDocument/2006/relationships/image" Target="../media/image4.jpeg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image" Target="../media/image3.jp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5.png" /><Relationship Id="rId4" Type="http://schemas.openxmlformats.org/officeDocument/2006/relationships/image" Target="../media/image36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447800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F05E64-E268-02E2-9ECA-A60A05E0FE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4471534" y="345735"/>
            <a:ext cx="2511158" cy="17890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4AA48A9-55FF-CB20-418E-6887958A4D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98" t="33327" r="2828" b="28291"/>
          <a:stretch/>
        </p:blipFill>
        <p:spPr>
          <a:xfrm>
            <a:off x="8738121" y="4097251"/>
            <a:ext cx="3211648" cy="2048374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18462D9-44DC-CA7A-A3D0-53EE1CAB2B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5127" cy="845127"/>
          </a:xfrm>
          <a:prstGeom prst="rect">
            <a:avLst/>
          </a:prstGeom>
        </p:spPr>
      </p:pic>
      <p:sp>
        <p:nvSpPr>
          <p:cNvPr id="21" name="Subtitle 2">
            <a:extLst>
              <a:ext uri="{FF2B5EF4-FFF2-40B4-BE49-F238E27FC236}">
                <a16:creationId xmlns:a16="http://schemas.microsoft.com/office/drawing/2014/main" id="{8C2E9E48-9AD6-FC6B-612C-D3D226DF1F01}"/>
              </a:ext>
            </a:extLst>
          </p:cNvPr>
          <p:cNvSpPr txBox="1">
            <a:spLocks/>
          </p:cNvSpPr>
          <p:nvPr/>
        </p:nvSpPr>
        <p:spPr>
          <a:xfrm>
            <a:off x="215467" y="4946073"/>
            <a:ext cx="6781077" cy="1911927"/>
          </a:xfrm>
          <a:prstGeom prst="rect">
            <a:avLst/>
          </a:prstGeom>
        </p:spPr>
        <p:txBody>
          <a:bodyPr vert="horz" lIns="51435" tIns="25718" rIns="51435" bIns="25718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ct val="20000"/>
              </a:spcBef>
              <a:defRPr/>
            </a:pPr>
            <a:r>
              <a:rPr lang="en-I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</a:t>
            </a:r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EAM NAME   	    </a:t>
            </a:r>
            <a:r>
              <a:rPr lang="en-US" sz="1100" b="1" dirty="0">
                <a:latin typeface="Times New Roman" pitchFamily="18" charset="0"/>
                <a:ea typeface="+mj-ea"/>
                <a:cs typeface="Times New Roman" pitchFamily="18" charset="0"/>
              </a:rPr>
              <a:t>:             SPARKERS</a:t>
            </a:r>
          </a:p>
          <a:p>
            <a:pPr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TEAM VIN NO	    :             </a:t>
            </a:r>
            <a:r>
              <a:rPr lang="en-I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ASI-TEAM-00084</a:t>
            </a:r>
            <a:endParaRPr 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COLLEGE NAME    	    :              KNOWLEDGE INSTITUTE OF TECHNOLOGY</a:t>
            </a:r>
          </a:p>
          <a:p>
            <a:pPr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ENGINE CATEGORY	    :              1</a:t>
            </a:r>
            <a:r>
              <a:rPr lang="en-I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60</a:t>
            </a:r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cc</a:t>
            </a:r>
          </a:p>
          <a:p>
            <a:pPr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FUEL SYSTEM	    </a:t>
            </a:r>
            <a:r>
              <a:rPr lang="en-US" sz="1100" b="1" dirty="0">
                <a:latin typeface="Times New Roman" pitchFamily="18" charset="0"/>
                <a:ea typeface="+mj-ea"/>
                <a:cs typeface="Times New Roman" pitchFamily="18" charset="0"/>
              </a:rPr>
              <a:t>:</a:t>
            </a:r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             CARBURETOR </a:t>
            </a:r>
          </a:p>
          <a:p>
            <a:pPr>
              <a:spcBef>
                <a:spcPct val="20000"/>
              </a:spcBef>
              <a:defRPr/>
            </a:pPr>
            <a:endParaRPr lang="en-US" sz="788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j-cs"/>
            </a:endParaRPr>
          </a:p>
          <a:p>
            <a:pPr algn="ctr">
              <a:spcBef>
                <a:spcPct val="20000"/>
              </a:spcBef>
              <a:defRPr/>
            </a:pPr>
            <a:endParaRPr lang="en-US" sz="788" b="1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  <a:p>
            <a:pPr algn="ctr">
              <a:spcBef>
                <a:spcPct val="20000"/>
              </a:spcBef>
              <a:defRPr/>
            </a:pPr>
            <a:endParaRPr lang="en-US" sz="788" b="1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2E546F9-8A6B-2775-D971-8531B58A5DB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3928906" y="-168979"/>
            <a:ext cx="5754266" cy="408079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16727" y="2299855"/>
            <a:ext cx="74814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sz="3600" b="1" dirty="0">
                <a:solidFill>
                  <a:srgbClr val="E91717"/>
                </a:solidFill>
                <a:latin typeface="Leelawadee" panose="020B0502040204020203" pitchFamily="34" charset="-34"/>
                <a:ea typeface="Righteous"/>
                <a:cs typeface="Leelawadee" panose="020B0502040204020203" pitchFamily="34" charset="-34"/>
                <a:sym typeface="Righteous"/>
              </a:rPr>
              <a:t>GO-KART PRESENTATION</a:t>
            </a:r>
            <a:endParaRPr lang="en-IN" sz="3600" dirty="0">
              <a:solidFill>
                <a:srgbClr val="E91717"/>
              </a:solidFill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cxnSp>
        <p:nvCxnSpPr>
          <p:cNvPr id="23" name="Google Shape;267;p27"/>
          <p:cNvCxnSpPr/>
          <p:nvPr/>
        </p:nvCxnSpPr>
        <p:spPr>
          <a:xfrm flipV="1">
            <a:off x="3602182" y="3283527"/>
            <a:ext cx="4364182" cy="1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" name="Google Shape;267;p27"/>
          <p:cNvCxnSpPr/>
          <p:nvPr/>
        </p:nvCxnSpPr>
        <p:spPr>
          <a:xfrm>
            <a:off x="3643745" y="3990109"/>
            <a:ext cx="4308764" cy="1385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Rectangle 3"/>
          <p:cNvSpPr/>
          <p:nvPr/>
        </p:nvSpPr>
        <p:spPr>
          <a:xfrm>
            <a:off x="3962400" y="3410589"/>
            <a:ext cx="358832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"Speed, Challenge, Triumph!"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F6A0310-2031-465C-D2B0-1039E8CCDD9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11019031" y="0"/>
            <a:ext cx="1172969" cy="831843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9500" y="177800"/>
            <a:ext cx="20320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E8FB8-0706-5E6D-B4EA-ACE0CC3AB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527D398-C96A-C3BE-BF05-484A28E625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35868"/>
              </p:ext>
            </p:extLst>
          </p:nvPr>
        </p:nvGraphicFramePr>
        <p:xfrm>
          <a:off x="472620" y="1412270"/>
          <a:ext cx="4901105" cy="5135769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69489">
                  <a:extLst>
                    <a:ext uri="{9D8B030D-6E8A-4147-A177-3AD203B41FA5}">
                      <a16:colId xmlns:a16="http://schemas.microsoft.com/office/drawing/2014/main" val="825634445"/>
                    </a:ext>
                  </a:extLst>
                </a:gridCol>
                <a:gridCol w="1976283">
                  <a:extLst>
                    <a:ext uri="{9D8B030D-6E8A-4147-A177-3AD203B41FA5}">
                      <a16:colId xmlns:a16="http://schemas.microsoft.com/office/drawing/2014/main" val="2864046308"/>
                    </a:ext>
                  </a:extLst>
                </a:gridCol>
                <a:gridCol w="2455333">
                  <a:extLst>
                    <a:ext uri="{9D8B030D-6E8A-4147-A177-3AD203B41FA5}">
                      <a16:colId xmlns:a16="http://schemas.microsoft.com/office/drawing/2014/main" val="2906147140"/>
                    </a:ext>
                  </a:extLst>
                </a:gridCol>
              </a:tblGrid>
              <a:tr h="473216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SI.</a:t>
                      </a:r>
                    </a:p>
                    <a:p>
                      <a:pPr algn="ctr"/>
                      <a:r>
                        <a:rPr lang="en-IN" sz="1200" dirty="0"/>
                        <a:t>NO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NAME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DESIGNATION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011676971"/>
                  </a:ext>
                </a:extLst>
              </a:tr>
              <a:tr h="320116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HARISH A </a:t>
                      </a: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CAPTAIN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950077290"/>
                  </a:ext>
                </a:extLst>
              </a:tr>
              <a:tr h="264443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NISH C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VICE CAPTAIN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64173497"/>
                  </a:ext>
                </a:extLst>
              </a:tr>
              <a:tr h="264443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PRITHIV RAJ V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DRIVER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21805325"/>
                  </a:ext>
                </a:extLst>
              </a:tr>
              <a:tr h="264443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K</a:t>
                      </a:r>
                      <a:r>
                        <a:rPr lang="en-IN" sz="1000" dirty="0"/>
                        <a:t>ARTHICK S </a:t>
                      </a:r>
                      <a:r>
                        <a:rPr lang="en-IN" sz="1000" dirty="0" err="1"/>
                        <a:t>S</a:t>
                      </a:r>
                      <a:r>
                        <a:rPr lang="en-IN" sz="1000" dirty="0"/>
                        <a:t>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DRIVER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982170020"/>
                  </a:ext>
                </a:extLst>
              </a:tr>
              <a:tr h="264443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SAKTHIVEL V  (HEAD)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CHASIS AND FABRICATION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80025203"/>
                  </a:ext>
                </a:extLst>
              </a:tr>
              <a:tr h="26444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</a:t>
                      </a:r>
                      <a:endParaRPr lang="en-IN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VERARAGAVAN A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CHASIS AND FABRICATION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670442170"/>
                  </a:ext>
                </a:extLst>
              </a:tr>
              <a:tr h="264443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7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GOKUL K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CHASIS  AND FABRICATION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00813769"/>
                  </a:ext>
                </a:extLst>
              </a:tr>
              <a:tr h="334035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SANTHOSH S </a:t>
                      </a:r>
                      <a:endParaRPr lang="en-IN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CHASIS AND FABRICATION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55287287"/>
                  </a:ext>
                </a:extLst>
              </a:tr>
              <a:tr h="334035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9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SRI NATH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CHASIS AND FABRICATION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33632854"/>
                  </a:ext>
                </a:extLst>
              </a:tr>
              <a:tr h="264443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10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L</a:t>
                      </a:r>
                      <a:r>
                        <a:rPr lang="en-IN" sz="1000" dirty="0"/>
                        <a:t>INGESHWARAN K M  (HEAD)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POWER TRAIN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04672176"/>
                  </a:ext>
                </a:extLst>
              </a:tr>
              <a:tr h="264443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11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V</a:t>
                      </a:r>
                      <a:r>
                        <a:rPr lang="en-IN" sz="1000" dirty="0"/>
                        <a:t>IJAY R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POWER TRAIN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90654465"/>
                  </a:ext>
                </a:extLst>
              </a:tr>
              <a:tr h="264443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12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PREM KUMAR G </a:t>
                      </a:r>
                      <a:endParaRPr lang="en-IN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POWER TRAIN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01549787"/>
                  </a:ext>
                </a:extLst>
              </a:tr>
              <a:tr h="264443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13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RAJENDRA HARI PRASATH </a:t>
                      </a:r>
                      <a:endParaRPr lang="en-IN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POWER TRAIN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846922307"/>
                  </a:ext>
                </a:extLst>
              </a:tr>
              <a:tr h="264443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14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SANTHOSH  G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POWER TRAIN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34839735"/>
                  </a:ext>
                </a:extLst>
              </a:tr>
              <a:tr h="375788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</a:t>
                      </a:r>
                      <a:r>
                        <a:rPr lang="en-IN" sz="1000" dirty="0"/>
                        <a:t>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/>
                        <a:t> SURENDHAR G  (HEAD)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/>
                        <a:t>STEERING </a:t>
                      </a:r>
                    </a:p>
                    <a:p>
                      <a:pPr algn="ctr"/>
                      <a:endParaRPr lang="en-IN" sz="10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57961527"/>
                  </a:ext>
                </a:extLst>
              </a:tr>
              <a:tr h="389706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16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/>
                        <a:t>VIVIN B K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STEERING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1908260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10F9A48-A1E8-7034-EF18-AAEF95E533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966652"/>
              </p:ext>
            </p:extLst>
          </p:nvPr>
        </p:nvGraphicFramePr>
        <p:xfrm>
          <a:off x="5616222" y="1368777"/>
          <a:ext cx="5601106" cy="5162751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3786918071"/>
                    </a:ext>
                  </a:extLst>
                </a:gridCol>
                <a:gridCol w="2920999">
                  <a:extLst>
                    <a:ext uri="{9D8B030D-6E8A-4147-A177-3AD203B41FA5}">
                      <a16:colId xmlns:a16="http://schemas.microsoft.com/office/drawing/2014/main" val="928517752"/>
                    </a:ext>
                  </a:extLst>
                </a:gridCol>
                <a:gridCol w="2172107">
                  <a:extLst>
                    <a:ext uri="{9D8B030D-6E8A-4147-A177-3AD203B41FA5}">
                      <a16:colId xmlns:a16="http://schemas.microsoft.com/office/drawing/2014/main" val="2301884764"/>
                    </a:ext>
                  </a:extLst>
                </a:gridCol>
              </a:tblGrid>
              <a:tr h="491459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SI.</a:t>
                      </a:r>
                    </a:p>
                    <a:p>
                      <a:pPr algn="ctr"/>
                      <a:r>
                        <a:rPr lang="en-IN" sz="1200" dirty="0"/>
                        <a:t>NO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NAME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DESIGNATION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22517051"/>
                  </a:ext>
                </a:extLst>
              </a:tr>
              <a:tr h="304392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17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M</a:t>
                      </a:r>
                      <a:r>
                        <a:rPr lang="en-IN" sz="1000" dirty="0"/>
                        <a:t>AHESH RAJ P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STEERING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67952522"/>
                  </a:ext>
                </a:extLst>
              </a:tr>
              <a:tr h="304392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18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BALAJI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STEERING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75523774"/>
                  </a:ext>
                </a:extLst>
              </a:tr>
              <a:tr h="304392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19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KAVIN  M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STEERING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029404526"/>
                  </a:ext>
                </a:extLst>
              </a:tr>
              <a:tr h="304392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20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S</a:t>
                      </a:r>
                      <a:r>
                        <a:rPr lang="en-IN" sz="1000" dirty="0"/>
                        <a:t>ABARI M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S</a:t>
                      </a:r>
                      <a:r>
                        <a:rPr lang="en-IN" sz="1000" dirty="0"/>
                        <a:t>TEERING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732014692"/>
                  </a:ext>
                </a:extLst>
              </a:tr>
              <a:tr h="304392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21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KARTHI V S (HEAD) 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BRAKE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21692929"/>
                  </a:ext>
                </a:extLst>
              </a:tr>
              <a:tr h="304392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22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PRAKASH K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BRAKE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22820810"/>
                  </a:ext>
                </a:extLst>
              </a:tr>
              <a:tr h="347411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23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S</a:t>
                      </a:r>
                      <a:r>
                        <a:rPr lang="en-IN" sz="1000" dirty="0"/>
                        <a:t>HARAN G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B</a:t>
                      </a:r>
                      <a:r>
                        <a:rPr lang="en-IN" sz="1000" dirty="0"/>
                        <a:t>RAKE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33051753"/>
                  </a:ext>
                </a:extLst>
              </a:tr>
              <a:tr h="319018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24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J</a:t>
                      </a:r>
                      <a:r>
                        <a:rPr lang="en-IN" sz="1000" dirty="0"/>
                        <a:t>AYAPRASATH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B</a:t>
                      </a:r>
                      <a:r>
                        <a:rPr lang="en-IN" sz="1000" dirty="0"/>
                        <a:t>RAKE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96863559"/>
                  </a:ext>
                </a:extLst>
              </a:tr>
              <a:tr h="304392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25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SANTHOSH </a:t>
                      </a:r>
                      <a:r>
                        <a:rPr lang="en-IN" sz="1000" dirty="0"/>
                        <a:t>G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B</a:t>
                      </a:r>
                      <a:r>
                        <a:rPr lang="en-IN" sz="1000" dirty="0"/>
                        <a:t>RAKE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03502667"/>
                  </a:ext>
                </a:extLst>
              </a:tr>
              <a:tr h="304392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26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DINESH KARTHICK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BRAKE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89449032"/>
                  </a:ext>
                </a:extLst>
              </a:tr>
              <a:tr h="304392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27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G</a:t>
                      </a:r>
                      <a:r>
                        <a:rPr lang="en-IN" sz="1000" dirty="0"/>
                        <a:t>URU PRASANNA V [HEAD]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DESIGN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43775211"/>
                  </a:ext>
                </a:extLst>
              </a:tr>
              <a:tr h="304392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28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B</a:t>
                      </a:r>
                      <a:r>
                        <a:rPr lang="en-IN" sz="1000" dirty="0"/>
                        <a:t>OOPESH K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D</a:t>
                      </a:r>
                      <a:r>
                        <a:rPr lang="en-IN" sz="1000" dirty="0"/>
                        <a:t>ESIGN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77303007"/>
                  </a:ext>
                </a:extLst>
              </a:tr>
              <a:tr h="27163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2</a:t>
                      </a:r>
                      <a:r>
                        <a:rPr lang="en-IN" sz="1000" dirty="0"/>
                        <a:t>9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MANORENJITH S</a:t>
                      </a:r>
                      <a:endParaRPr lang="en-IN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DESIGN</a:t>
                      </a:r>
                      <a:endParaRPr lang="en-IN" sz="10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726017678"/>
                  </a:ext>
                </a:extLst>
              </a:tr>
              <a:tr h="384918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30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DEEPAKSANJEI S</a:t>
                      </a:r>
                      <a:endParaRPr lang="en-IN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D</a:t>
                      </a:r>
                      <a:r>
                        <a:rPr lang="en-IN" sz="1000" dirty="0"/>
                        <a:t>ESIGN </a:t>
                      </a:r>
                    </a:p>
                    <a:p>
                      <a:pPr algn="ctr"/>
                      <a:endParaRPr lang="en-IN" sz="10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37248508"/>
                  </a:ext>
                </a:extLst>
              </a:tr>
              <a:tr h="304392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31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PALANIYAPPAN A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D</a:t>
                      </a:r>
                      <a:r>
                        <a:rPr lang="en-IN" sz="1000" dirty="0"/>
                        <a:t>ESIGN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66846887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1F6A0310-2031-465C-D2B0-1039E8CCDD9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11019031" y="0"/>
            <a:ext cx="1172969" cy="8318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18462D9-44DC-CA7A-A3D0-53EE1CAB2B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5127" cy="845127"/>
          </a:xfrm>
          <a:prstGeom prst="rect">
            <a:avLst/>
          </a:prstGeom>
        </p:spPr>
      </p:pic>
      <p:sp>
        <p:nvSpPr>
          <p:cNvPr id="13" name="Google Shape;597;p25"/>
          <p:cNvSpPr txBox="1">
            <a:spLocks noGrp="1"/>
          </p:cNvSpPr>
          <p:nvPr>
            <p:ph type="title"/>
          </p:nvPr>
        </p:nvSpPr>
        <p:spPr>
          <a:xfrm>
            <a:off x="1444845" y="212436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36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Composition And Allocation</a:t>
            </a:r>
            <a:endParaRPr sz="36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600" y="114300"/>
            <a:ext cx="2032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493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F6A0310-2031-465C-D2B0-1039E8CCDD9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11019031" y="0"/>
            <a:ext cx="1172969" cy="8318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8462D9-44DC-CA7A-A3D0-53EE1CAB2B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5127" cy="845127"/>
          </a:xfrm>
          <a:prstGeom prst="rect">
            <a:avLst/>
          </a:prstGeom>
        </p:spPr>
      </p:pic>
      <p:sp>
        <p:nvSpPr>
          <p:cNvPr id="10" name="Google Shape;597;p25"/>
          <p:cNvSpPr txBox="1">
            <a:spLocks noGrp="1"/>
          </p:cNvSpPr>
          <p:nvPr>
            <p:ph type="title"/>
          </p:nvPr>
        </p:nvSpPr>
        <p:spPr>
          <a:xfrm>
            <a:off x="3823855" y="0"/>
            <a:ext cx="4320019" cy="78970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36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 Rules</a:t>
            </a:r>
            <a:endParaRPr sz="3600" dirty="0"/>
          </a:p>
        </p:txBody>
      </p:sp>
      <p:sp>
        <p:nvSpPr>
          <p:cNvPr id="16" name="Google Shape;1151;p41"/>
          <p:cNvSpPr/>
          <p:nvPr/>
        </p:nvSpPr>
        <p:spPr>
          <a:xfrm>
            <a:off x="4632729" y="1949368"/>
            <a:ext cx="45719" cy="4500469"/>
          </a:xfrm>
          <a:custGeom>
            <a:avLst/>
            <a:gdLst/>
            <a:ahLst/>
            <a:cxnLst/>
            <a:rect l="l" t="t" r="r" b="b"/>
            <a:pathLst>
              <a:path w="120" h="30553" extrusionOk="0">
                <a:moveTo>
                  <a:pt x="60" y="0"/>
                </a:moveTo>
                <a:cubicBezTo>
                  <a:pt x="31" y="0"/>
                  <a:pt x="1" y="20"/>
                  <a:pt x="1" y="40"/>
                </a:cubicBezTo>
                <a:lnTo>
                  <a:pt x="1" y="30503"/>
                </a:lnTo>
                <a:cubicBezTo>
                  <a:pt x="1" y="30533"/>
                  <a:pt x="31" y="30553"/>
                  <a:pt x="60" y="30553"/>
                </a:cubicBezTo>
                <a:cubicBezTo>
                  <a:pt x="90" y="30553"/>
                  <a:pt x="120" y="30533"/>
                  <a:pt x="120" y="30503"/>
                </a:cubicBezTo>
                <a:lnTo>
                  <a:pt x="120" y="40"/>
                </a:lnTo>
                <a:cubicBezTo>
                  <a:pt x="120" y="20"/>
                  <a:pt x="90" y="0"/>
                  <a:pt x="60" y="0"/>
                </a:cubicBezTo>
                <a:close/>
              </a:path>
            </a:pathLst>
          </a:custGeom>
          <a:solidFill>
            <a:srgbClr val="F7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1486;p43"/>
          <p:cNvSpPr/>
          <p:nvPr/>
        </p:nvSpPr>
        <p:spPr>
          <a:xfrm>
            <a:off x="318654" y="1042432"/>
            <a:ext cx="11485419" cy="5510767"/>
          </a:xfrm>
          <a:prstGeom prst="roundRect">
            <a:avLst>
              <a:gd name="adj" fmla="val 7370"/>
            </a:avLst>
          </a:prstGeom>
          <a:solidFill>
            <a:srgbClr val="FF6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>
              <a:lnSpc>
                <a:spcPct val="150000"/>
              </a:lnSpc>
            </a:pPr>
            <a:endParaRPr b="1" dirty="0">
              <a:solidFill>
                <a:srgbClr val="FFFFFF"/>
              </a:solidFill>
            </a:endParaRPr>
          </a:p>
        </p:txBody>
      </p:sp>
      <p:sp>
        <p:nvSpPr>
          <p:cNvPr id="86" name="Rectangle 1"/>
          <p:cNvSpPr>
            <a:spLocks noChangeArrowheads="1"/>
          </p:cNvSpPr>
          <p:nvPr/>
        </p:nvSpPr>
        <p:spPr bwMode="auto">
          <a:xfrm>
            <a:off x="642937" y="1354768"/>
            <a:ext cx="10372725" cy="4662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Safety Jackets: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Team members must wear orange jackets with team name and vehicle number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(1-inch letters) to access the track during dynamic events.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Technical Inspection: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Vehicles must pass inspection, including checks on electrical, tractive system, engine, brakes, and driver safety.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Battery Mounting: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Batteries must be securely mounted away from the driver’s seat or cockpit.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Night Visibility: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Vehicles must have tape or radium lights on exposed parts during night endurance races.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Tilt Test: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Vehicles must be free of oil leaks when tilted at 45-degree angles.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Reverse Light and Alarm: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Vehicles must have a reverse light and alarm for reverse gear.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Fire Extinguishers: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Teams must have two fire extinguishers—one in the vehicle and one in the pit.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Vehicle Size Compliance: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Vehicles must comply with maximum size limits or be disqualified.</a:t>
            </a:r>
          </a:p>
        </p:txBody>
      </p:sp>
      <p:pic>
        <p:nvPicPr>
          <p:cNvPr id="89" name="Picture 88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1745" y="0"/>
            <a:ext cx="969818" cy="969818"/>
          </a:xfrm>
          <a:prstGeom prst="rect">
            <a:avLst/>
          </a:prstGeom>
        </p:spPr>
      </p:pic>
      <p:pic>
        <p:nvPicPr>
          <p:cNvPr id="91" name="Picture 90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9500" y="177800"/>
            <a:ext cx="2032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302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1001;p37"/>
          <p:cNvSpPr/>
          <p:nvPr/>
        </p:nvSpPr>
        <p:spPr>
          <a:xfrm>
            <a:off x="221672" y="914400"/>
            <a:ext cx="6985348" cy="5777344"/>
          </a:xfrm>
          <a:prstGeom prst="roundRect">
            <a:avLst>
              <a:gd name="adj" fmla="val 4649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" name="object 8">
            <a:extLst>
              <a:ext uri="{FF2B5EF4-FFF2-40B4-BE49-F238E27FC236}">
                <a16:creationId xmlns:a16="http://schemas.microsoft.com/office/drawing/2014/main" id="{EBA55BC7-1BAB-2063-EECC-00D6558C8AD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990" y="2946478"/>
            <a:ext cx="2587538" cy="1362286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46" name="object 4">
            <a:extLst>
              <a:ext uri="{FF2B5EF4-FFF2-40B4-BE49-F238E27FC236}">
                <a16:creationId xmlns:a16="http://schemas.microsoft.com/office/drawing/2014/main" id="{FF8842D6-6440-05A5-029B-EF53957234C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7531" y="4746303"/>
            <a:ext cx="2675269" cy="1391262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47" name="object 5">
            <a:extLst>
              <a:ext uri="{FF2B5EF4-FFF2-40B4-BE49-F238E27FC236}">
                <a16:creationId xmlns:a16="http://schemas.microsoft.com/office/drawing/2014/main" id="{89BD7496-5F45-9F88-2151-834C27D2535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8366" y="1347997"/>
            <a:ext cx="2439744" cy="1187385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48" name="object 10">
            <a:extLst>
              <a:ext uri="{FF2B5EF4-FFF2-40B4-BE49-F238E27FC236}">
                <a16:creationId xmlns:a16="http://schemas.microsoft.com/office/drawing/2014/main" id="{9E9BFE8F-0A3D-B600-97F6-FC5E3630DFB8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90997" y="1602290"/>
            <a:ext cx="2879276" cy="3994947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50" name="Google Shape;970;p37"/>
          <p:cNvSpPr/>
          <p:nvPr/>
        </p:nvSpPr>
        <p:spPr>
          <a:xfrm>
            <a:off x="375947" y="1070487"/>
            <a:ext cx="6620597" cy="5482712"/>
          </a:xfrm>
          <a:prstGeom prst="roundRect">
            <a:avLst>
              <a:gd name="adj" fmla="val 622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object 6">
            <a:extLst>
              <a:ext uri="{FF2B5EF4-FFF2-40B4-BE49-F238E27FC236}">
                <a16:creationId xmlns:a16="http://schemas.microsoft.com/office/drawing/2014/main" id="{A95A6408-4F5C-9EC6-625E-7CD6BE511249}"/>
              </a:ext>
            </a:extLst>
          </p:cNvPr>
          <p:cNvSpPr txBox="1"/>
          <p:nvPr/>
        </p:nvSpPr>
        <p:spPr>
          <a:xfrm>
            <a:off x="1116974" y="4325259"/>
            <a:ext cx="1977339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</a:t>
            </a:r>
            <a:r>
              <a:rPr sz="20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</a:t>
            </a:r>
            <a:r>
              <a:rPr sz="20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object 7">
            <a:extLst>
              <a:ext uri="{FF2B5EF4-FFF2-40B4-BE49-F238E27FC236}">
                <a16:creationId xmlns:a16="http://schemas.microsoft.com/office/drawing/2014/main" id="{8FD101FB-BA25-C5EC-5D42-1984D6B75E4E}"/>
              </a:ext>
            </a:extLst>
          </p:cNvPr>
          <p:cNvSpPr txBox="1"/>
          <p:nvPr/>
        </p:nvSpPr>
        <p:spPr>
          <a:xfrm>
            <a:off x="1133220" y="6135306"/>
            <a:ext cx="173712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</a:t>
            </a:r>
            <a:r>
              <a:rPr sz="2000" b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Side</a:t>
            </a:r>
            <a:r>
              <a:rPr sz="20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object 9">
            <a:extLst>
              <a:ext uri="{FF2B5EF4-FFF2-40B4-BE49-F238E27FC236}">
                <a16:creationId xmlns:a16="http://schemas.microsoft.com/office/drawing/2014/main" id="{ABECA663-8817-F401-688F-90B91EE8422D}"/>
              </a:ext>
            </a:extLst>
          </p:cNvPr>
          <p:cNvSpPr txBox="1"/>
          <p:nvPr/>
        </p:nvSpPr>
        <p:spPr>
          <a:xfrm>
            <a:off x="1036409" y="2555970"/>
            <a:ext cx="2308029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</a:t>
            </a:r>
            <a:r>
              <a:rPr sz="20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Isometric</a:t>
            </a:r>
            <a:r>
              <a:rPr sz="2000" b="1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object 9">
            <a:extLst>
              <a:ext uri="{FF2B5EF4-FFF2-40B4-BE49-F238E27FC236}">
                <a16:creationId xmlns:a16="http://schemas.microsoft.com/office/drawing/2014/main" id="{ABECA663-8817-F401-688F-90B91EE8422D}"/>
              </a:ext>
            </a:extLst>
          </p:cNvPr>
          <p:cNvSpPr txBox="1"/>
          <p:nvPr/>
        </p:nvSpPr>
        <p:spPr>
          <a:xfrm>
            <a:off x="4264519" y="5673243"/>
            <a:ext cx="2308029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</a:t>
            </a:r>
            <a:r>
              <a:rPr sz="20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Isometric</a:t>
            </a:r>
            <a:r>
              <a:rPr sz="2000" b="1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D67282B-49F7-14CF-D4A6-6DFE7DEA433E}"/>
              </a:ext>
            </a:extLst>
          </p:cNvPr>
          <p:cNvSpPr txBox="1"/>
          <p:nvPr/>
        </p:nvSpPr>
        <p:spPr>
          <a:xfrm>
            <a:off x="1836684" y="97506"/>
            <a:ext cx="67498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Specifications And 3D View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990DEE4E-B5A0-4255-97A1-762BFBE076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762453"/>
              </p:ext>
            </p:extLst>
          </p:nvPr>
        </p:nvGraphicFramePr>
        <p:xfrm>
          <a:off x="7426036" y="1165857"/>
          <a:ext cx="4613563" cy="488029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287903">
                  <a:extLst>
                    <a:ext uri="{9D8B030D-6E8A-4147-A177-3AD203B41FA5}">
                      <a16:colId xmlns:a16="http://schemas.microsoft.com/office/drawing/2014/main" val="43898814"/>
                    </a:ext>
                  </a:extLst>
                </a:gridCol>
                <a:gridCol w="2325660">
                  <a:extLst>
                    <a:ext uri="{9D8B030D-6E8A-4147-A177-3AD203B41FA5}">
                      <a16:colId xmlns:a16="http://schemas.microsoft.com/office/drawing/2014/main" val="2525962401"/>
                    </a:ext>
                  </a:extLst>
                </a:gridCol>
              </a:tblGrid>
              <a:tr h="607386">
                <a:tc>
                  <a:txBody>
                    <a:bodyPr/>
                    <a:lstStyle/>
                    <a:p>
                      <a:pPr marL="568325" marR="434340" algn="l">
                        <a:lnSpc>
                          <a:spcPct val="78900"/>
                        </a:lnSpc>
                        <a:spcBef>
                          <a:spcPts val="285"/>
                        </a:spcBef>
                      </a:pPr>
                      <a:r>
                        <a:rPr sz="1600" b="1" spc="-10" dirty="0"/>
                        <a:t>TECHNICAL </a:t>
                      </a:r>
                      <a:r>
                        <a:rPr sz="1600" b="1" spc="-20" dirty="0"/>
                        <a:t>SPECIFICATION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00" b="1" spc="-10" dirty="0"/>
                        <a:t>RESPECTIVE</a:t>
                      </a:r>
                      <a:r>
                        <a:rPr sz="1600" b="1" spc="-40" dirty="0"/>
                        <a:t> </a:t>
                      </a:r>
                      <a:r>
                        <a:rPr sz="1600" b="1" spc="-10" dirty="0"/>
                        <a:t>VALUES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3706241382"/>
                  </a:ext>
                </a:extLst>
              </a:tr>
              <a:tr h="51243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00" dirty="0"/>
                        <a:t>Overall</a:t>
                      </a:r>
                      <a:r>
                        <a:rPr sz="1600" spc="-85" dirty="0"/>
                        <a:t> </a:t>
                      </a:r>
                      <a:r>
                        <a:rPr sz="1600" spc="-10" dirty="0"/>
                        <a:t>Dimensions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00" dirty="0"/>
                        <a:t>Length</a:t>
                      </a:r>
                      <a:r>
                        <a:rPr sz="1600" spc="-30" dirty="0"/>
                        <a:t> </a:t>
                      </a:r>
                      <a:r>
                        <a:rPr sz="1600" dirty="0"/>
                        <a:t>:</a:t>
                      </a:r>
                      <a:r>
                        <a:rPr sz="1600" spc="-35" dirty="0"/>
                        <a:t> </a:t>
                      </a:r>
                      <a:r>
                        <a:rPr lang="en-IN" sz="1600" spc="-35" dirty="0"/>
                        <a:t>68</a:t>
                      </a:r>
                      <a:r>
                        <a:rPr sz="1600" spc="-35" dirty="0"/>
                        <a:t> </a:t>
                      </a:r>
                      <a:r>
                        <a:rPr sz="1600" spc="-10" dirty="0"/>
                        <a:t>inches</a:t>
                      </a:r>
                      <a:endParaRPr sz="1600" dirty="0"/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dirty="0"/>
                        <a:t>Width</a:t>
                      </a:r>
                      <a:r>
                        <a:rPr sz="1600" spc="-15" dirty="0"/>
                        <a:t> </a:t>
                      </a:r>
                      <a:r>
                        <a:rPr sz="1600" dirty="0"/>
                        <a:t>:</a:t>
                      </a:r>
                      <a:r>
                        <a:rPr sz="1600" spc="-15" dirty="0"/>
                        <a:t>  </a:t>
                      </a:r>
                      <a:r>
                        <a:rPr lang="en-US" sz="1600" spc="-15" dirty="0"/>
                        <a:t>45 </a:t>
                      </a:r>
                      <a:r>
                        <a:rPr sz="1600" spc="-10" dirty="0"/>
                        <a:t>inches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2901641833"/>
                  </a:ext>
                </a:extLst>
              </a:tr>
              <a:tr h="75420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55" dirty="0"/>
                        <a:t>Track</a:t>
                      </a:r>
                      <a:r>
                        <a:rPr sz="1600" spc="-65" dirty="0"/>
                        <a:t> </a:t>
                      </a:r>
                      <a:r>
                        <a:rPr sz="1600" spc="-10" dirty="0"/>
                        <a:t>Width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 marR="58229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/>
                        <a:t>Small : </a:t>
                      </a:r>
                      <a:r>
                        <a:rPr lang="en-IN" sz="1600" dirty="0"/>
                        <a:t>49.5 </a:t>
                      </a:r>
                      <a:r>
                        <a:rPr lang="en-IN" sz="1600" spc="-10" dirty="0" err="1"/>
                        <a:t>i</a:t>
                      </a:r>
                      <a:r>
                        <a:rPr sz="1600" spc="-10" dirty="0" err="1"/>
                        <a:t>nches</a:t>
                      </a:r>
                      <a:r>
                        <a:rPr sz="1600" spc="-10" dirty="0"/>
                        <a:t> </a:t>
                      </a:r>
                      <a:r>
                        <a:rPr sz="1600" dirty="0"/>
                        <a:t>Large</a:t>
                      </a:r>
                      <a:r>
                        <a:rPr sz="1600" spc="-30" dirty="0"/>
                        <a:t> </a:t>
                      </a:r>
                      <a:r>
                        <a:rPr sz="1600" dirty="0"/>
                        <a:t>:</a:t>
                      </a:r>
                      <a:r>
                        <a:rPr sz="1600" spc="-20" dirty="0"/>
                        <a:t> </a:t>
                      </a:r>
                      <a:r>
                        <a:rPr lang="en-US" sz="1600" spc="-20" dirty="0"/>
                        <a:t>49</a:t>
                      </a:r>
                      <a:r>
                        <a:rPr sz="1600" dirty="0"/>
                        <a:t>.75</a:t>
                      </a:r>
                      <a:r>
                        <a:rPr sz="1600" spc="-30" dirty="0"/>
                        <a:t> </a:t>
                      </a:r>
                      <a:r>
                        <a:rPr sz="1600" spc="-10" dirty="0"/>
                        <a:t>inches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738305454"/>
                  </a:ext>
                </a:extLst>
              </a:tr>
              <a:tr h="27191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/>
                        <a:t>Wheel</a:t>
                      </a:r>
                      <a:r>
                        <a:rPr sz="1600" spc="-30" dirty="0"/>
                        <a:t> </a:t>
                      </a:r>
                      <a:r>
                        <a:rPr sz="1600" spc="-20" dirty="0"/>
                        <a:t>Base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/>
                        <a:t>4</a:t>
                      </a:r>
                      <a:r>
                        <a:rPr lang="en-US" sz="1600" dirty="0"/>
                        <a:t>0</a:t>
                      </a:r>
                      <a:r>
                        <a:rPr sz="1600" spc="-20" dirty="0"/>
                        <a:t> </a:t>
                      </a:r>
                      <a:r>
                        <a:rPr sz="1600" spc="-10" dirty="0"/>
                        <a:t>inches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33455634"/>
                  </a:ext>
                </a:extLst>
              </a:tr>
              <a:tr h="51306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/>
                        <a:t>Tire</a:t>
                      </a:r>
                      <a:r>
                        <a:rPr sz="1600" spc="-40" dirty="0"/>
                        <a:t> </a:t>
                      </a:r>
                      <a:r>
                        <a:rPr sz="1600" spc="-20" dirty="0"/>
                        <a:t>Size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/>
                        <a:t>Front</a:t>
                      </a:r>
                      <a:r>
                        <a:rPr sz="1600" spc="-15" dirty="0"/>
                        <a:t> </a:t>
                      </a:r>
                      <a:r>
                        <a:rPr sz="1600" dirty="0"/>
                        <a:t>:</a:t>
                      </a:r>
                      <a:r>
                        <a:rPr sz="1600" spc="-10" dirty="0"/>
                        <a:t> </a:t>
                      </a:r>
                      <a:r>
                        <a:rPr sz="1600" dirty="0"/>
                        <a:t>10</a:t>
                      </a:r>
                      <a:r>
                        <a:rPr sz="1600" spc="-5" dirty="0"/>
                        <a:t> </a:t>
                      </a:r>
                      <a:r>
                        <a:rPr sz="1600" dirty="0"/>
                        <a:t>X</a:t>
                      </a:r>
                      <a:r>
                        <a:rPr sz="1600" spc="-15" dirty="0"/>
                        <a:t> </a:t>
                      </a:r>
                      <a:r>
                        <a:rPr sz="1600" dirty="0"/>
                        <a:t>4.</a:t>
                      </a:r>
                      <a:r>
                        <a:rPr lang="en-US" sz="1600" dirty="0"/>
                        <a:t>7</a:t>
                      </a:r>
                      <a:r>
                        <a:rPr sz="1600" spc="-5" dirty="0"/>
                        <a:t> </a:t>
                      </a:r>
                      <a:r>
                        <a:rPr sz="1600" dirty="0"/>
                        <a:t>X</a:t>
                      </a:r>
                      <a:r>
                        <a:rPr sz="1600" spc="-5" dirty="0"/>
                        <a:t> </a:t>
                      </a:r>
                      <a:r>
                        <a:rPr sz="1600" dirty="0"/>
                        <a:t>5</a:t>
                      </a:r>
                      <a:r>
                        <a:rPr sz="1600" spc="-20" dirty="0"/>
                        <a:t> </a:t>
                      </a:r>
                      <a:r>
                        <a:rPr sz="1600" spc="-25" dirty="0"/>
                        <a:t>in</a:t>
                      </a:r>
                      <a:endParaRPr sz="1600" dirty="0"/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600" dirty="0"/>
                        <a:t>Rear</a:t>
                      </a:r>
                      <a:r>
                        <a:rPr sz="1600" spc="-15" dirty="0"/>
                        <a:t> </a:t>
                      </a:r>
                      <a:r>
                        <a:rPr sz="1600" dirty="0"/>
                        <a:t>:</a:t>
                      </a:r>
                      <a:r>
                        <a:rPr sz="1600" spc="-5" dirty="0"/>
                        <a:t> </a:t>
                      </a:r>
                      <a:r>
                        <a:rPr sz="1600" dirty="0"/>
                        <a:t>11</a:t>
                      </a:r>
                      <a:r>
                        <a:rPr sz="1600" spc="-5" dirty="0"/>
                        <a:t> </a:t>
                      </a:r>
                      <a:r>
                        <a:rPr sz="1600" dirty="0"/>
                        <a:t>X</a:t>
                      </a:r>
                      <a:r>
                        <a:rPr sz="1600" spc="-20" dirty="0"/>
                        <a:t> </a:t>
                      </a:r>
                      <a:r>
                        <a:rPr sz="1600" dirty="0"/>
                        <a:t>7.1</a:t>
                      </a:r>
                      <a:r>
                        <a:rPr sz="1600" spc="-5" dirty="0"/>
                        <a:t> </a:t>
                      </a:r>
                      <a:r>
                        <a:rPr sz="1600" dirty="0"/>
                        <a:t>X</a:t>
                      </a:r>
                      <a:r>
                        <a:rPr sz="1600" spc="-10" dirty="0"/>
                        <a:t> </a:t>
                      </a:r>
                      <a:r>
                        <a:rPr sz="1600" dirty="0"/>
                        <a:t>5</a:t>
                      </a:r>
                      <a:r>
                        <a:rPr sz="1600" spc="-15" dirty="0"/>
                        <a:t> </a:t>
                      </a:r>
                      <a:r>
                        <a:rPr sz="1600" spc="-25" dirty="0"/>
                        <a:t>in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732485924"/>
                  </a:ext>
                </a:extLst>
              </a:tr>
              <a:tr h="27191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/>
                        <a:t>Ground</a:t>
                      </a:r>
                      <a:r>
                        <a:rPr sz="1600" spc="-75" dirty="0"/>
                        <a:t> </a:t>
                      </a:r>
                      <a:r>
                        <a:rPr sz="1600" spc="-10" dirty="0"/>
                        <a:t>Clearance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/>
                        <a:t>2</a:t>
                      </a:r>
                      <a:r>
                        <a:rPr sz="1600" spc="-10" dirty="0"/>
                        <a:t> inches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698560564"/>
                  </a:ext>
                </a:extLst>
              </a:tr>
              <a:tr h="75420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/>
                        <a:t>Centre</a:t>
                      </a:r>
                      <a:r>
                        <a:rPr sz="1600" spc="-55" dirty="0"/>
                        <a:t> </a:t>
                      </a:r>
                      <a:r>
                        <a:rPr sz="1600" dirty="0"/>
                        <a:t>of</a:t>
                      </a:r>
                      <a:r>
                        <a:rPr sz="1600" spc="-35" dirty="0"/>
                        <a:t> </a:t>
                      </a:r>
                      <a:r>
                        <a:rPr sz="1600" spc="-10" dirty="0"/>
                        <a:t>Gravity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 marR="36639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10" dirty="0"/>
                        <a:t>19.32(from</a:t>
                      </a:r>
                      <a:r>
                        <a:rPr sz="1600" spc="-30" dirty="0"/>
                        <a:t> </a:t>
                      </a:r>
                      <a:r>
                        <a:rPr sz="1600" dirty="0"/>
                        <a:t>left</a:t>
                      </a:r>
                      <a:r>
                        <a:rPr sz="1600" spc="-20" dirty="0"/>
                        <a:t> </a:t>
                      </a:r>
                      <a:r>
                        <a:rPr sz="1600" spc="-10" dirty="0"/>
                        <a:t>side) 26.62(from</a:t>
                      </a:r>
                      <a:r>
                        <a:rPr sz="1600" spc="-55" dirty="0"/>
                        <a:t> </a:t>
                      </a:r>
                      <a:r>
                        <a:rPr sz="1600" dirty="0"/>
                        <a:t>front</a:t>
                      </a:r>
                      <a:r>
                        <a:rPr sz="1600" spc="-50" dirty="0"/>
                        <a:t> </a:t>
                      </a:r>
                      <a:r>
                        <a:rPr sz="1600" spc="-10" dirty="0"/>
                        <a:t>side)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473273001"/>
                  </a:ext>
                </a:extLst>
              </a:tr>
              <a:tr h="27191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/>
                        <a:t>Maximum</a:t>
                      </a:r>
                      <a:r>
                        <a:rPr sz="1600" spc="-25" dirty="0"/>
                        <a:t> </a:t>
                      </a:r>
                      <a:r>
                        <a:rPr sz="1600" spc="-20" dirty="0"/>
                        <a:t>Speed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IN" sz="1600" dirty="0"/>
                        <a:t>9</a:t>
                      </a:r>
                      <a:r>
                        <a:rPr sz="1600" dirty="0"/>
                        <a:t>0</a:t>
                      </a:r>
                      <a:r>
                        <a:rPr sz="1600" spc="-20" dirty="0"/>
                        <a:t> </a:t>
                      </a:r>
                      <a:r>
                        <a:rPr sz="1600" spc="-10" dirty="0"/>
                        <a:t>Km/hr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3245185776"/>
                  </a:ext>
                </a:extLst>
              </a:tr>
              <a:tr h="35149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/>
                        <a:t>Maximum</a:t>
                      </a:r>
                      <a:r>
                        <a:rPr sz="1600" spc="-15" dirty="0"/>
                        <a:t> </a:t>
                      </a:r>
                      <a:r>
                        <a:rPr sz="1600" spc="-10" dirty="0"/>
                        <a:t>Acceleration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/>
                        <a:t>5.88</a:t>
                      </a:r>
                      <a:r>
                        <a:rPr sz="1600" spc="-10" dirty="0"/>
                        <a:t> </a:t>
                      </a:r>
                      <a:r>
                        <a:rPr sz="1600" spc="-20" dirty="0"/>
                        <a:t>m/s²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3046449167"/>
                  </a:ext>
                </a:extLst>
              </a:tr>
              <a:tr h="2725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10" dirty="0"/>
                        <a:t>Weight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dirty="0"/>
                        <a:t>1</a:t>
                      </a:r>
                      <a:r>
                        <a:rPr lang="en-US" sz="1600" dirty="0"/>
                        <a:t>70</a:t>
                      </a:r>
                      <a:r>
                        <a:rPr sz="1600" spc="-35" dirty="0"/>
                        <a:t> </a:t>
                      </a:r>
                      <a:r>
                        <a:rPr sz="1600" dirty="0"/>
                        <a:t>Kg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extLst>
                  <a:ext uri="{0D108BD9-81ED-4DB2-BD59-A6C34878D82A}">
                    <a16:rowId xmlns:a16="http://schemas.microsoft.com/office/drawing/2014/main" val="2351435867"/>
                  </a:ext>
                </a:extLst>
              </a:tr>
              <a:tr h="2725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dirty="0"/>
                        <a:t>Break</a:t>
                      </a:r>
                      <a:r>
                        <a:rPr sz="1600" spc="-60" dirty="0"/>
                        <a:t> </a:t>
                      </a:r>
                      <a:r>
                        <a:rPr sz="1600" spc="-20" dirty="0"/>
                        <a:t>Type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Hydraulic  Disc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extLst>
                  <a:ext uri="{0D108BD9-81ED-4DB2-BD59-A6C34878D82A}">
                    <a16:rowId xmlns:a16="http://schemas.microsoft.com/office/drawing/2014/main" val="4127431962"/>
                  </a:ext>
                </a:extLst>
              </a:tr>
            </a:tbl>
          </a:graphicData>
        </a:graphic>
      </p:graphicFrame>
      <p:pic>
        <p:nvPicPr>
          <p:cNvPr id="57" name="Picture 56">
            <a:extLst>
              <a:ext uri="{FF2B5EF4-FFF2-40B4-BE49-F238E27FC236}">
                <a16:creationId xmlns:a16="http://schemas.microsoft.com/office/drawing/2014/main" id="{618462D9-44DC-CA7A-A3D0-53EE1CAB2B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5127" cy="845127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1F6A0310-2031-465C-D2B0-1039E8CCDD9C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11019031" y="0"/>
            <a:ext cx="1172969" cy="831843"/>
          </a:xfrm>
          <a:prstGeom prst="rect">
            <a:avLst/>
          </a:prstGeom>
        </p:spPr>
      </p:pic>
      <p:pic>
        <p:nvPicPr>
          <p:cNvPr id="61" name="Picture 60"/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9500" y="177800"/>
            <a:ext cx="2032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216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01;p37"/>
          <p:cNvSpPr/>
          <p:nvPr/>
        </p:nvSpPr>
        <p:spPr>
          <a:xfrm>
            <a:off x="124689" y="1039090"/>
            <a:ext cx="6985348" cy="5597235"/>
          </a:xfrm>
          <a:prstGeom prst="roundRect">
            <a:avLst>
              <a:gd name="adj" fmla="val 464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970;p37"/>
          <p:cNvSpPr/>
          <p:nvPr/>
        </p:nvSpPr>
        <p:spPr>
          <a:xfrm>
            <a:off x="306674" y="1199847"/>
            <a:ext cx="6620597" cy="5311788"/>
          </a:xfrm>
          <a:prstGeom prst="roundRect">
            <a:avLst>
              <a:gd name="adj" fmla="val 622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" name="object 5">
            <a:extLst>
              <a:ext uri="{FF2B5EF4-FFF2-40B4-BE49-F238E27FC236}">
                <a16:creationId xmlns:a16="http://schemas.microsoft.com/office/drawing/2014/main" id="{388AD23A-3608-750C-F9C3-1A6304ACC5C3}"/>
              </a:ext>
            </a:extLst>
          </p:cNvPr>
          <p:cNvGrpSpPr/>
          <p:nvPr/>
        </p:nvGrpSpPr>
        <p:grpSpPr>
          <a:xfrm>
            <a:off x="682539" y="1395530"/>
            <a:ext cx="2282334" cy="1735597"/>
            <a:chOff x="5681408" y="723836"/>
            <a:chExt cx="2694305" cy="2124710"/>
          </a:xfrm>
        </p:grpSpPr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316C706D-FFC4-6519-1C0A-8F8765A1C59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90997" y="804489"/>
              <a:ext cx="2675128" cy="1989799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692920B1-BF30-9613-35E7-4F30D8FCB371}"/>
                </a:ext>
              </a:extLst>
            </p:cNvPr>
            <p:cNvSpPr/>
            <p:nvPr/>
          </p:nvSpPr>
          <p:spPr>
            <a:xfrm>
              <a:off x="5686171" y="728598"/>
              <a:ext cx="2684780" cy="2115185"/>
            </a:xfrm>
            <a:custGeom>
              <a:avLst/>
              <a:gdLst/>
              <a:ahLst/>
              <a:cxnLst/>
              <a:rect l="l" t="t" r="r" b="b"/>
              <a:pathLst>
                <a:path w="2684779" h="2115185">
                  <a:moveTo>
                    <a:pt x="0" y="2114804"/>
                  </a:moveTo>
                  <a:lnTo>
                    <a:pt x="2684653" y="2114804"/>
                  </a:lnTo>
                  <a:lnTo>
                    <a:pt x="2684653" y="0"/>
                  </a:lnTo>
                  <a:lnTo>
                    <a:pt x="0" y="0"/>
                  </a:lnTo>
                  <a:lnTo>
                    <a:pt x="0" y="211480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7" name="Image 47">
            <a:extLst>
              <a:ext uri="{FF2B5EF4-FFF2-40B4-BE49-F238E27FC236}">
                <a16:creationId xmlns:a16="http://schemas.microsoft.com/office/drawing/2014/main" id="{1AF383E1-6A5D-7E39-B896-D07F76F2E5AF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145680" y="3383683"/>
            <a:ext cx="1919435" cy="3034145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1F4386-331E-395A-BF02-CCD59F72B36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2641" y="1446356"/>
            <a:ext cx="3202867" cy="1892589"/>
          </a:xfrm>
          <a:prstGeom prst="rect">
            <a:avLst/>
          </a:prstGeom>
          <a:noFill/>
          <a:ln>
            <a:noFill/>
          </a:ln>
          <a:effectLst>
            <a:softEdge rad="6350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DF524BC-B253-5BEB-881E-B37FC5A66FF2}"/>
              </a:ext>
            </a:extLst>
          </p:cNvPr>
          <p:cNvSpPr txBox="1"/>
          <p:nvPr/>
        </p:nvSpPr>
        <p:spPr>
          <a:xfrm>
            <a:off x="435167" y="3283114"/>
            <a:ext cx="3002233" cy="480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99160" marR="5080" indent="-887094">
              <a:lnSpc>
                <a:spcPct val="69400"/>
              </a:lnSpc>
              <a:spcBef>
                <a:spcPts val="76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</a:t>
            </a:r>
            <a:r>
              <a:rPr lang="en-US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</a:t>
            </a:r>
            <a:r>
              <a:rPr lang="en-US" b="1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curve</a:t>
            </a:r>
            <a:r>
              <a:rPr lang="en-US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AISI</a:t>
            </a:r>
            <a:r>
              <a:rPr lang="en-US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4130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094861B-E6E2-DB91-134F-374D6ADCB8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732528"/>
              </p:ext>
            </p:extLst>
          </p:nvPr>
        </p:nvGraphicFramePr>
        <p:xfrm>
          <a:off x="548756" y="3936449"/>
          <a:ext cx="2679954" cy="1953345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100884">
                  <a:extLst>
                    <a:ext uri="{9D8B030D-6E8A-4147-A177-3AD203B41FA5}">
                      <a16:colId xmlns:a16="http://schemas.microsoft.com/office/drawing/2014/main" val="3608228480"/>
                    </a:ext>
                  </a:extLst>
                </a:gridCol>
                <a:gridCol w="1579070">
                  <a:extLst>
                    <a:ext uri="{9D8B030D-6E8A-4147-A177-3AD203B41FA5}">
                      <a16:colId xmlns:a16="http://schemas.microsoft.com/office/drawing/2014/main" val="1495289743"/>
                    </a:ext>
                  </a:extLst>
                </a:gridCol>
              </a:tblGrid>
              <a:tr h="502622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</a:t>
                      </a:r>
                      <a:r>
                        <a:rPr sz="1600" b="1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Cage</a:t>
                      </a:r>
                      <a:r>
                        <a:rPr sz="1600" b="1" spc="-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b="1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Mass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22kg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2330761514"/>
                  </a:ext>
                </a:extLst>
              </a:tr>
              <a:tr h="502622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Inner</a:t>
                      </a:r>
                      <a:r>
                        <a:rPr sz="1600" spc="-3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Diameter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21.25</a:t>
                      </a: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mm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2334405136"/>
                  </a:ext>
                </a:extLst>
              </a:tr>
              <a:tr h="5315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Outer</a:t>
                      </a:r>
                      <a:r>
                        <a:rPr sz="1600" spc="-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Diameter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25.4 </a:t>
                      </a:r>
                      <a:r>
                        <a:rPr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mm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3127001537"/>
                  </a:ext>
                </a:extLst>
              </a:tr>
              <a:tr h="38425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Thickness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2.075 </a:t>
                      </a:r>
                      <a:r>
                        <a:rPr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mm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extLst>
                  <a:ext uri="{0D108BD9-81ED-4DB2-BD59-A6C34878D82A}">
                    <a16:rowId xmlns:a16="http://schemas.microsoft.com/office/drawing/2014/main" val="74027889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BEDED3A-1BBE-9121-57D0-763FC46D2A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085621"/>
              </p:ext>
            </p:extLst>
          </p:nvPr>
        </p:nvGraphicFramePr>
        <p:xfrm>
          <a:off x="7365480" y="1428842"/>
          <a:ext cx="4648200" cy="477799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247064">
                  <a:extLst>
                    <a:ext uri="{9D8B030D-6E8A-4147-A177-3AD203B41FA5}">
                      <a16:colId xmlns:a16="http://schemas.microsoft.com/office/drawing/2014/main" val="655488540"/>
                    </a:ext>
                  </a:extLst>
                </a:gridCol>
                <a:gridCol w="1056725">
                  <a:extLst>
                    <a:ext uri="{9D8B030D-6E8A-4147-A177-3AD203B41FA5}">
                      <a16:colId xmlns:a16="http://schemas.microsoft.com/office/drawing/2014/main" val="480429731"/>
                    </a:ext>
                  </a:extLst>
                </a:gridCol>
                <a:gridCol w="1216889">
                  <a:extLst>
                    <a:ext uri="{9D8B030D-6E8A-4147-A177-3AD203B41FA5}">
                      <a16:colId xmlns:a16="http://schemas.microsoft.com/office/drawing/2014/main" val="4100062019"/>
                    </a:ext>
                  </a:extLst>
                </a:gridCol>
                <a:gridCol w="1127522">
                  <a:extLst>
                    <a:ext uri="{9D8B030D-6E8A-4147-A177-3AD203B41FA5}">
                      <a16:colId xmlns:a16="http://schemas.microsoft.com/office/drawing/2014/main" val="253986444"/>
                    </a:ext>
                  </a:extLst>
                </a:gridCol>
              </a:tblGrid>
              <a:tr h="467170">
                <a:tc>
                  <a:txBody>
                    <a:bodyPr/>
                    <a:lstStyle/>
                    <a:p>
                      <a:pPr marL="2012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Properties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AISI</a:t>
                      </a:r>
                      <a:r>
                        <a:rPr sz="16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1018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AISI</a:t>
                      </a:r>
                      <a:r>
                        <a:rPr sz="16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4130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AISI</a:t>
                      </a:r>
                      <a:r>
                        <a:rPr sz="16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1026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2316001921"/>
                  </a:ext>
                </a:extLst>
              </a:tr>
              <a:tr h="517537">
                <a:tc>
                  <a:txBody>
                    <a:bodyPr/>
                    <a:lstStyle/>
                    <a:p>
                      <a:pPr marL="90805" marR="40068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Density </a:t>
                      </a:r>
                      <a:r>
                        <a:rPr sz="16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(gm/cm²)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7.8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7.8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7.8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3202891704"/>
                  </a:ext>
                </a:extLst>
              </a:tr>
              <a:tr h="51805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Elasticity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(GPa)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210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210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210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298241096"/>
                  </a:ext>
                </a:extLst>
              </a:tr>
              <a:tr h="517537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Elongation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6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18-</a:t>
                      </a:r>
                      <a:r>
                        <a:rPr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8-26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7-27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453701095"/>
                  </a:ext>
                </a:extLst>
              </a:tr>
              <a:tr h="740073">
                <a:tc>
                  <a:txBody>
                    <a:bodyPr/>
                    <a:lstStyle/>
                    <a:p>
                      <a:pPr marL="90805" marR="15176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lang="en-US"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Strength</a:t>
                      </a:r>
                      <a:r>
                        <a:rPr lang="en-US" sz="16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</a:t>
                      </a:r>
                      <a:r>
                        <a:rPr lang="en-US" sz="1600" spc="-9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ratio (</a:t>
                      </a:r>
                      <a:r>
                        <a:rPr lang="en-US" sz="1600" spc="-1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KNm</a:t>
                      </a:r>
                      <a:r>
                        <a:rPr lang="en-US"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/Kg)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lang="en-IN"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55-</a:t>
                      </a:r>
                      <a:r>
                        <a:rPr lang="en-IN"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lang="en-IN"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72-</a:t>
                      </a:r>
                      <a:r>
                        <a:rPr lang="en-IN"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133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4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lang="en-IN"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60-</a:t>
                      </a:r>
                      <a:r>
                        <a:rPr lang="en-IN"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4" marB="0"/>
                </a:tc>
                <a:extLst>
                  <a:ext uri="{0D108BD9-81ED-4DB2-BD59-A6C34878D82A}">
                    <a16:rowId xmlns:a16="http://schemas.microsoft.com/office/drawing/2014/main" val="725112763"/>
                  </a:ext>
                </a:extLst>
              </a:tr>
              <a:tr h="740073">
                <a:tc>
                  <a:txBody>
                    <a:bodyPr/>
                    <a:lstStyle/>
                    <a:p>
                      <a:pPr marL="90805" marR="32258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Thermal expansion (цm/mK)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11.9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11.8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11.9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258951717"/>
                  </a:ext>
                </a:extLst>
              </a:tr>
              <a:tr h="46717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UTS</a:t>
                      </a:r>
                      <a:r>
                        <a:rPr sz="16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(MPa)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430-</a:t>
                      </a:r>
                      <a:r>
                        <a:rPr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470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560-1040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470-</a:t>
                      </a:r>
                      <a:r>
                        <a:rPr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530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extLst>
                  <a:ext uri="{0D108BD9-81ED-4DB2-BD59-A6C34878D82A}">
                    <a16:rowId xmlns:a16="http://schemas.microsoft.com/office/drawing/2014/main" val="3486756168"/>
                  </a:ext>
                </a:extLst>
              </a:tr>
              <a:tr h="740073">
                <a:tc>
                  <a:txBody>
                    <a:bodyPr/>
                    <a:lstStyle/>
                    <a:p>
                      <a:pPr marL="90805" marR="47117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Yield </a:t>
                      </a:r>
                      <a:r>
                        <a:rPr sz="16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Strength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(MPa)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240-</a:t>
                      </a:r>
                      <a:r>
                        <a:rPr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435-</a:t>
                      </a:r>
                      <a:r>
                        <a:rPr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980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415-</a:t>
                      </a:r>
                      <a:r>
                        <a:rPr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450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903714524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877152" y="0"/>
            <a:ext cx="83834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Methodology &amp; Overall Performance Target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18462D9-44DC-CA7A-A3D0-53EE1CAB2B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5127" cy="8451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F6A0310-2031-465C-D2B0-1039E8CCDD9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11019031" y="0"/>
            <a:ext cx="1172969" cy="83184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1000" y="101600"/>
            <a:ext cx="16256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046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1001;p37"/>
          <p:cNvSpPr/>
          <p:nvPr/>
        </p:nvSpPr>
        <p:spPr>
          <a:xfrm>
            <a:off x="290945" y="942109"/>
            <a:ext cx="11637819" cy="5638800"/>
          </a:xfrm>
          <a:prstGeom prst="roundRect">
            <a:avLst>
              <a:gd name="adj" fmla="val 464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0" name="Picture 79" descr="A drawing of a robot&#10;&#10;Description automatically generated">
            <a:extLst>
              <a:ext uri="{FF2B5EF4-FFF2-40B4-BE49-F238E27FC236}">
                <a16:creationId xmlns:a16="http://schemas.microsoft.com/office/drawing/2014/main" id="{22B1F201-73F5-3A93-DE15-2548E92B8C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153" y="1129516"/>
            <a:ext cx="3024429" cy="2195575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81" name="Picture 80" descr="A computer generated image of a swing&#10;&#10;Description automatically generated">
            <a:extLst>
              <a:ext uri="{FF2B5EF4-FFF2-40B4-BE49-F238E27FC236}">
                <a16:creationId xmlns:a16="http://schemas.microsoft.com/office/drawing/2014/main" id="{20E969B5-0E9E-05C5-D602-1591E4BA689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637" y="3940471"/>
            <a:ext cx="3006017" cy="2155530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82" name="Picture 81" descr="A computer screen shot of a blue and green wireframe&#10;&#10;Description automatically generated">
            <a:extLst>
              <a:ext uri="{FF2B5EF4-FFF2-40B4-BE49-F238E27FC236}">
                <a16:creationId xmlns:a16="http://schemas.microsoft.com/office/drawing/2014/main" id="{32F3E254-3A48-E9E0-1217-E7AEB538CE01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4736" y="960693"/>
            <a:ext cx="3107555" cy="1990326"/>
          </a:xfrm>
          <a:prstGeom prst="rect">
            <a:avLst/>
          </a:prstGeom>
          <a:effectLst>
            <a:softEdge rad="63500"/>
          </a:effectLst>
        </p:spPr>
      </p:pic>
      <p:graphicFrame>
        <p:nvGraphicFramePr>
          <p:cNvPr id="83" name="object 28">
            <a:extLst>
              <a:ext uri="{FF2B5EF4-FFF2-40B4-BE49-F238E27FC236}">
                <a16:creationId xmlns:a16="http://schemas.microsoft.com/office/drawing/2014/main" id="{9BFE537D-D2FB-4AF8-9F54-9C185DD9B5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417911"/>
              </p:ext>
            </p:extLst>
          </p:nvPr>
        </p:nvGraphicFramePr>
        <p:xfrm>
          <a:off x="8406734" y="3414266"/>
          <a:ext cx="2976794" cy="146838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865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14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34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29263"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200" spc="-10" dirty="0">
                          <a:solidFill>
                            <a:schemeClr val="tx1"/>
                          </a:solidFill>
                        </a:rPr>
                        <a:t>PROPERTIES</a:t>
                      </a:r>
                      <a:endParaRPr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52705" marB="0"/>
                </a:tc>
                <a:tc>
                  <a:txBody>
                    <a:bodyPr/>
                    <a:lstStyle/>
                    <a:p>
                      <a:pPr marR="27305"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200" spc="-10" dirty="0">
                          <a:solidFill>
                            <a:schemeClr val="tx1"/>
                          </a:solidFill>
                        </a:rPr>
                        <a:t>FRONT</a:t>
                      </a:r>
                      <a:endParaRPr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52705" marB="0"/>
                </a:tc>
                <a:tc>
                  <a:txBody>
                    <a:bodyPr/>
                    <a:lstStyle/>
                    <a:p>
                      <a:pPr marR="33655"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200" spc="-20" dirty="0">
                          <a:solidFill>
                            <a:schemeClr val="tx1"/>
                          </a:solidFill>
                        </a:rPr>
                        <a:t>REAR</a:t>
                      </a:r>
                      <a:endParaRPr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5270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200" spc="-20" dirty="0">
                          <a:solidFill>
                            <a:schemeClr val="tx1"/>
                          </a:solidFill>
                        </a:rPr>
                        <a:t>SIDE</a:t>
                      </a:r>
                      <a:endParaRPr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52705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91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endParaRPr sz="1200" dirty="0"/>
                    </a:p>
                    <a:p>
                      <a:pPr marR="17145" algn="ctr">
                        <a:lnSpc>
                          <a:spcPct val="100000"/>
                        </a:lnSpc>
                      </a:pPr>
                      <a:r>
                        <a:rPr sz="1200" b="1" spc="-25" dirty="0"/>
                        <a:t>FOS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676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endParaRPr sz="1200"/>
                    </a:p>
                    <a:p>
                      <a:pPr marL="22225" algn="ctr">
                        <a:lnSpc>
                          <a:spcPct val="100000"/>
                        </a:lnSpc>
                      </a:pPr>
                      <a:r>
                        <a:rPr sz="1200" spc="-20" dirty="0"/>
                        <a:t>2.14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701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endParaRPr sz="1200"/>
                    </a:p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1200" dirty="0"/>
                        <a:t>2.</a:t>
                      </a:r>
                      <a:r>
                        <a:rPr sz="1200" spc="-105" dirty="0"/>
                        <a:t> </a:t>
                      </a:r>
                      <a:r>
                        <a:rPr sz="1200" spc="45" dirty="0"/>
                        <a:t>6387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701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endParaRPr sz="1200" dirty="0"/>
                    </a:p>
                    <a:p>
                      <a:pPr marL="121920">
                        <a:lnSpc>
                          <a:spcPct val="100000"/>
                        </a:lnSpc>
                      </a:pPr>
                      <a:r>
                        <a:rPr sz="1200" dirty="0"/>
                        <a:t>3</a:t>
                      </a:r>
                      <a:r>
                        <a:rPr sz="1200" spc="-185" dirty="0"/>
                        <a:t> </a:t>
                      </a:r>
                      <a:r>
                        <a:rPr sz="1200" dirty="0"/>
                        <a:t>.</a:t>
                      </a:r>
                      <a:r>
                        <a:rPr sz="1200" spc="-175" dirty="0"/>
                        <a:t> </a:t>
                      </a:r>
                      <a:r>
                        <a:rPr sz="1200" spc="65" dirty="0"/>
                        <a:t>1331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7018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4" name="object 31">
            <a:extLst>
              <a:ext uri="{FF2B5EF4-FFF2-40B4-BE49-F238E27FC236}">
                <a16:creationId xmlns:a16="http://schemas.microsoft.com/office/drawing/2014/main" id="{732517E5-5368-BE21-AD63-BF54D95EC4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569369"/>
              </p:ext>
            </p:extLst>
          </p:nvPr>
        </p:nvGraphicFramePr>
        <p:xfrm>
          <a:off x="4100466" y="4848516"/>
          <a:ext cx="2425026" cy="1491381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774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0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60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10" dirty="0">
                          <a:solidFill>
                            <a:schemeClr val="tx1"/>
                          </a:solidFill>
                        </a:rPr>
                        <a:t>PROPERTIES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366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10" dirty="0">
                          <a:solidFill>
                            <a:schemeClr val="tx1"/>
                          </a:solidFill>
                        </a:rPr>
                        <a:t>Yield</a:t>
                      </a:r>
                      <a:r>
                        <a:rPr sz="1800" spc="-65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800" spc="-10" dirty="0">
                          <a:solidFill>
                            <a:schemeClr val="tx1"/>
                          </a:solidFill>
                        </a:rPr>
                        <a:t>Strength</a:t>
                      </a:r>
                      <a:endParaRPr sz="1800">
                        <a:solidFill>
                          <a:schemeClr val="tx1"/>
                        </a:solidFill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spc="-10" dirty="0">
                          <a:solidFill>
                            <a:schemeClr val="tx1"/>
                          </a:solidFill>
                        </a:rPr>
                        <a:t>(Mpa)</a:t>
                      </a:r>
                      <a:endParaRPr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25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en-US" sz="1800" spc="-25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667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110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solidFill>
                            <a:schemeClr val="tx1"/>
                          </a:solidFill>
                        </a:rPr>
                        <a:t>Tensile</a:t>
                      </a:r>
                      <a:r>
                        <a:rPr sz="1800" spc="-65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800" spc="-10" dirty="0">
                          <a:solidFill>
                            <a:schemeClr val="tx1"/>
                          </a:solidFill>
                        </a:rPr>
                        <a:t>Strength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182880">
                        <a:lnSpc>
                          <a:spcPct val="100000"/>
                        </a:lnSpc>
                      </a:pPr>
                      <a:r>
                        <a:rPr sz="1800" spc="-10" dirty="0">
                          <a:solidFill>
                            <a:schemeClr val="tx1"/>
                          </a:solidFill>
                        </a:rPr>
                        <a:t>(MPa)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solidFill>
                            <a:schemeClr val="tx1"/>
                          </a:solidFill>
                        </a:rPr>
                        <a:t>670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5" name="object 29">
            <a:extLst>
              <a:ext uri="{FF2B5EF4-FFF2-40B4-BE49-F238E27FC236}">
                <a16:creationId xmlns:a16="http://schemas.microsoft.com/office/drawing/2014/main" id="{CA70D7C9-6BA3-0340-2924-4F3B3E3492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910530"/>
              </p:ext>
            </p:extLst>
          </p:nvPr>
        </p:nvGraphicFramePr>
        <p:xfrm>
          <a:off x="7130381" y="5179211"/>
          <a:ext cx="2437764" cy="121011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383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40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5021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10" dirty="0">
                          <a:solidFill>
                            <a:schemeClr val="tx1"/>
                          </a:solidFill>
                        </a:rPr>
                        <a:t>MATERIAL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10" dirty="0">
                          <a:solidFill>
                            <a:schemeClr val="tx1"/>
                          </a:solidFill>
                        </a:rPr>
                        <a:t>SPECS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636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20" dirty="0">
                          <a:solidFill>
                            <a:schemeClr val="tx1"/>
                          </a:solidFill>
                        </a:rPr>
                        <a:t>TYPE</a:t>
                      </a:r>
                      <a:endParaRPr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dirty="0">
                          <a:solidFill>
                            <a:schemeClr val="tx1"/>
                          </a:solidFill>
                        </a:rPr>
                        <a:t>AISI</a:t>
                      </a:r>
                      <a:r>
                        <a:rPr sz="1800" spc="-45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800" spc="-20" dirty="0">
                          <a:solidFill>
                            <a:schemeClr val="tx1"/>
                          </a:solidFill>
                        </a:rPr>
                        <a:t>4130</a:t>
                      </a:r>
                      <a:endParaRPr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667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453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solidFill>
                            <a:schemeClr val="tx1"/>
                          </a:solidFill>
                        </a:rPr>
                        <a:t>DENSITY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solidFill>
                            <a:schemeClr val="tx1"/>
                          </a:solidFill>
                        </a:rPr>
                        <a:t>7.85</a:t>
                      </a:r>
                      <a:r>
                        <a:rPr sz="1800" spc="-3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800" spc="-20" dirty="0">
                          <a:solidFill>
                            <a:schemeClr val="tx1"/>
                          </a:solidFill>
                        </a:rPr>
                        <a:t>g/cc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6" name="Rectangle 85"/>
          <p:cNvSpPr/>
          <p:nvPr/>
        </p:nvSpPr>
        <p:spPr>
          <a:xfrm>
            <a:off x="3959457" y="0"/>
            <a:ext cx="357741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Chassis Analysis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618462D9-44DC-CA7A-A3D0-53EE1CAB2B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5127" cy="845127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1F6A0310-2031-465C-D2B0-1039E8CCDD9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11019031" y="0"/>
            <a:ext cx="1172969" cy="831843"/>
          </a:xfrm>
          <a:prstGeom prst="rect">
            <a:avLst/>
          </a:prstGeom>
        </p:spPr>
      </p:pic>
      <p:sp>
        <p:nvSpPr>
          <p:cNvPr id="89" name="object 15">
            <a:extLst>
              <a:ext uri="{FF2B5EF4-FFF2-40B4-BE49-F238E27FC236}">
                <a16:creationId xmlns:a16="http://schemas.microsoft.com/office/drawing/2014/main" id="{D9FA6959-FE1E-4AF9-DF4E-0FB1361FA4CD}"/>
              </a:ext>
            </a:extLst>
          </p:cNvPr>
          <p:cNvSpPr txBox="1"/>
          <p:nvPr/>
        </p:nvSpPr>
        <p:spPr>
          <a:xfrm>
            <a:off x="1646972" y="3307047"/>
            <a:ext cx="1370579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</a:t>
            </a:r>
            <a:r>
              <a:rPr sz="16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object 13">
            <a:extLst>
              <a:ext uri="{FF2B5EF4-FFF2-40B4-BE49-F238E27FC236}">
                <a16:creationId xmlns:a16="http://schemas.microsoft.com/office/drawing/2014/main" id="{83CE4708-78E2-CAAC-7F6E-49E3C2B74A3A}"/>
              </a:ext>
            </a:extLst>
          </p:cNvPr>
          <p:cNvSpPr txBox="1"/>
          <p:nvPr/>
        </p:nvSpPr>
        <p:spPr>
          <a:xfrm>
            <a:off x="9341093" y="2974895"/>
            <a:ext cx="1082021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Side</a:t>
            </a:r>
            <a:r>
              <a:rPr sz="16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object 14">
            <a:extLst>
              <a:ext uri="{FF2B5EF4-FFF2-40B4-BE49-F238E27FC236}">
                <a16:creationId xmlns:a16="http://schemas.microsoft.com/office/drawing/2014/main" id="{BC5215F7-7CCD-CF80-5AE9-62D67EDAB4FA}"/>
              </a:ext>
            </a:extLst>
          </p:cNvPr>
          <p:cNvSpPr txBox="1"/>
          <p:nvPr/>
        </p:nvSpPr>
        <p:spPr>
          <a:xfrm>
            <a:off x="1646971" y="6098334"/>
            <a:ext cx="1119244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Rear</a:t>
            </a:r>
            <a:r>
              <a:rPr sz="1600" b="1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74AA48A9-55FF-CB20-418E-6887958A4D1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98" t="33327" r="2828" b="28291"/>
          <a:stretch/>
        </p:blipFill>
        <p:spPr>
          <a:xfrm>
            <a:off x="4332376" y="1870362"/>
            <a:ext cx="3211648" cy="1995055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94" name="Picture 93"/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9500" y="101600"/>
            <a:ext cx="2032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276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01;p37"/>
          <p:cNvSpPr/>
          <p:nvPr/>
        </p:nvSpPr>
        <p:spPr>
          <a:xfrm>
            <a:off x="207818" y="914400"/>
            <a:ext cx="11623964" cy="5777345"/>
          </a:xfrm>
          <a:prstGeom prst="roundRect">
            <a:avLst>
              <a:gd name="adj" fmla="val 464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BA54A071-AEF0-92F7-15A1-82E611B773F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3568" y="1064805"/>
            <a:ext cx="4953670" cy="2454250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4766F72F-B15B-9B25-B25F-B236B5C6389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77076" y="1064804"/>
            <a:ext cx="4868221" cy="2514381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5" name="object 6">
            <a:extLst>
              <a:ext uri="{FF2B5EF4-FFF2-40B4-BE49-F238E27FC236}">
                <a16:creationId xmlns:a16="http://schemas.microsoft.com/office/drawing/2014/main" id="{A4D0B2FF-68FE-307F-67A2-6807CA55D8A3}"/>
              </a:ext>
            </a:extLst>
          </p:cNvPr>
          <p:cNvSpPr txBox="1"/>
          <p:nvPr/>
        </p:nvSpPr>
        <p:spPr>
          <a:xfrm>
            <a:off x="2042735" y="3608400"/>
            <a:ext cx="196247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</a:t>
            </a:r>
            <a:r>
              <a:rPr sz="18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</a:t>
            </a:r>
            <a:r>
              <a:rPr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Cone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677E417D-3633-BF29-7906-004F7AA14741}"/>
              </a:ext>
            </a:extLst>
          </p:cNvPr>
          <p:cNvSpPr txBox="1"/>
          <p:nvPr/>
        </p:nvSpPr>
        <p:spPr>
          <a:xfrm>
            <a:off x="7914513" y="3579185"/>
            <a:ext cx="2969797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</a:t>
            </a:r>
            <a:r>
              <a:rPr sz="1800" b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</a:t>
            </a:r>
            <a:r>
              <a:rPr sz="18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Sitting</a:t>
            </a:r>
            <a:r>
              <a:rPr sz="1800" b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Layout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FF16EA16-489F-FEB7-130F-ADCC203372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693505"/>
              </p:ext>
            </p:extLst>
          </p:nvPr>
        </p:nvGraphicFramePr>
        <p:xfrm>
          <a:off x="568036" y="4003963"/>
          <a:ext cx="5098474" cy="2419555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0984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78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Ergonomic</a:t>
                      </a:r>
                      <a:r>
                        <a:rPr sz="1800" b="1" spc="-3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considerations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833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Comfort</a:t>
                      </a:r>
                      <a:r>
                        <a:rPr sz="1800" spc="-3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</a:t>
                      </a:r>
                      <a:r>
                        <a:rPr sz="1800" spc="-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</a:t>
                      </a: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User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8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Reducing</a:t>
                      </a:r>
                      <a:r>
                        <a:rPr sz="1800" spc="-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</a:t>
                      </a:r>
                      <a:r>
                        <a:rPr sz="18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physical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</a:t>
                      </a:r>
                      <a:r>
                        <a:rPr sz="18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load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8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Improving</a:t>
                      </a:r>
                      <a:r>
                        <a:rPr sz="1800" spc="-4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working</a:t>
                      </a:r>
                      <a:r>
                        <a:rPr sz="1800" spc="-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postures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38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Making</a:t>
                      </a:r>
                      <a:r>
                        <a:rPr sz="1800" spc="-4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</a:t>
                      </a:r>
                      <a:r>
                        <a:rPr sz="18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handling</a:t>
                      </a:r>
                      <a:r>
                        <a:rPr sz="18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</a:t>
                      </a:r>
                      <a:r>
                        <a:rPr sz="1800" spc="-4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</a:t>
                      </a:r>
                      <a:r>
                        <a:rPr sz="18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levers</a:t>
                      </a:r>
                      <a:r>
                        <a:rPr sz="18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</a:t>
                      </a:r>
                      <a:r>
                        <a:rPr sz="18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controls</a:t>
                      </a:r>
                      <a:r>
                        <a:rPr sz="1800" spc="-3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833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Increasing</a:t>
                      </a:r>
                      <a:r>
                        <a:rPr sz="18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safety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object 8">
            <a:extLst>
              <a:ext uri="{FF2B5EF4-FFF2-40B4-BE49-F238E27FC236}">
                <a16:creationId xmlns:a16="http://schemas.microsoft.com/office/drawing/2014/main" id="{4973979E-C2EB-9638-F15D-28F6C76A36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743864"/>
              </p:ext>
            </p:extLst>
          </p:nvPr>
        </p:nvGraphicFramePr>
        <p:xfrm>
          <a:off x="6386945" y="4051670"/>
          <a:ext cx="5070765" cy="233527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070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82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Safety</a:t>
                      </a:r>
                      <a:r>
                        <a:rPr sz="1800" b="1" spc="-7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considerations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007">
                <a:tc>
                  <a:txBody>
                    <a:bodyPr/>
                    <a:lstStyle/>
                    <a:p>
                      <a:pPr marL="2266315" marR="92075" indent="-21678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Kill</a:t>
                      </a:r>
                      <a:r>
                        <a:rPr sz="1800" spc="-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switches(</a:t>
                      </a:r>
                      <a:r>
                        <a:rPr sz="1800" spc="-4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brake</a:t>
                      </a:r>
                      <a:r>
                        <a:rPr sz="1800" spc="-3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</a:t>
                      </a:r>
                      <a:r>
                        <a:rPr sz="18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travel,</a:t>
                      </a:r>
                      <a:r>
                        <a:rPr sz="1800" spc="-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external</a:t>
                      </a:r>
                      <a:r>
                        <a:rPr sz="18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access,</a:t>
                      </a:r>
                      <a:r>
                        <a:rPr sz="18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drivers cockpit)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232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Fire</a:t>
                      </a:r>
                      <a:r>
                        <a:rPr sz="18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extinguisher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93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Dot</a:t>
                      </a:r>
                      <a:r>
                        <a:rPr sz="1800" spc="-7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rated</a:t>
                      </a:r>
                      <a:r>
                        <a:rPr sz="1800" spc="-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helmet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9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SFI</a:t>
                      </a:r>
                      <a:r>
                        <a:rPr sz="1800" spc="-8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rated</a:t>
                      </a:r>
                      <a:r>
                        <a:rPr sz="1800" spc="-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driver’s</a:t>
                      </a:r>
                      <a:r>
                        <a:rPr sz="1800" spc="-7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suit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9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Gloves,</a:t>
                      </a:r>
                      <a:r>
                        <a:rPr sz="1800" spc="-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shoes,</a:t>
                      </a:r>
                      <a:r>
                        <a:rPr sz="18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neck</a:t>
                      </a:r>
                      <a:r>
                        <a:rPr sz="1800" spc="-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132277" y="0"/>
            <a:ext cx="34563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Ergonomics &amp; Safety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8462D9-44DC-CA7A-A3D0-53EE1CAB2B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5127" cy="8451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6A0310-2031-465C-D2B0-1039E8CCDD9C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11019031" y="0"/>
            <a:ext cx="1172969" cy="83184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5700" y="0"/>
            <a:ext cx="2032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4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539;p25"/>
          <p:cNvSpPr/>
          <p:nvPr/>
        </p:nvSpPr>
        <p:spPr>
          <a:xfrm>
            <a:off x="295422" y="609600"/>
            <a:ext cx="11688760" cy="6012873"/>
          </a:xfrm>
          <a:prstGeom prst="round2DiagRect">
            <a:avLst>
              <a:gd name="adj1" fmla="val 32430"/>
              <a:gd name="adj2" fmla="val 0"/>
            </a:avLst>
          </a:prstGeom>
          <a:solidFill>
            <a:srgbClr val="CCFF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rgbClr val="FFFFF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graphicFrame>
        <p:nvGraphicFramePr>
          <p:cNvPr id="18" name="object 4">
            <a:extLst>
              <a:ext uri="{FF2B5EF4-FFF2-40B4-BE49-F238E27FC236}">
                <a16:creationId xmlns:a16="http://schemas.microsoft.com/office/drawing/2014/main" id="{3D18C995-8CE7-F981-BB55-7906CF7981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9287836"/>
              </p:ext>
            </p:extLst>
          </p:nvPr>
        </p:nvGraphicFramePr>
        <p:xfrm>
          <a:off x="5042399" y="994317"/>
          <a:ext cx="5778001" cy="282953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212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5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2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/>
                        <a:t>Steering</a:t>
                      </a:r>
                      <a:r>
                        <a:rPr sz="1800" b="1" spc="-80" dirty="0"/>
                        <a:t> </a:t>
                      </a:r>
                      <a:r>
                        <a:rPr sz="1800" b="1" spc="-10" dirty="0"/>
                        <a:t>Parameter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/>
                        <a:t>Respective</a:t>
                      </a:r>
                      <a:r>
                        <a:rPr sz="1800" b="1" spc="-95" dirty="0"/>
                        <a:t> </a:t>
                      </a:r>
                      <a:r>
                        <a:rPr sz="1800" b="1" spc="-10" dirty="0"/>
                        <a:t>Values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2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/>
                        <a:t>Steering</a:t>
                      </a:r>
                      <a:r>
                        <a:rPr sz="1800" spc="-40" dirty="0"/>
                        <a:t> </a:t>
                      </a:r>
                      <a:r>
                        <a:rPr sz="1800" dirty="0"/>
                        <a:t>Wheel</a:t>
                      </a:r>
                      <a:r>
                        <a:rPr sz="1800" spc="-45" dirty="0"/>
                        <a:t> </a:t>
                      </a:r>
                      <a:r>
                        <a:rPr sz="1800" spc="-10" dirty="0"/>
                        <a:t>Radius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n-US" sz="1800" dirty="0"/>
                        <a:t>5 inch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2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/>
                        <a:t>Mechanical</a:t>
                      </a:r>
                      <a:r>
                        <a:rPr sz="1800" spc="-75" dirty="0"/>
                        <a:t> </a:t>
                      </a:r>
                      <a:r>
                        <a:rPr sz="1800" dirty="0"/>
                        <a:t>Linkage</a:t>
                      </a:r>
                      <a:r>
                        <a:rPr sz="1800" spc="-70" dirty="0"/>
                        <a:t> </a:t>
                      </a:r>
                      <a:r>
                        <a:rPr sz="1800" spc="-20" dirty="0"/>
                        <a:t>Ratio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n-US" sz="1800" dirty="0"/>
                        <a:t>10:1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2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/>
                        <a:t>Ackerman</a:t>
                      </a:r>
                      <a:r>
                        <a:rPr sz="1800" spc="-60" dirty="0"/>
                        <a:t> </a:t>
                      </a:r>
                      <a:r>
                        <a:rPr sz="1800" spc="-10" dirty="0"/>
                        <a:t>Percentage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n-US" sz="1800" dirty="0"/>
                        <a:t>37.5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5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/>
                        <a:t>Ackerman</a:t>
                      </a:r>
                      <a:r>
                        <a:rPr sz="1800" spc="-100" dirty="0"/>
                        <a:t> </a:t>
                      </a:r>
                      <a:r>
                        <a:rPr sz="1800" spc="-20" dirty="0"/>
                        <a:t>Angle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/>
                        <a:t>Inside</a:t>
                      </a:r>
                      <a:r>
                        <a:rPr sz="1800" spc="-25" dirty="0"/>
                        <a:t> </a:t>
                      </a:r>
                      <a:r>
                        <a:rPr sz="1800" dirty="0"/>
                        <a:t>=</a:t>
                      </a:r>
                      <a:r>
                        <a:rPr sz="1800" spc="-15" dirty="0"/>
                        <a:t> </a:t>
                      </a:r>
                      <a:r>
                        <a:rPr lang="en-US" sz="1800" spc="-15" dirty="0"/>
                        <a:t>21 </a:t>
                      </a:r>
                      <a:r>
                        <a:rPr lang="en-IN" dirty="0"/>
                        <a:t>°</a:t>
                      </a:r>
                      <a:endParaRPr lang="en-US" sz="1800" spc="-15" dirty="0"/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/>
                        <a:t>Outside</a:t>
                      </a:r>
                      <a:r>
                        <a:rPr sz="1800" spc="-15" dirty="0"/>
                        <a:t> </a:t>
                      </a:r>
                      <a:r>
                        <a:rPr sz="1800" dirty="0"/>
                        <a:t>=</a:t>
                      </a:r>
                      <a:r>
                        <a:rPr lang="en-US" sz="1800" dirty="0"/>
                        <a:t>59 </a:t>
                      </a:r>
                      <a:r>
                        <a:rPr lang="en-IN" dirty="0"/>
                        <a:t>°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2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/>
                        <a:t>Turning</a:t>
                      </a:r>
                      <a:r>
                        <a:rPr sz="1800" spc="-80" dirty="0"/>
                        <a:t> </a:t>
                      </a:r>
                      <a:r>
                        <a:rPr sz="1800" spc="-10" dirty="0"/>
                        <a:t>Radius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IN" sz="1800" dirty="0"/>
                        <a:t>2.</a:t>
                      </a:r>
                      <a:r>
                        <a:rPr lang="en-US" sz="1800" dirty="0"/>
                        <a:t>7m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463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/>
                        <a:t>Lock</a:t>
                      </a:r>
                      <a:r>
                        <a:rPr sz="1800" spc="-30" dirty="0"/>
                        <a:t> </a:t>
                      </a:r>
                      <a:r>
                        <a:rPr sz="1800" spc="-80" dirty="0"/>
                        <a:t>To</a:t>
                      </a:r>
                      <a:r>
                        <a:rPr sz="1800" spc="-25" dirty="0"/>
                        <a:t> </a:t>
                      </a:r>
                      <a:r>
                        <a:rPr sz="1800" dirty="0"/>
                        <a:t>Lock</a:t>
                      </a:r>
                      <a:r>
                        <a:rPr sz="1800" spc="-5" dirty="0"/>
                        <a:t> </a:t>
                      </a:r>
                      <a:r>
                        <a:rPr sz="1800" spc="-10" dirty="0"/>
                        <a:t>Distance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sz="1800" dirty="0"/>
                        <a:t>-230</a:t>
                      </a:r>
                      <a:r>
                        <a:rPr lang="en-IN" dirty="0"/>
                        <a:t>°</a:t>
                      </a:r>
                      <a:r>
                        <a:rPr lang="en-US" sz="1800" dirty="0"/>
                        <a:t>  to +230</a:t>
                      </a:r>
                      <a:r>
                        <a:rPr lang="en-IN" dirty="0"/>
                        <a:t>°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object 8">
            <a:extLst>
              <a:ext uri="{FF2B5EF4-FFF2-40B4-BE49-F238E27FC236}">
                <a16:creationId xmlns:a16="http://schemas.microsoft.com/office/drawing/2014/main" id="{8F642D98-9BFD-8433-C3E6-0210A339F3E3}"/>
              </a:ext>
            </a:extLst>
          </p:cNvPr>
          <p:cNvSpPr txBox="1"/>
          <p:nvPr/>
        </p:nvSpPr>
        <p:spPr>
          <a:xfrm>
            <a:off x="1424106" y="3026006"/>
            <a:ext cx="372978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</a:t>
            </a:r>
            <a:r>
              <a:rPr sz="2000" b="1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</a:t>
            </a:r>
            <a:r>
              <a:rPr sz="20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wheel</a:t>
            </a:r>
            <a:r>
              <a:rPr sz="20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assembly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bject 12">
            <a:extLst>
              <a:ext uri="{FF2B5EF4-FFF2-40B4-BE49-F238E27FC236}">
                <a16:creationId xmlns:a16="http://schemas.microsoft.com/office/drawing/2014/main" id="{EBDF0DA6-0317-0B38-633C-C7FFABDA61EE}"/>
              </a:ext>
            </a:extLst>
          </p:cNvPr>
          <p:cNvSpPr txBox="1"/>
          <p:nvPr/>
        </p:nvSpPr>
        <p:spPr>
          <a:xfrm>
            <a:off x="1445846" y="5621861"/>
            <a:ext cx="34042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</a:t>
            </a:r>
            <a:r>
              <a:rPr sz="20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Steering</a:t>
            </a:r>
            <a:r>
              <a:rPr sz="20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Image 42" descr="A close-up of a machine&#10;&#10;Description automatically generated">
            <a:extLst>
              <a:ext uri="{FF2B5EF4-FFF2-40B4-BE49-F238E27FC236}">
                <a16:creationId xmlns:a16="http://schemas.microsoft.com/office/drawing/2014/main" id="{37D7C497-C5DB-1374-DB13-75EDBE599349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30038" y="3671455"/>
            <a:ext cx="2951018" cy="1731818"/>
          </a:xfrm>
          <a:prstGeom prst="rect">
            <a:avLst/>
          </a:prstGeom>
        </p:spPr>
      </p:pic>
      <p:grpSp>
        <p:nvGrpSpPr>
          <p:cNvPr id="22" name="object 5">
            <a:extLst>
              <a:ext uri="{FF2B5EF4-FFF2-40B4-BE49-F238E27FC236}">
                <a16:creationId xmlns:a16="http://schemas.microsoft.com/office/drawing/2014/main" id="{B6A06ECC-51E7-2D68-35B8-174778D719B6}"/>
              </a:ext>
            </a:extLst>
          </p:cNvPr>
          <p:cNvGrpSpPr/>
          <p:nvPr/>
        </p:nvGrpSpPr>
        <p:grpSpPr>
          <a:xfrm>
            <a:off x="1330036" y="1205344"/>
            <a:ext cx="2891936" cy="1607133"/>
            <a:chOff x="7072058" y="797242"/>
            <a:chExt cx="4505960" cy="2841625"/>
          </a:xfrm>
        </p:grpSpPr>
        <p:pic>
          <p:nvPicPr>
            <p:cNvPr id="23" name="object 6">
              <a:extLst>
                <a:ext uri="{FF2B5EF4-FFF2-40B4-BE49-F238E27FC236}">
                  <a16:creationId xmlns:a16="http://schemas.microsoft.com/office/drawing/2014/main" id="{4FFADAE7-2783-2BBC-E612-8E4690330A8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81519" y="806704"/>
              <a:ext cx="4486783" cy="2822067"/>
            </a:xfrm>
            <a:prstGeom prst="rect">
              <a:avLst/>
            </a:prstGeom>
          </p:spPr>
        </p:pic>
        <p:sp>
          <p:nvSpPr>
            <p:cNvPr id="24" name="object 7">
              <a:extLst>
                <a:ext uri="{FF2B5EF4-FFF2-40B4-BE49-F238E27FC236}">
                  <a16:creationId xmlns:a16="http://schemas.microsoft.com/office/drawing/2014/main" id="{504C8704-50C6-9D1F-DD2B-AA572F7FD5F5}"/>
                </a:ext>
              </a:extLst>
            </p:cNvPr>
            <p:cNvSpPr/>
            <p:nvPr/>
          </p:nvSpPr>
          <p:spPr>
            <a:xfrm>
              <a:off x="7076820" y="802005"/>
              <a:ext cx="4496435" cy="2832100"/>
            </a:xfrm>
            <a:custGeom>
              <a:avLst/>
              <a:gdLst/>
              <a:ahLst/>
              <a:cxnLst/>
              <a:rect l="l" t="t" r="r" b="b"/>
              <a:pathLst>
                <a:path w="4496434" h="2832100">
                  <a:moveTo>
                    <a:pt x="0" y="2831592"/>
                  </a:moveTo>
                  <a:lnTo>
                    <a:pt x="4496308" y="2831592"/>
                  </a:lnTo>
                  <a:lnTo>
                    <a:pt x="4496308" y="0"/>
                  </a:lnTo>
                  <a:lnTo>
                    <a:pt x="0" y="0"/>
                  </a:lnTo>
                  <a:lnTo>
                    <a:pt x="0" y="283159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4F2E5ECE-1F54-F4DA-C367-D5B79D974E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2585929"/>
              </p:ext>
            </p:extLst>
          </p:nvPr>
        </p:nvGraphicFramePr>
        <p:xfrm>
          <a:off x="5024325" y="4041144"/>
          <a:ext cx="5809931" cy="2318093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36243">
                  <a:extLst>
                    <a:ext uri="{9D8B030D-6E8A-4147-A177-3AD203B41FA5}">
                      <a16:colId xmlns:a16="http://schemas.microsoft.com/office/drawing/2014/main" val="4241193485"/>
                    </a:ext>
                  </a:extLst>
                </a:gridCol>
                <a:gridCol w="1936844">
                  <a:extLst>
                    <a:ext uri="{9D8B030D-6E8A-4147-A177-3AD203B41FA5}">
                      <a16:colId xmlns:a16="http://schemas.microsoft.com/office/drawing/2014/main" val="1440194129"/>
                    </a:ext>
                  </a:extLst>
                </a:gridCol>
                <a:gridCol w="1936844">
                  <a:extLst>
                    <a:ext uri="{9D8B030D-6E8A-4147-A177-3AD203B41FA5}">
                      <a16:colId xmlns:a16="http://schemas.microsoft.com/office/drawing/2014/main" val="4192351255"/>
                    </a:ext>
                  </a:extLst>
                </a:gridCol>
              </a:tblGrid>
              <a:tr h="47311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/>
                        <a:t>Inside</a:t>
                      </a:r>
                      <a:r>
                        <a:rPr sz="1800" b="1" spc="-35" dirty="0"/>
                        <a:t> </a:t>
                      </a:r>
                      <a:r>
                        <a:rPr sz="1800" b="1" spc="-20" dirty="0"/>
                        <a:t>Angle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/>
                        <a:t>Outside</a:t>
                      </a:r>
                      <a:r>
                        <a:rPr sz="1800" b="1" spc="-15" dirty="0"/>
                        <a:t> </a:t>
                      </a:r>
                      <a:r>
                        <a:rPr sz="1800" b="1" spc="-20" dirty="0"/>
                        <a:t>Angle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/>
                        <a:t>Turning</a:t>
                      </a:r>
                      <a:r>
                        <a:rPr sz="1800" b="1" spc="-50" dirty="0"/>
                        <a:t> </a:t>
                      </a:r>
                      <a:r>
                        <a:rPr sz="1800" b="1" spc="-10" dirty="0"/>
                        <a:t>Radius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633931270"/>
                  </a:ext>
                </a:extLst>
              </a:tr>
              <a:tr h="46124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/>
                        <a:t>10°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/>
                        <a:t>9.00°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/>
                        <a:t>6.47 </a:t>
                      </a:r>
                      <a:r>
                        <a:rPr sz="1800" spc="-50" dirty="0"/>
                        <a:t>m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88733623"/>
                  </a:ext>
                </a:extLst>
              </a:tr>
              <a:tr h="46124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/>
                        <a:t>20°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/>
                        <a:t>16.44°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/>
                        <a:t>3.376 </a:t>
                      </a:r>
                      <a:r>
                        <a:rPr sz="1800" spc="-50" dirty="0"/>
                        <a:t>m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694400570"/>
                  </a:ext>
                </a:extLst>
              </a:tr>
              <a:tr h="46124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5" dirty="0"/>
                        <a:t>30°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/>
                        <a:t>22.86°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/>
                        <a:t>2.36 </a:t>
                      </a:r>
                      <a:r>
                        <a:rPr sz="1800" spc="-50" dirty="0"/>
                        <a:t>m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extLst>
                  <a:ext uri="{0D108BD9-81ED-4DB2-BD59-A6C34878D82A}">
                    <a16:rowId xmlns:a16="http://schemas.microsoft.com/office/drawing/2014/main" val="2970484690"/>
                  </a:ext>
                </a:extLst>
              </a:tr>
              <a:tr h="46124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5" dirty="0"/>
                        <a:t>40°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/>
                        <a:t>28.63°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/>
                        <a:t>1.88 </a:t>
                      </a:r>
                      <a:r>
                        <a:rPr sz="1800" spc="-50" dirty="0"/>
                        <a:t>m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extLst>
                  <a:ext uri="{0D108BD9-81ED-4DB2-BD59-A6C34878D82A}">
                    <a16:rowId xmlns:a16="http://schemas.microsoft.com/office/drawing/2014/main" val="2123181982"/>
                  </a:ext>
                </a:extLst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4342271" y="0"/>
            <a:ext cx="26484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Steering System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18462D9-44DC-CA7A-A3D0-53EE1CAB2B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5127" cy="84512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F6A0310-2031-465C-D2B0-1039E8CCDD9C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11019031" y="0"/>
            <a:ext cx="1172969" cy="831843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5700" y="0"/>
            <a:ext cx="2032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11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808;p32"/>
          <p:cNvSpPr/>
          <p:nvPr/>
        </p:nvSpPr>
        <p:spPr>
          <a:xfrm>
            <a:off x="277089" y="858981"/>
            <a:ext cx="11707093" cy="5999019"/>
          </a:xfrm>
          <a:prstGeom prst="round2SameRect">
            <a:avLst>
              <a:gd name="adj1" fmla="val 12865"/>
              <a:gd name="adj2" fmla="val 0"/>
            </a:avLst>
          </a:prstGeom>
          <a:solidFill>
            <a:srgbClr val="FFFF66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7" name="object 3">
            <a:extLst>
              <a:ext uri="{FF2B5EF4-FFF2-40B4-BE49-F238E27FC236}">
                <a16:creationId xmlns:a16="http://schemas.microsoft.com/office/drawing/2014/main" id="{AF8A8D8C-B882-2800-F104-114B5FDA14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419136"/>
              </p:ext>
            </p:extLst>
          </p:nvPr>
        </p:nvGraphicFramePr>
        <p:xfrm>
          <a:off x="623454" y="2797406"/>
          <a:ext cx="5223163" cy="406059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22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02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/>
                        <a:t>Parameters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/>
                        <a:t>Respective</a:t>
                      </a:r>
                      <a:r>
                        <a:rPr sz="1800" b="1" spc="-95" dirty="0"/>
                        <a:t> </a:t>
                      </a:r>
                      <a:r>
                        <a:rPr sz="1800" b="1" spc="-10" dirty="0"/>
                        <a:t>Values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02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/>
                        <a:t>Pedal</a:t>
                      </a:r>
                      <a:r>
                        <a:rPr sz="1800" spc="-65" dirty="0"/>
                        <a:t> </a:t>
                      </a:r>
                      <a:r>
                        <a:rPr sz="1800" spc="-10" dirty="0"/>
                        <a:t>Effort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/>
                        <a:t> </a:t>
                      </a:r>
                      <a:r>
                        <a:rPr lang="en-US" sz="1800" spc="-20" dirty="0"/>
                        <a:t>266.8 </a:t>
                      </a:r>
                      <a:r>
                        <a:rPr sz="1800" spc="-50" dirty="0"/>
                        <a:t>N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02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/>
                        <a:t>Leverage</a:t>
                      </a:r>
                      <a:r>
                        <a:rPr sz="1800" spc="-45" dirty="0"/>
                        <a:t> </a:t>
                      </a:r>
                      <a:r>
                        <a:rPr sz="1800" spc="-20" dirty="0"/>
                        <a:t>Ratio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n-US" sz="1800" dirty="0"/>
                        <a:t>2:7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81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/>
                        <a:t>Master</a:t>
                      </a:r>
                      <a:r>
                        <a:rPr sz="1800" spc="-65" dirty="0"/>
                        <a:t> </a:t>
                      </a:r>
                      <a:r>
                        <a:rPr sz="1800" dirty="0"/>
                        <a:t>Cylinder</a:t>
                      </a:r>
                      <a:r>
                        <a:rPr sz="1800" spc="-45" dirty="0"/>
                        <a:t> </a:t>
                      </a:r>
                      <a:endParaRPr lang="en-US" sz="1800" spc="-45" dirty="0"/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/>
                        <a:t>Pressure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 4</a:t>
                      </a:r>
                      <a:r>
                        <a:rPr lang="en-IN" sz="1800" dirty="0"/>
                        <a:t>.13</a:t>
                      </a:r>
                      <a:r>
                        <a:rPr lang="en-IN" sz="1800" b="0" u="none" strike="noStrike" kern="1200" baseline="0" dirty="0">
                          <a:solidFill>
                            <a:schemeClr val="tx1"/>
                          </a:solidFill>
                        </a:rPr>
                        <a:t>×10⁶ to 5.52×10⁶ N/m² 	</a:t>
                      </a: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65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IN" sz="1800" dirty="0"/>
                        <a:t>Ca</a:t>
                      </a:r>
                      <a:r>
                        <a:rPr sz="1800" dirty="0" err="1"/>
                        <a:t>liper</a:t>
                      </a:r>
                      <a:r>
                        <a:rPr sz="1800" spc="-35" dirty="0"/>
                        <a:t> </a:t>
                      </a:r>
                      <a:r>
                        <a:rPr sz="1800" spc="-10" dirty="0"/>
                        <a:t>Force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/>
                        <a:t> </a:t>
                      </a:r>
                      <a:r>
                        <a:rPr lang="en-IN" dirty="0"/>
                        <a:t>88.96 - 222.41 N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760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dirty="0"/>
                        <a:t>Clamping</a:t>
                      </a:r>
                      <a:r>
                        <a:rPr sz="1800" spc="-60" dirty="0"/>
                        <a:t> </a:t>
                      </a:r>
                      <a:r>
                        <a:rPr sz="1800" spc="-20" dirty="0"/>
                        <a:t>Force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4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dirty="0"/>
                        <a:t> </a:t>
                      </a:r>
                      <a:r>
                        <a:rPr lang="en-US" sz="1800" dirty="0"/>
                        <a:t>950 </a:t>
                      </a:r>
                      <a:r>
                        <a:rPr sz="1800" spc="-50" dirty="0"/>
                        <a:t>N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4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7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/>
                        <a:t>Disc</a:t>
                      </a:r>
                      <a:r>
                        <a:rPr sz="1800" spc="-20" dirty="0"/>
                        <a:t> </a:t>
                      </a:r>
                      <a:r>
                        <a:rPr sz="1800" spc="-10" dirty="0"/>
                        <a:t>Diameter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30" dirty="0"/>
                        <a:t> </a:t>
                      </a:r>
                      <a:r>
                        <a:rPr lang="en-US" sz="1800" spc="-30" dirty="0"/>
                        <a:t>200 </a:t>
                      </a:r>
                      <a:r>
                        <a:rPr sz="1800" spc="-25" dirty="0"/>
                        <a:t>mm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760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dirty="0"/>
                        <a:t>Disc</a:t>
                      </a:r>
                      <a:r>
                        <a:rPr sz="1800" spc="-20" dirty="0"/>
                        <a:t> </a:t>
                      </a:r>
                      <a:r>
                        <a:rPr sz="1800" spc="-10" dirty="0"/>
                        <a:t>Thickness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4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10" dirty="0"/>
                        <a:t> </a:t>
                      </a:r>
                      <a:r>
                        <a:rPr lang="en-US" sz="1800" spc="-10" dirty="0"/>
                        <a:t>4 </a:t>
                      </a:r>
                      <a:r>
                        <a:rPr sz="1800" spc="-25" dirty="0"/>
                        <a:t>mm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4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997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/>
                        <a:t>Brake</a:t>
                      </a:r>
                      <a:r>
                        <a:rPr sz="1800" spc="-65" dirty="0"/>
                        <a:t> </a:t>
                      </a:r>
                      <a:r>
                        <a:rPr sz="1800" dirty="0"/>
                        <a:t>Fluid</a:t>
                      </a:r>
                      <a:r>
                        <a:rPr sz="1800" spc="-30" dirty="0"/>
                        <a:t> </a:t>
                      </a:r>
                      <a:r>
                        <a:rPr sz="1800" spc="-20" dirty="0"/>
                        <a:t>Used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/>
                        <a:t>DOT</a:t>
                      </a:r>
                      <a:r>
                        <a:rPr sz="1800" spc="-75" dirty="0"/>
                        <a:t> </a:t>
                      </a:r>
                      <a:r>
                        <a:rPr lang="en-US" sz="1800" spc="-50" dirty="0"/>
                        <a:t>4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32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/>
                        <a:t>Height</a:t>
                      </a:r>
                      <a:r>
                        <a:rPr sz="1800" spc="-40" dirty="0"/>
                        <a:t> </a:t>
                      </a:r>
                      <a:r>
                        <a:rPr sz="1800" dirty="0"/>
                        <a:t>Of</a:t>
                      </a:r>
                      <a:r>
                        <a:rPr sz="1800" spc="-45" dirty="0"/>
                        <a:t> </a:t>
                      </a:r>
                      <a:r>
                        <a:rPr sz="1800" spc="-20" dirty="0"/>
                        <a:t>C.G.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sz="1800" dirty="0"/>
                        <a:t>2</a:t>
                      </a:r>
                      <a:r>
                        <a:rPr sz="1800" dirty="0"/>
                        <a:t> </a:t>
                      </a:r>
                      <a:r>
                        <a:rPr sz="1800" spc="-10" dirty="0"/>
                        <a:t>inches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324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/>
                        <a:t>Load</a:t>
                      </a:r>
                      <a:r>
                        <a:rPr sz="1800" spc="-40" dirty="0"/>
                        <a:t> </a:t>
                      </a:r>
                      <a:r>
                        <a:rPr sz="1800" spc="-10" dirty="0"/>
                        <a:t>Distribution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 marR="18199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/>
                        <a:t>Front</a:t>
                      </a:r>
                      <a:r>
                        <a:rPr sz="1800" spc="-40" dirty="0"/>
                        <a:t> </a:t>
                      </a:r>
                      <a:r>
                        <a:rPr sz="1800" dirty="0"/>
                        <a:t>:</a:t>
                      </a:r>
                      <a:r>
                        <a:rPr sz="1800" spc="-25" dirty="0"/>
                        <a:t> </a:t>
                      </a:r>
                      <a:r>
                        <a:rPr sz="1800" spc="-30" dirty="0"/>
                        <a:t> </a:t>
                      </a:r>
                      <a:r>
                        <a:rPr lang="en-IN" sz="1800" spc="-30" dirty="0"/>
                        <a:t>40%</a:t>
                      </a:r>
                      <a:r>
                        <a:rPr sz="1800" spc="-50" dirty="0"/>
                        <a:t> </a:t>
                      </a:r>
                      <a:r>
                        <a:rPr sz="1800" dirty="0"/>
                        <a:t>Rear</a:t>
                      </a:r>
                      <a:r>
                        <a:rPr lang="en-US" sz="1800" spc="-30" dirty="0"/>
                        <a:t>:</a:t>
                      </a:r>
                      <a:r>
                        <a:rPr lang="en-US" sz="1800" spc="-30" baseline="0" dirty="0"/>
                        <a:t> </a:t>
                      </a:r>
                      <a:r>
                        <a:rPr lang="en-IN" sz="1800" spc="-30" baseline="0" dirty="0"/>
                        <a:t>60%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22" name="object 8">
            <a:extLst>
              <a:ext uri="{FF2B5EF4-FFF2-40B4-BE49-F238E27FC236}">
                <a16:creationId xmlns:a16="http://schemas.microsoft.com/office/drawing/2014/main" id="{296645C3-3F43-1B48-32D9-74BE5A19D12A}"/>
              </a:ext>
            </a:extLst>
          </p:cNvPr>
          <p:cNvGrpSpPr/>
          <p:nvPr/>
        </p:nvGrpSpPr>
        <p:grpSpPr>
          <a:xfrm>
            <a:off x="8977067" y="3930336"/>
            <a:ext cx="2743879" cy="1887044"/>
            <a:chOff x="8924480" y="4156798"/>
            <a:chExt cx="3135630" cy="1896110"/>
          </a:xfrm>
        </p:grpSpPr>
        <p:pic>
          <p:nvPicPr>
            <p:cNvPr id="23" name="object 9">
              <a:extLst>
                <a:ext uri="{FF2B5EF4-FFF2-40B4-BE49-F238E27FC236}">
                  <a16:creationId xmlns:a16="http://schemas.microsoft.com/office/drawing/2014/main" id="{BCA4D9E4-58D9-D271-B1E4-C929906C3B0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33942" y="4166323"/>
              <a:ext cx="3116579" cy="1876552"/>
            </a:xfrm>
            <a:prstGeom prst="rect">
              <a:avLst/>
            </a:prstGeom>
          </p:spPr>
        </p:pic>
        <p:sp>
          <p:nvSpPr>
            <p:cNvPr id="24" name="object 10">
              <a:extLst>
                <a:ext uri="{FF2B5EF4-FFF2-40B4-BE49-F238E27FC236}">
                  <a16:creationId xmlns:a16="http://schemas.microsoft.com/office/drawing/2014/main" id="{86ABD206-5D38-76D8-518D-45DC5EA989C8}"/>
                </a:ext>
              </a:extLst>
            </p:cNvPr>
            <p:cNvSpPr/>
            <p:nvPr/>
          </p:nvSpPr>
          <p:spPr>
            <a:xfrm>
              <a:off x="8929243" y="4161561"/>
              <a:ext cx="3126105" cy="1886585"/>
            </a:xfrm>
            <a:custGeom>
              <a:avLst/>
              <a:gdLst/>
              <a:ahLst/>
              <a:cxnLst/>
              <a:rect l="l" t="t" r="r" b="b"/>
              <a:pathLst>
                <a:path w="3126104" h="1886585">
                  <a:moveTo>
                    <a:pt x="0" y="1886077"/>
                  </a:moveTo>
                  <a:lnTo>
                    <a:pt x="3126104" y="1886077"/>
                  </a:lnTo>
                  <a:lnTo>
                    <a:pt x="3126104" y="0"/>
                  </a:lnTo>
                  <a:lnTo>
                    <a:pt x="0" y="0"/>
                  </a:lnTo>
                  <a:lnTo>
                    <a:pt x="0" y="188607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" name="object 11">
            <a:extLst>
              <a:ext uri="{FF2B5EF4-FFF2-40B4-BE49-F238E27FC236}">
                <a16:creationId xmlns:a16="http://schemas.microsoft.com/office/drawing/2014/main" id="{C1842C58-52C2-D5FB-EB87-175D76B2FB0F}"/>
              </a:ext>
            </a:extLst>
          </p:cNvPr>
          <p:cNvGrpSpPr/>
          <p:nvPr/>
        </p:nvGrpSpPr>
        <p:grpSpPr>
          <a:xfrm>
            <a:off x="6277886" y="3940471"/>
            <a:ext cx="2427703" cy="1887044"/>
            <a:chOff x="6178867" y="4166933"/>
            <a:chExt cx="2609850" cy="1896110"/>
          </a:xfrm>
        </p:grpSpPr>
        <p:pic>
          <p:nvPicPr>
            <p:cNvPr id="26" name="object 12">
              <a:extLst>
                <a:ext uri="{FF2B5EF4-FFF2-40B4-BE49-F238E27FC236}">
                  <a16:creationId xmlns:a16="http://schemas.microsoft.com/office/drawing/2014/main" id="{46BEDA46-891F-637D-C809-F4812B4694C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88328" y="4176458"/>
              <a:ext cx="2590546" cy="1876552"/>
            </a:xfrm>
            <a:prstGeom prst="rect">
              <a:avLst/>
            </a:prstGeom>
          </p:spPr>
        </p:pic>
        <p:sp>
          <p:nvSpPr>
            <p:cNvPr id="27" name="object 13">
              <a:extLst>
                <a:ext uri="{FF2B5EF4-FFF2-40B4-BE49-F238E27FC236}">
                  <a16:creationId xmlns:a16="http://schemas.microsoft.com/office/drawing/2014/main" id="{C2538453-34EF-65B9-96D1-EEB52EB3EE6A}"/>
                </a:ext>
              </a:extLst>
            </p:cNvPr>
            <p:cNvSpPr/>
            <p:nvPr/>
          </p:nvSpPr>
          <p:spPr>
            <a:xfrm>
              <a:off x="6183629" y="4171696"/>
              <a:ext cx="2600325" cy="1886585"/>
            </a:xfrm>
            <a:custGeom>
              <a:avLst/>
              <a:gdLst/>
              <a:ahLst/>
              <a:cxnLst/>
              <a:rect l="l" t="t" r="r" b="b"/>
              <a:pathLst>
                <a:path w="2600325" h="1886585">
                  <a:moveTo>
                    <a:pt x="0" y="1886077"/>
                  </a:moveTo>
                  <a:lnTo>
                    <a:pt x="2600071" y="1886077"/>
                  </a:lnTo>
                  <a:lnTo>
                    <a:pt x="2600071" y="0"/>
                  </a:lnTo>
                  <a:lnTo>
                    <a:pt x="0" y="0"/>
                  </a:lnTo>
                  <a:lnTo>
                    <a:pt x="0" y="188607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object 14">
            <a:extLst>
              <a:ext uri="{FF2B5EF4-FFF2-40B4-BE49-F238E27FC236}">
                <a16:creationId xmlns:a16="http://schemas.microsoft.com/office/drawing/2014/main" id="{0D64CC08-DE0D-EFC0-5E7C-29F17B62A80D}"/>
              </a:ext>
            </a:extLst>
          </p:cNvPr>
          <p:cNvSpPr txBox="1"/>
          <p:nvPr/>
        </p:nvSpPr>
        <p:spPr>
          <a:xfrm>
            <a:off x="6432502" y="6226604"/>
            <a:ext cx="206033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</a:t>
            </a:r>
            <a:r>
              <a:rPr sz="18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8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Braking</a:t>
            </a:r>
            <a:r>
              <a:rPr sz="18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object 15">
            <a:extLst>
              <a:ext uri="{FF2B5EF4-FFF2-40B4-BE49-F238E27FC236}">
                <a16:creationId xmlns:a16="http://schemas.microsoft.com/office/drawing/2014/main" id="{DE94189F-F989-41C9-A2CD-9C1A579F51A3}"/>
              </a:ext>
            </a:extLst>
          </p:cNvPr>
          <p:cNvSpPr txBox="1"/>
          <p:nvPr/>
        </p:nvSpPr>
        <p:spPr>
          <a:xfrm>
            <a:off x="9251643" y="6211426"/>
            <a:ext cx="2365854" cy="288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</a:t>
            </a:r>
            <a:r>
              <a:rPr sz="18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Cad</a:t>
            </a:r>
            <a:r>
              <a:rPr sz="18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of</a:t>
            </a:r>
            <a:r>
              <a:rPr sz="18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0" name="object 16">
            <a:extLst>
              <a:ext uri="{FF2B5EF4-FFF2-40B4-BE49-F238E27FC236}">
                <a16:creationId xmlns:a16="http://schemas.microsoft.com/office/drawing/2014/main" id="{02751499-A3EF-0CCE-5A0B-3539BA81C9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3814021"/>
              </p:ext>
            </p:extLst>
          </p:nvPr>
        </p:nvGraphicFramePr>
        <p:xfrm>
          <a:off x="637308" y="1159835"/>
          <a:ext cx="5195455" cy="149733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368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4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2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49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/>
                        <a:t>Speed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/>
                        <a:t>Stopping</a:t>
                      </a:r>
                      <a:r>
                        <a:rPr sz="1800" b="1" spc="-80" dirty="0"/>
                        <a:t> </a:t>
                      </a:r>
                      <a:r>
                        <a:rPr sz="1800" b="1" spc="-10" dirty="0"/>
                        <a:t>Distance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/>
                        <a:t>Stopping</a:t>
                      </a:r>
                      <a:r>
                        <a:rPr sz="1800" b="1" spc="-80" dirty="0"/>
                        <a:t> </a:t>
                      </a:r>
                      <a:r>
                        <a:rPr sz="1800" b="1" spc="-20" dirty="0"/>
                        <a:t>Time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88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IN" sz="1800" spc="-20" dirty="0"/>
                        <a:t>50</a:t>
                      </a:r>
                      <a:r>
                        <a:rPr sz="1800" spc="-20" dirty="0"/>
                        <a:t> </a:t>
                      </a:r>
                      <a:r>
                        <a:rPr sz="1800" spc="-10" dirty="0"/>
                        <a:t>Km/hr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/>
                        <a:t>5.89 </a:t>
                      </a:r>
                      <a:r>
                        <a:rPr sz="1800" spc="-50" dirty="0"/>
                        <a:t>m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/>
                        <a:t>1.41 </a:t>
                      </a:r>
                      <a:r>
                        <a:rPr sz="1800" spc="-25" dirty="0"/>
                        <a:t>sec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1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/>
                        <a:t>60 </a:t>
                      </a:r>
                      <a:r>
                        <a:rPr sz="1800" spc="-10" dirty="0"/>
                        <a:t>Km/hr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/>
                        <a:t>23.57</a:t>
                      </a:r>
                      <a:r>
                        <a:rPr sz="1800" spc="-5" dirty="0"/>
                        <a:t> </a:t>
                      </a:r>
                      <a:r>
                        <a:rPr sz="1800" spc="-50" dirty="0"/>
                        <a:t>m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/>
                        <a:t>2.83 </a:t>
                      </a:r>
                      <a:r>
                        <a:rPr sz="1800" spc="-25" dirty="0"/>
                        <a:t>sec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31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/>
                        <a:t>70</a:t>
                      </a:r>
                      <a:r>
                        <a:rPr sz="1800" spc="-25" dirty="0"/>
                        <a:t> </a:t>
                      </a:r>
                      <a:r>
                        <a:rPr sz="1800" spc="-10" dirty="0"/>
                        <a:t>Km/hr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/>
                        <a:t>31.41 </a:t>
                      </a:r>
                      <a:r>
                        <a:rPr sz="1800" spc="-50" dirty="0"/>
                        <a:t>m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/>
                        <a:t>3.26 </a:t>
                      </a:r>
                      <a:r>
                        <a:rPr sz="1800" spc="-25" dirty="0"/>
                        <a:t>sec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4497448" y="0"/>
            <a:ext cx="27814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Breaking System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618462D9-44DC-CA7A-A3D0-53EE1CAB2B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5127" cy="84512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F6A0310-2031-465C-D2B0-1039E8CCDD9C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11019031" y="0"/>
            <a:ext cx="1172969" cy="831843"/>
          </a:xfrm>
          <a:prstGeom prst="rect">
            <a:avLst/>
          </a:prstGeom>
        </p:spPr>
      </p:pic>
      <p:grpSp>
        <p:nvGrpSpPr>
          <p:cNvPr id="34" name="object 4">
            <a:extLst>
              <a:ext uri="{FF2B5EF4-FFF2-40B4-BE49-F238E27FC236}">
                <a16:creationId xmlns:a16="http://schemas.microsoft.com/office/drawing/2014/main" id="{2D30FE30-4A9F-FE4B-192A-74E5367CA209}"/>
              </a:ext>
            </a:extLst>
          </p:cNvPr>
          <p:cNvGrpSpPr/>
          <p:nvPr/>
        </p:nvGrpSpPr>
        <p:grpSpPr>
          <a:xfrm>
            <a:off x="6553200" y="1163158"/>
            <a:ext cx="4403564" cy="1940261"/>
            <a:chOff x="6191694" y="582866"/>
            <a:chExt cx="5868670" cy="2847975"/>
          </a:xfrm>
        </p:grpSpPr>
        <p:pic>
          <p:nvPicPr>
            <p:cNvPr id="35" name="object 5">
              <a:extLst>
                <a:ext uri="{FF2B5EF4-FFF2-40B4-BE49-F238E27FC236}">
                  <a16:creationId xmlns:a16="http://schemas.microsoft.com/office/drawing/2014/main" id="{4656D580-FABF-E26A-BDC6-BE0149671B69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01283" y="592328"/>
              <a:ext cx="5828841" cy="2792560"/>
            </a:xfrm>
            <a:prstGeom prst="rect">
              <a:avLst/>
            </a:prstGeom>
          </p:spPr>
        </p:pic>
        <p:sp>
          <p:nvSpPr>
            <p:cNvPr id="36" name="object 6">
              <a:extLst>
                <a:ext uri="{FF2B5EF4-FFF2-40B4-BE49-F238E27FC236}">
                  <a16:creationId xmlns:a16="http://schemas.microsoft.com/office/drawing/2014/main" id="{9C7CBA51-98D1-526B-93F9-F584C61DF1B3}"/>
                </a:ext>
              </a:extLst>
            </p:cNvPr>
            <p:cNvSpPr/>
            <p:nvPr/>
          </p:nvSpPr>
          <p:spPr>
            <a:xfrm>
              <a:off x="6196457" y="587629"/>
              <a:ext cx="5859145" cy="2838450"/>
            </a:xfrm>
            <a:custGeom>
              <a:avLst/>
              <a:gdLst/>
              <a:ahLst/>
              <a:cxnLst/>
              <a:rect l="l" t="t" r="r" b="b"/>
              <a:pathLst>
                <a:path w="5859145" h="2838450">
                  <a:moveTo>
                    <a:pt x="0" y="2838196"/>
                  </a:moveTo>
                  <a:lnTo>
                    <a:pt x="5858891" y="2838196"/>
                  </a:lnTo>
                  <a:lnTo>
                    <a:pt x="5858891" y="0"/>
                  </a:lnTo>
                  <a:lnTo>
                    <a:pt x="0" y="0"/>
                  </a:lnTo>
                  <a:lnTo>
                    <a:pt x="0" y="283819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7" name="object 7">
            <a:extLst>
              <a:ext uri="{FF2B5EF4-FFF2-40B4-BE49-F238E27FC236}">
                <a16:creationId xmlns:a16="http://schemas.microsoft.com/office/drawing/2014/main" id="{BC8F46A3-CE81-CC5C-B4DB-E6DD71F77596}"/>
              </a:ext>
            </a:extLst>
          </p:cNvPr>
          <p:cNvSpPr txBox="1"/>
          <p:nvPr/>
        </p:nvSpPr>
        <p:spPr>
          <a:xfrm>
            <a:off x="7426027" y="3286310"/>
            <a:ext cx="285404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</a:t>
            </a:r>
            <a:r>
              <a:rPr sz="18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</a:t>
            </a:r>
            <a:r>
              <a:rPr sz="18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vs.</a:t>
            </a:r>
            <a:r>
              <a:rPr sz="18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drum</a:t>
            </a:r>
            <a:r>
              <a:rPr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5700" y="0"/>
            <a:ext cx="2032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843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86;p43"/>
          <p:cNvSpPr/>
          <p:nvPr/>
        </p:nvSpPr>
        <p:spPr>
          <a:xfrm>
            <a:off x="304800" y="1014722"/>
            <a:ext cx="11485419" cy="5510767"/>
          </a:xfrm>
          <a:prstGeom prst="roundRect">
            <a:avLst>
              <a:gd name="adj" fmla="val 737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>
              <a:lnSpc>
                <a:spcPct val="150000"/>
              </a:lnSpc>
            </a:pPr>
            <a:endParaRPr b="1" dirty="0">
              <a:solidFill>
                <a:srgbClr val="FFFFFF"/>
              </a:solidFill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4DC2C567-3BA5-A28F-408E-ED16F0D053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4523901"/>
              </p:ext>
            </p:extLst>
          </p:nvPr>
        </p:nvGraphicFramePr>
        <p:xfrm>
          <a:off x="595744" y="1233056"/>
          <a:ext cx="4807529" cy="1739845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76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0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03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96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Parameters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Respective</a:t>
                      </a:r>
                      <a:r>
                        <a:rPr sz="1800" b="1" spc="-9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Values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96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Transmission</a:t>
                      </a:r>
                      <a:r>
                        <a:rPr sz="1800" spc="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</a:t>
                      </a:r>
                      <a:r>
                        <a:rPr sz="18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Gear</a:t>
                      </a:r>
                      <a:r>
                        <a:rPr sz="18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Box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96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</a:t>
                      </a:r>
                      <a:r>
                        <a:rPr sz="1800" spc="-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Drive</a:t>
                      </a:r>
                      <a:r>
                        <a:rPr sz="18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Ratio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n-IN" sz="18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1.76923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96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4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Driving</a:t>
                      </a:r>
                      <a:r>
                        <a:rPr sz="1800" spc="-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Sprocket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4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 teeth 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4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96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Driven</a:t>
                      </a:r>
                      <a:r>
                        <a:rPr sz="1800" spc="-7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Sprocket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teeth 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" name="object 6">
            <a:extLst>
              <a:ext uri="{FF2B5EF4-FFF2-40B4-BE49-F238E27FC236}">
                <a16:creationId xmlns:a16="http://schemas.microsoft.com/office/drawing/2014/main" id="{163C46A7-B55A-C5BD-BDDE-D4813FADE3AB}"/>
              </a:ext>
            </a:extLst>
          </p:cNvPr>
          <p:cNvGrpSpPr/>
          <p:nvPr/>
        </p:nvGrpSpPr>
        <p:grpSpPr>
          <a:xfrm>
            <a:off x="718663" y="3405081"/>
            <a:ext cx="4462937" cy="2386119"/>
            <a:chOff x="6495097" y="3241560"/>
            <a:chExt cx="5123815" cy="2698115"/>
          </a:xfrm>
        </p:grpSpPr>
        <p:pic>
          <p:nvPicPr>
            <p:cNvPr id="6" name="object 7">
              <a:extLst>
                <a:ext uri="{FF2B5EF4-FFF2-40B4-BE49-F238E27FC236}">
                  <a16:creationId xmlns:a16="http://schemas.microsoft.com/office/drawing/2014/main" id="{AA435C69-B027-A6AE-04AC-D4CA7AED832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04685" y="3251085"/>
              <a:ext cx="5104637" cy="2679065"/>
            </a:xfrm>
            <a:prstGeom prst="rect">
              <a:avLst/>
            </a:prstGeom>
          </p:spPr>
        </p:pic>
        <p:sp>
          <p:nvSpPr>
            <p:cNvPr id="7" name="object 8">
              <a:extLst>
                <a:ext uri="{FF2B5EF4-FFF2-40B4-BE49-F238E27FC236}">
                  <a16:creationId xmlns:a16="http://schemas.microsoft.com/office/drawing/2014/main" id="{06ADCFC8-B4A3-E0C2-5F3D-FC32ABACBF1C}"/>
                </a:ext>
              </a:extLst>
            </p:cNvPr>
            <p:cNvSpPr/>
            <p:nvPr/>
          </p:nvSpPr>
          <p:spPr>
            <a:xfrm>
              <a:off x="6499859" y="3246323"/>
              <a:ext cx="5114290" cy="2688590"/>
            </a:xfrm>
            <a:custGeom>
              <a:avLst/>
              <a:gdLst/>
              <a:ahLst/>
              <a:cxnLst/>
              <a:rect l="l" t="t" r="r" b="b"/>
              <a:pathLst>
                <a:path w="5114290" h="2688590">
                  <a:moveTo>
                    <a:pt x="0" y="2688590"/>
                  </a:moveTo>
                  <a:lnTo>
                    <a:pt x="5114163" y="2688590"/>
                  </a:lnTo>
                  <a:lnTo>
                    <a:pt x="5114163" y="0"/>
                  </a:lnTo>
                  <a:lnTo>
                    <a:pt x="0" y="0"/>
                  </a:lnTo>
                  <a:lnTo>
                    <a:pt x="0" y="268859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object 9">
            <a:extLst>
              <a:ext uri="{FF2B5EF4-FFF2-40B4-BE49-F238E27FC236}">
                <a16:creationId xmlns:a16="http://schemas.microsoft.com/office/drawing/2014/main" id="{89290377-D835-5F3C-6161-EC96C7782D60}"/>
              </a:ext>
            </a:extLst>
          </p:cNvPr>
          <p:cNvSpPr txBox="1"/>
          <p:nvPr/>
        </p:nvSpPr>
        <p:spPr>
          <a:xfrm>
            <a:off x="1365789" y="5902443"/>
            <a:ext cx="285459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</a:t>
            </a:r>
            <a:r>
              <a:rPr sz="18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Transmission</a:t>
            </a:r>
            <a:r>
              <a:rPr sz="1800" b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object 4">
            <a:extLst>
              <a:ext uri="{FF2B5EF4-FFF2-40B4-BE49-F238E27FC236}">
                <a16:creationId xmlns:a16="http://schemas.microsoft.com/office/drawing/2014/main" id="{5F2D16AA-6057-C60C-491E-403955B2D7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1572165"/>
              </p:ext>
            </p:extLst>
          </p:nvPr>
        </p:nvGraphicFramePr>
        <p:xfrm>
          <a:off x="5893731" y="1213887"/>
          <a:ext cx="5570854" cy="1861185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6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21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00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Parameters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Respective</a:t>
                      </a:r>
                      <a:r>
                        <a:rPr sz="1800" b="1" spc="-9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Values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Engine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APACHE RTR 160 2V 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Maximum</a:t>
                      </a:r>
                      <a:r>
                        <a:rPr sz="18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16.04 bhp</a:t>
                      </a:r>
                      <a:r>
                        <a:rPr sz="1800" spc="-3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@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8700 </a:t>
                      </a:r>
                      <a:r>
                        <a:rPr sz="18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rpm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Maximum</a:t>
                      </a:r>
                      <a:r>
                        <a:rPr sz="18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Torque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13.85 Nm @ 7000 rpm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object 5">
            <a:extLst>
              <a:ext uri="{FF2B5EF4-FFF2-40B4-BE49-F238E27FC236}">
                <a16:creationId xmlns:a16="http://schemas.microsoft.com/office/drawing/2014/main" id="{01B6477B-939B-3FB7-6E08-C87E81C0F6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0602251"/>
              </p:ext>
            </p:extLst>
          </p:nvPr>
        </p:nvGraphicFramePr>
        <p:xfrm>
          <a:off x="5838312" y="3385634"/>
          <a:ext cx="5647105" cy="289771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657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4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12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75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67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75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Gear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 marR="46228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Gear </a:t>
                      </a:r>
                      <a:r>
                        <a:rPr sz="180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Ratio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RPM</a:t>
                      </a:r>
                      <a:r>
                        <a:rPr sz="1800" b="1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1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b="1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Axel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 marR="3524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Torque</a:t>
                      </a:r>
                      <a:r>
                        <a:rPr sz="1800" b="1" spc="-7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1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</a:t>
                      </a:r>
                      <a:r>
                        <a:rPr sz="180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N-</a:t>
                      </a:r>
                      <a:r>
                        <a:rPr sz="1800" b="1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 marR="33083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</a:t>
                      </a:r>
                      <a:r>
                        <a:rPr sz="1800" b="1" spc="-9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1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KW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72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443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212.16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72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1.77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751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125.17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1.64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72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1.316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1010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93.06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2.22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72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1.045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1272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73.9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2.77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72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0.875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1519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61.8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3.31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577212" y="0"/>
            <a:ext cx="41231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 And Transmission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18462D9-44DC-CA7A-A3D0-53EE1CAB2B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5127" cy="8451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F6A0310-2031-465C-D2B0-1039E8CCDD9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11019031" y="0"/>
            <a:ext cx="1172969" cy="83184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5700" y="0"/>
            <a:ext cx="2032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546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5DFD7-D973-4FCC-4E35-87B031CAD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F6C1254-2B02-CBFB-0585-38C6250240AF}"/>
              </a:ext>
            </a:extLst>
          </p:cNvPr>
          <p:cNvGrpSpPr/>
          <p:nvPr/>
        </p:nvGrpSpPr>
        <p:grpSpPr>
          <a:xfrm>
            <a:off x="775855" y="1330034"/>
            <a:ext cx="10681854" cy="4336475"/>
            <a:chOff x="-880566" y="1635669"/>
            <a:chExt cx="9683597" cy="5143354"/>
          </a:xfrm>
        </p:grpSpPr>
        <p:graphicFrame>
          <p:nvGraphicFramePr>
            <p:cNvPr id="8" name="Chart 7">
              <a:extLst>
                <a:ext uri="{FF2B5EF4-FFF2-40B4-BE49-F238E27FC236}">
                  <a16:creationId xmlns:a16="http://schemas.microsoft.com/office/drawing/2014/main" id="{CFC6F3B4-613B-B726-AE0C-FA4C0DA9D6D7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23534235"/>
                </p:ext>
              </p:extLst>
            </p:nvPr>
          </p:nvGraphicFramePr>
          <p:xfrm>
            <a:off x="4979064" y="1635669"/>
            <a:ext cx="3823967" cy="514335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aphicFrame>
          <p:nvGraphicFramePr>
            <p:cNvPr id="10" name="Chart 9">
              <a:extLst>
                <a:ext uri="{FF2B5EF4-FFF2-40B4-BE49-F238E27FC236}">
                  <a16:creationId xmlns:a16="http://schemas.microsoft.com/office/drawing/2014/main" id="{35BD5D39-E686-7FBB-7540-A4339FA489B5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408187185"/>
                </p:ext>
              </p:extLst>
            </p:nvPr>
          </p:nvGraphicFramePr>
          <p:xfrm>
            <a:off x="-880566" y="1635669"/>
            <a:ext cx="5639345" cy="514335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  <p:sp>
        <p:nvSpPr>
          <p:cNvPr id="11" name="Rectangle 10"/>
          <p:cNvSpPr/>
          <p:nvPr/>
        </p:nvSpPr>
        <p:spPr>
          <a:xfrm>
            <a:off x="3569169" y="0"/>
            <a:ext cx="45549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Weights And BOM / Costing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18462D9-44DC-CA7A-A3D0-53EE1CAB2B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5127" cy="8451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F6A0310-2031-465C-D2B0-1039E8CCDD9C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11019031" y="0"/>
            <a:ext cx="1172969" cy="83184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5700" y="0"/>
            <a:ext cx="2032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160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ED5C8-8D4C-C008-E30B-037B736B4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486;p43"/>
          <p:cNvSpPr/>
          <p:nvPr/>
        </p:nvSpPr>
        <p:spPr>
          <a:xfrm>
            <a:off x="263236" y="845127"/>
            <a:ext cx="11776363" cy="6012873"/>
          </a:xfrm>
          <a:prstGeom prst="roundRect">
            <a:avLst>
              <a:gd name="adj" fmla="val 668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>
              <a:lnSpc>
                <a:spcPct val="150000"/>
              </a:lnSpc>
            </a:pPr>
            <a:endParaRPr b="1" dirty="0">
              <a:solidFill>
                <a:srgbClr val="FFFFFF"/>
              </a:solidFill>
            </a:endParaRPr>
          </a:p>
        </p:txBody>
      </p:sp>
      <p:graphicFrame>
        <p:nvGraphicFramePr>
          <p:cNvPr id="10" name="object 3">
            <a:extLst>
              <a:ext uri="{FF2B5EF4-FFF2-40B4-BE49-F238E27FC236}">
                <a16:creationId xmlns:a16="http://schemas.microsoft.com/office/drawing/2014/main" id="{9D612DAB-795D-F3DD-AADB-9511B70685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7490768"/>
              </p:ext>
            </p:extLst>
          </p:nvPr>
        </p:nvGraphicFramePr>
        <p:xfrm>
          <a:off x="471054" y="975990"/>
          <a:ext cx="11374581" cy="55772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2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77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88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4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14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85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31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688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267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221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447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9249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553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553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40450"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b="1" spc="-10" dirty="0"/>
                        <a:t>COMPONENT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b="1" spc="-10" dirty="0"/>
                        <a:t>FUNCTION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000" b="1" spc="-10" dirty="0"/>
                        <a:t>POTENTIAL</a:t>
                      </a:r>
                      <a:endParaRPr sz="1000" dirty="0"/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000" b="1" dirty="0"/>
                        <a:t>FAILURE</a:t>
                      </a:r>
                      <a:r>
                        <a:rPr sz="1000" b="1" spc="-40" dirty="0"/>
                        <a:t> </a:t>
                      </a:r>
                      <a:r>
                        <a:rPr sz="1000" b="1" spc="-20" dirty="0"/>
                        <a:t>MODE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000" b="1" spc="-10" dirty="0"/>
                        <a:t>POTENTIAL</a:t>
                      </a:r>
                      <a:endParaRPr sz="1000"/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000" b="1" spc="-10" dirty="0"/>
                        <a:t>EFFECTS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b="1" spc="-50" dirty="0"/>
                        <a:t>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b="1" dirty="0"/>
                        <a:t>POTENTIAL</a:t>
                      </a:r>
                      <a:r>
                        <a:rPr sz="1000" b="1" spc="-60" dirty="0"/>
                        <a:t> </a:t>
                      </a:r>
                      <a:r>
                        <a:rPr sz="1000" b="1" spc="-10" dirty="0"/>
                        <a:t>CAUSES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b="1" spc="-50" dirty="0"/>
                        <a:t>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b="1" spc="-50" dirty="0"/>
                        <a:t>D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b="1" spc="-10" dirty="0"/>
                        <a:t>R.P.N.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b="1" dirty="0"/>
                        <a:t>ACTIONS</a:t>
                      </a:r>
                      <a:r>
                        <a:rPr sz="1000" b="1" spc="-45" dirty="0"/>
                        <a:t> </a:t>
                      </a:r>
                      <a:r>
                        <a:rPr sz="1000" b="1" spc="-10" dirty="0"/>
                        <a:t>TAKEN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b="1" spc="-50" dirty="0"/>
                        <a:t>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b="1" spc="-50" dirty="0"/>
                        <a:t>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b="1" spc="-50" dirty="0"/>
                        <a:t>D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b="1" spc="-10" dirty="0"/>
                        <a:t>R.P.N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354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/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 dirty="0"/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 dirty="0"/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endParaRPr sz="1000" dirty="0"/>
                    </a:p>
                    <a:p>
                      <a:pPr marL="3733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b="1" spc="-10" dirty="0"/>
                        <a:t>BRAKES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endParaRPr sz="1000"/>
                    </a:p>
                    <a:p>
                      <a:pPr marL="101600" marR="95885" indent="7620">
                        <a:lnSpc>
                          <a:spcPct val="114500"/>
                        </a:lnSpc>
                        <a:spcBef>
                          <a:spcPts val="5"/>
                        </a:spcBef>
                      </a:pPr>
                      <a:r>
                        <a:rPr sz="1000" dirty="0"/>
                        <a:t>Dissipate</a:t>
                      </a:r>
                      <a:r>
                        <a:rPr sz="1000" spc="-60" dirty="0"/>
                        <a:t> </a:t>
                      </a:r>
                      <a:r>
                        <a:rPr sz="1000" spc="-10" dirty="0"/>
                        <a:t>kinetic </a:t>
                      </a:r>
                      <a:r>
                        <a:rPr sz="1000" dirty="0"/>
                        <a:t>energy</a:t>
                      </a:r>
                      <a:r>
                        <a:rPr sz="1000" spc="-30" dirty="0"/>
                        <a:t> </a:t>
                      </a:r>
                      <a:r>
                        <a:rPr sz="1000" spc="-20" dirty="0"/>
                        <a:t>into</a:t>
                      </a:r>
                      <a:r>
                        <a:rPr sz="1000" spc="500" dirty="0"/>
                        <a:t> </a:t>
                      </a:r>
                      <a:r>
                        <a:rPr sz="1000" spc="-20" dirty="0"/>
                        <a:t>heat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55575" marR="137160" indent="-12700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sz="1000" dirty="0"/>
                        <a:t>Leakage</a:t>
                      </a:r>
                      <a:r>
                        <a:rPr sz="1000" spc="-20" dirty="0"/>
                        <a:t> </a:t>
                      </a:r>
                      <a:r>
                        <a:rPr sz="1000" dirty="0"/>
                        <a:t>of</a:t>
                      </a:r>
                      <a:r>
                        <a:rPr sz="1000" spc="-5" dirty="0"/>
                        <a:t> </a:t>
                      </a:r>
                      <a:r>
                        <a:rPr sz="1000" spc="-10" dirty="0"/>
                        <a:t>fluid </a:t>
                      </a:r>
                      <a:r>
                        <a:rPr sz="1000" dirty="0"/>
                        <a:t>from</a:t>
                      </a:r>
                      <a:r>
                        <a:rPr sz="1000" spc="-40" dirty="0"/>
                        <a:t> </a:t>
                      </a:r>
                      <a:r>
                        <a:rPr sz="1000" dirty="0"/>
                        <a:t>brake</a:t>
                      </a:r>
                      <a:r>
                        <a:rPr sz="1000" spc="-15" dirty="0"/>
                        <a:t> </a:t>
                      </a:r>
                      <a:r>
                        <a:rPr sz="1000" spc="-20" dirty="0"/>
                        <a:t>line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59385" marB="0"/>
                </a:tc>
                <a:tc rowSpan="2">
                  <a:txBody>
                    <a:bodyPr/>
                    <a:lstStyle/>
                    <a:p>
                      <a:pPr marL="31750" marR="23495" indent="59055">
                        <a:lnSpc>
                          <a:spcPct val="114500"/>
                        </a:lnSpc>
                        <a:spcBef>
                          <a:spcPts val="975"/>
                        </a:spcBef>
                      </a:pPr>
                      <a:r>
                        <a:rPr sz="1000" dirty="0"/>
                        <a:t>Improper</a:t>
                      </a:r>
                      <a:r>
                        <a:rPr sz="1000" spc="-45" dirty="0"/>
                        <a:t> </a:t>
                      </a:r>
                      <a:r>
                        <a:rPr sz="1000" spc="-10" dirty="0"/>
                        <a:t>braking </a:t>
                      </a:r>
                      <a:r>
                        <a:rPr sz="1000" dirty="0"/>
                        <a:t>may</a:t>
                      </a:r>
                      <a:r>
                        <a:rPr sz="1000" spc="-30" dirty="0"/>
                        <a:t> </a:t>
                      </a:r>
                      <a:r>
                        <a:rPr sz="1000" dirty="0"/>
                        <a:t>cause</a:t>
                      </a:r>
                      <a:r>
                        <a:rPr sz="1000" spc="-25" dirty="0"/>
                        <a:t> </a:t>
                      </a:r>
                      <a:r>
                        <a:rPr sz="1000" spc="-10" dirty="0"/>
                        <a:t>accident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23825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endParaRPr sz="1000" dirty="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spc="-50" dirty="0"/>
                        <a:t>7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838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4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93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dirty="0"/>
                        <a:t>Excessive</a:t>
                      </a:r>
                      <a:r>
                        <a:rPr sz="1000" spc="-45" dirty="0"/>
                        <a:t> </a:t>
                      </a:r>
                      <a:r>
                        <a:rPr sz="1000" dirty="0"/>
                        <a:t>fluid</a:t>
                      </a:r>
                      <a:r>
                        <a:rPr sz="1000" spc="-30" dirty="0"/>
                        <a:t> </a:t>
                      </a:r>
                      <a:r>
                        <a:rPr sz="1000" spc="-10" dirty="0"/>
                        <a:t>pressure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spc="-50" dirty="0"/>
                        <a:t>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spc="-50" dirty="0"/>
                        <a:t>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spc="-25" dirty="0"/>
                        <a:t>140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000" dirty="0"/>
                        <a:t>Use</a:t>
                      </a:r>
                      <a:r>
                        <a:rPr sz="1000" spc="-35" dirty="0"/>
                        <a:t> </a:t>
                      </a:r>
                      <a:r>
                        <a:rPr sz="1000" dirty="0"/>
                        <a:t>higher</a:t>
                      </a:r>
                      <a:r>
                        <a:rPr sz="1000" spc="-10" dirty="0"/>
                        <a:t> strength</a:t>
                      </a:r>
                      <a:endParaRPr sz="1000"/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000" dirty="0"/>
                        <a:t>fluid</a:t>
                      </a:r>
                      <a:r>
                        <a:rPr sz="1000" spc="-40" dirty="0"/>
                        <a:t> </a:t>
                      </a:r>
                      <a:r>
                        <a:rPr sz="1000" spc="-10" dirty="0"/>
                        <a:t>lines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spc="-50" dirty="0"/>
                        <a:t>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spc="-50" dirty="0"/>
                        <a:t>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spc="-50" dirty="0"/>
                        <a:t>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spc="-25" dirty="0"/>
                        <a:t>84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4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endParaRPr sz="100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/>
                        <a:t>Excessive</a:t>
                      </a:r>
                      <a:r>
                        <a:rPr sz="1000" spc="-40" dirty="0"/>
                        <a:t> </a:t>
                      </a:r>
                      <a:r>
                        <a:rPr sz="1000" spc="-10" dirty="0"/>
                        <a:t>pedal</a:t>
                      </a:r>
                      <a:endParaRPr sz="1000"/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10" dirty="0"/>
                        <a:t>travel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7239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1000"/>
                    </a:p>
                    <a:p>
                      <a:pPr marL="436880" marR="17780" indent="-379730">
                        <a:lnSpc>
                          <a:spcPct val="114500"/>
                        </a:lnSpc>
                      </a:pPr>
                      <a:r>
                        <a:rPr sz="1000" spc="-10" dirty="0"/>
                        <a:t>Insufficient</a:t>
                      </a:r>
                      <a:r>
                        <a:rPr sz="1000" spc="50" dirty="0"/>
                        <a:t> </a:t>
                      </a:r>
                      <a:r>
                        <a:rPr sz="1000" spc="-10" dirty="0"/>
                        <a:t>braking force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83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endParaRPr sz="100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spc="-50" dirty="0"/>
                        <a:t>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57480" marB="0"/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dirty="0"/>
                        <a:t>Low</a:t>
                      </a:r>
                      <a:r>
                        <a:rPr sz="1000" spc="-25" dirty="0"/>
                        <a:t> </a:t>
                      </a:r>
                      <a:r>
                        <a:rPr sz="1000" dirty="0"/>
                        <a:t>fluid</a:t>
                      </a:r>
                      <a:r>
                        <a:rPr sz="1000" spc="-20" dirty="0"/>
                        <a:t> </a:t>
                      </a:r>
                      <a:r>
                        <a:rPr sz="1000" dirty="0"/>
                        <a:t>in</a:t>
                      </a:r>
                      <a:r>
                        <a:rPr sz="1000" spc="-10" dirty="0"/>
                        <a:t> reservoir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spc="-50" dirty="0"/>
                        <a:t>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spc="-50" dirty="0"/>
                        <a:t>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spc="-25" dirty="0"/>
                        <a:t>140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000" dirty="0"/>
                        <a:t>Find</a:t>
                      </a:r>
                      <a:r>
                        <a:rPr sz="1000" spc="-15" dirty="0"/>
                        <a:t> </a:t>
                      </a:r>
                      <a:r>
                        <a:rPr sz="1000" dirty="0"/>
                        <a:t>out</a:t>
                      </a:r>
                      <a:r>
                        <a:rPr sz="1000" spc="-20" dirty="0"/>
                        <a:t> </a:t>
                      </a:r>
                      <a:r>
                        <a:rPr sz="1000" dirty="0"/>
                        <a:t>leakage</a:t>
                      </a:r>
                      <a:r>
                        <a:rPr sz="1000" spc="-20" dirty="0"/>
                        <a:t> </a:t>
                      </a:r>
                      <a:r>
                        <a:rPr sz="1000" spc="-25" dirty="0"/>
                        <a:t>and</a:t>
                      </a:r>
                      <a:endParaRPr sz="1000"/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000" dirty="0"/>
                        <a:t>repair</a:t>
                      </a:r>
                      <a:r>
                        <a:rPr sz="1000" spc="-5" dirty="0"/>
                        <a:t> </a:t>
                      </a:r>
                      <a:r>
                        <a:rPr sz="1000" spc="-25" dirty="0"/>
                        <a:t>it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spc="-50" dirty="0"/>
                        <a:t>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spc="-50" dirty="0"/>
                        <a:t>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spc="-50" dirty="0"/>
                        <a:t>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spc="-25" dirty="0"/>
                        <a:t>48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95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7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1000" dirty="0"/>
                        <a:t>Air</a:t>
                      </a:r>
                      <a:r>
                        <a:rPr sz="1000" spc="-10" dirty="0"/>
                        <a:t> </a:t>
                      </a:r>
                      <a:r>
                        <a:rPr sz="1000" dirty="0"/>
                        <a:t>trapped</a:t>
                      </a:r>
                      <a:r>
                        <a:rPr sz="1000" spc="-25" dirty="0"/>
                        <a:t> </a:t>
                      </a:r>
                      <a:r>
                        <a:rPr sz="1000" dirty="0"/>
                        <a:t>in</a:t>
                      </a:r>
                      <a:r>
                        <a:rPr sz="1000" spc="-30" dirty="0"/>
                        <a:t> </a:t>
                      </a:r>
                      <a:r>
                        <a:rPr sz="1000" spc="-10" dirty="0"/>
                        <a:t>system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2573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1000" spc="-50" dirty="0"/>
                        <a:t>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2573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1000" spc="-50" dirty="0"/>
                        <a:t>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2573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1000" spc="-25" dirty="0"/>
                        <a:t>168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25730" marB="0"/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dirty="0"/>
                        <a:t>Bleed</a:t>
                      </a:r>
                      <a:r>
                        <a:rPr sz="1000" spc="-10" dirty="0"/>
                        <a:t> </a:t>
                      </a:r>
                      <a:r>
                        <a:rPr sz="1000" dirty="0"/>
                        <a:t>the</a:t>
                      </a:r>
                      <a:r>
                        <a:rPr sz="1000" spc="-5" dirty="0"/>
                        <a:t> </a:t>
                      </a:r>
                      <a:r>
                        <a:rPr sz="1000" dirty="0"/>
                        <a:t>system</a:t>
                      </a:r>
                      <a:r>
                        <a:rPr sz="1000" spc="-40" dirty="0"/>
                        <a:t> </a:t>
                      </a:r>
                      <a:r>
                        <a:rPr sz="1000" spc="-25" dirty="0"/>
                        <a:t>and</a:t>
                      </a:r>
                      <a:endParaRPr sz="1000"/>
                    </a:p>
                    <a:p>
                      <a:pPr marL="13208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000" dirty="0"/>
                        <a:t>refill</a:t>
                      </a:r>
                      <a:r>
                        <a:rPr sz="1000" spc="-5" dirty="0"/>
                        <a:t> </a:t>
                      </a:r>
                      <a:r>
                        <a:rPr sz="1000" dirty="0"/>
                        <a:t>master</a:t>
                      </a:r>
                      <a:r>
                        <a:rPr sz="1000" spc="-35" dirty="0"/>
                        <a:t> </a:t>
                      </a:r>
                      <a:r>
                        <a:rPr sz="1000" spc="-10" dirty="0"/>
                        <a:t>cylinder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1000" spc="-50" dirty="0"/>
                        <a:t>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2573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1000" spc="-50" dirty="0"/>
                        <a:t>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2573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1000" spc="-50" dirty="0"/>
                        <a:t>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2573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1000" spc="-25" dirty="0"/>
                        <a:t>72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2573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324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/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 dirty="0"/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00" dirty="0"/>
                    </a:p>
                    <a:p>
                      <a:pPr marL="330835">
                        <a:lnSpc>
                          <a:spcPct val="100000"/>
                        </a:lnSpc>
                      </a:pPr>
                      <a:r>
                        <a:rPr sz="1000" b="1" spc="-10" dirty="0"/>
                        <a:t>KNUCKLE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00"/>
                    </a:p>
                    <a:p>
                      <a:pPr marL="93980">
                        <a:lnSpc>
                          <a:spcPct val="100000"/>
                        </a:lnSpc>
                      </a:pPr>
                      <a:r>
                        <a:rPr sz="1000" dirty="0"/>
                        <a:t>Assist</a:t>
                      </a:r>
                      <a:r>
                        <a:rPr sz="1000" spc="-20" dirty="0"/>
                        <a:t> </a:t>
                      </a:r>
                      <a:r>
                        <a:rPr sz="1000" dirty="0"/>
                        <a:t>in </a:t>
                      </a:r>
                      <a:r>
                        <a:rPr sz="1000" spc="-10" dirty="0"/>
                        <a:t>steering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48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000" dirty="0"/>
                        <a:t>Variation</a:t>
                      </a:r>
                      <a:r>
                        <a:rPr sz="1000" spc="-50" dirty="0"/>
                        <a:t> </a:t>
                      </a:r>
                      <a:r>
                        <a:rPr sz="1000" spc="-25" dirty="0"/>
                        <a:t>in</a:t>
                      </a:r>
                      <a:endParaRPr sz="1000"/>
                    </a:p>
                    <a:p>
                      <a:pPr marL="133350" marR="125095" algn="ctr">
                        <a:lnSpc>
                          <a:spcPts val="1520"/>
                        </a:lnSpc>
                        <a:spcBef>
                          <a:spcPts val="50"/>
                        </a:spcBef>
                      </a:pPr>
                      <a:r>
                        <a:rPr sz="1000" dirty="0"/>
                        <a:t>camber</a:t>
                      </a:r>
                      <a:r>
                        <a:rPr sz="1000" spc="-30" dirty="0"/>
                        <a:t> </a:t>
                      </a:r>
                      <a:r>
                        <a:rPr sz="1000" dirty="0"/>
                        <a:t>angle</a:t>
                      </a:r>
                      <a:r>
                        <a:rPr sz="1000" spc="-20" dirty="0"/>
                        <a:t> </a:t>
                      </a:r>
                      <a:r>
                        <a:rPr sz="1000" spc="-25" dirty="0"/>
                        <a:t>of </a:t>
                      </a:r>
                      <a:r>
                        <a:rPr sz="1000" dirty="0"/>
                        <a:t>both</a:t>
                      </a:r>
                      <a:r>
                        <a:rPr sz="1000" spc="-15" dirty="0"/>
                        <a:t> </a:t>
                      </a:r>
                      <a:r>
                        <a:rPr sz="1000" spc="-10" dirty="0"/>
                        <a:t>wheels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/>
                    </a:p>
                    <a:p>
                      <a:pPr marL="62230">
                        <a:lnSpc>
                          <a:spcPct val="100000"/>
                        </a:lnSpc>
                      </a:pPr>
                      <a:r>
                        <a:rPr sz="1000" dirty="0"/>
                        <a:t>Tire</a:t>
                      </a:r>
                      <a:r>
                        <a:rPr sz="1000" spc="-15" dirty="0"/>
                        <a:t> </a:t>
                      </a:r>
                      <a:r>
                        <a:rPr sz="1000" dirty="0"/>
                        <a:t>may</a:t>
                      </a:r>
                      <a:r>
                        <a:rPr sz="1000" spc="-25" dirty="0"/>
                        <a:t> </a:t>
                      </a:r>
                      <a:r>
                        <a:rPr sz="1000" dirty="0"/>
                        <a:t>burst</a:t>
                      </a:r>
                      <a:r>
                        <a:rPr sz="1000" spc="-20" dirty="0"/>
                        <a:t> </a:t>
                      </a:r>
                      <a:r>
                        <a:rPr sz="1000" spc="-25" dirty="0"/>
                        <a:t>out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spc="-50" dirty="0"/>
                        <a:t>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 marL="654685" marR="195580" indent="-452755">
                        <a:lnSpc>
                          <a:spcPct val="114500"/>
                        </a:lnSpc>
                        <a:spcBef>
                          <a:spcPts val="610"/>
                        </a:spcBef>
                      </a:pPr>
                      <a:r>
                        <a:rPr sz="1000" dirty="0"/>
                        <a:t>Improper</a:t>
                      </a:r>
                      <a:r>
                        <a:rPr sz="1000" spc="-45" dirty="0"/>
                        <a:t> </a:t>
                      </a:r>
                      <a:r>
                        <a:rPr sz="1000" dirty="0"/>
                        <a:t>positioning</a:t>
                      </a:r>
                      <a:r>
                        <a:rPr sz="1000" spc="-65" dirty="0"/>
                        <a:t> </a:t>
                      </a:r>
                      <a:r>
                        <a:rPr sz="1000" spc="-25" dirty="0"/>
                        <a:t>of </a:t>
                      </a:r>
                      <a:r>
                        <a:rPr sz="1000" spc="-10" dirty="0"/>
                        <a:t>knuckle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774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/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000" spc="-50" dirty="0"/>
                        <a:t>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/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000" spc="-50" dirty="0"/>
                        <a:t>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/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000" spc="-25" dirty="0"/>
                        <a:t>648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 marL="19050" marR="10160" indent="97155">
                        <a:lnSpc>
                          <a:spcPct val="114500"/>
                        </a:lnSpc>
                        <a:spcBef>
                          <a:spcPts val="610"/>
                        </a:spcBef>
                      </a:pPr>
                      <a:r>
                        <a:rPr sz="1000" dirty="0"/>
                        <a:t>Set</a:t>
                      </a:r>
                      <a:r>
                        <a:rPr sz="1000" spc="-20" dirty="0"/>
                        <a:t> </a:t>
                      </a:r>
                      <a:r>
                        <a:rPr sz="1000" dirty="0"/>
                        <a:t>knuckle</a:t>
                      </a:r>
                      <a:r>
                        <a:rPr sz="1000" spc="-25" dirty="0"/>
                        <a:t> </a:t>
                      </a:r>
                      <a:r>
                        <a:rPr sz="1000" dirty="0"/>
                        <a:t>in</a:t>
                      </a:r>
                      <a:r>
                        <a:rPr sz="1000" spc="-25" dirty="0"/>
                        <a:t> </a:t>
                      </a:r>
                      <a:r>
                        <a:rPr sz="1000" spc="-10" dirty="0"/>
                        <a:t>proper </a:t>
                      </a:r>
                      <a:r>
                        <a:rPr sz="1000" dirty="0"/>
                        <a:t>position</a:t>
                      </a:r>
                      <a:r>
                        <a:rPr sz="1000" spc="-45" dirty="0"/>
                        <a:t> </a:t>
                      </a:r>
                      <a:r>
                        <a:rPr sz="1000" dirty="0"/>
                        <a:t>at</a:t>
                      </a:r>
                      <a:r>
                        <a:rPr sz="1000" spc="-10" dirty="0"/>
                        <a:t> </a:t>
                      </a:r>
                      <a:r>
                        <a:rPr sz="1000" dirty="0"/>
                        <a:t>same</a:t>
                      </a:r>
                      <a:r>
                        <a:rPr sz="1000" spc="-30" dirty="0"/>
                        <a:t> </a:t>
                      </a:r>
                      <a:r>
                        <a:rPr sz="1000" spc="-10" dirty="0"/>
                        <a:t>camber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774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spc="-50" dirty="0"/>
                        <a:t>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/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000" spc="-50" dirty="0"/>
                        <a:t>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/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000" spc="-50" dirty="0"/>
                        <a:t>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/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000" spc="-25" dirty="0"/>
                        <a:t>100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746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96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21590" indent="-66040">
                        <a:lnSpc>
                          <a:spcPct val="114700"/>
                        </a:lnSpc>
                        <a:spcBef>
                          <a:spcPts val="615"/>
                        </a:spcBef>
                      </a:pPr>
                      <a:r>
                        <a:rPr sz="1000" dirty="0"/>
                        <a:t>Excessive</a:t>
                      </a:r>
                      <a:r>
                        <a:rPr sz="1000" spc="-40" dirty="0"/>
                        <a:t> </a:t>
                      </a:r>
                      <a:r>
                        <a:rPr sz="1000" dirty="0"/>
                        <a:t>heating</a:t>
                      </a:r>
                      <a:r>
                        <a:rPr sz="1000" spc="-30" dirty="0"/>
                        <a:t> </a:t>
                      </a:r>
                      <a:r>
                        <a:rPr sz="1000" spc="-25" dirty="0"/>
                        <a:t>in </a:t>
                      </a:r>
                      <a:r>
                        <a:rPr sz="1000" dirty="0"/>
                        <a:t>knuckle</a:t>
                      </a:r>
                      <a:r>
                        <a:rPr sz="1000" spc="-50" dirty="0"/>
                        <a:t> </a:t>
                      </a:r>
                      <a:r>
                        <a:rPr sz="1000" spc="-10" dirty="0"/>
                        <a:t>assembly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78105" marB="0"/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000" dirty="0"/>
                        <a:t>Bearing</a:t>
                      </a:r>
                      <a:r>
                        <a:rPr sz="1000" spc="-45" dirty="0"/>
                        <a:t> </a:t>
                      </a:r>
                      <a:r>
                        <a:rPr sz="1000" spc="-10" dirty="0"/>
                        <a:t>failure</a:t>
                      </a:r>
                      <a:endParaRPr sz="1000"/>
                    </a:p>
                    <a:p>
                      <a:pPr marL="299720" marR="103505" indent="-187960">
                        <a:lnSpc>
                          <a:spcPts val="1520"/>
                        </a:lnSpc>
                        <a:spcBef>
                          <a:spcPts val="60"/>
                        </a:spcBef>
                      </a:pPr>
                      <a:r>
                        <a:rPr sz="1000" dirty="0"/>
                        <a:t>leads</a:t>
                      </a:r>
                      <a:r>
                        <a:rPr sz="1000" spc="-20" dirty="0"/>
                        <a:t> </a:t>
                      </a:r>
                      <a:r>
                        <a:rPr sz="1000" dirty="0"/>
                        <a:t>to</a:t>
                      </a:r>
                      <a:r>
                        <a:rPr sz="1000" spc="-20" dirty="0"/>
                        <a:t> </a:t>
                      </a:r>
                      <a:r>
                        <a:rPr sz="1000" spc="-10" dirty="0"/>
                        <a:t>bursting </a:t>
                      </a:r>
                      <a:r>
                        <a:rPr sz="1000" dirty="0"/>
                        <a:t>out</a:t>
                      </a:r>
                      <a:r>
                        <a:rPr sz="1000" spc="-10" dirty="0"/>
                        <a:t> </a:t>
                      </a:r>
                      <a:r>
                        <a:rPr sz="1000" dirty="0"/>
                        <a:t>of </a:t>
                      </a:r>
                      <a:r>
                        <a:rPr sz="1000" spc="-20" dirty="0"/>
                        <a:t>tire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00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spc="-50" dirty="0"/>
                        <a:t>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000"/>
                    </a:p>
                    <a:p>
                      <a:pPr marL="31115" algn="ctr">
                        <a:lnSpc>
                          <a:spcPct val="100000"/>
                        </a:lnSpc>
                      </a:pPr>
                      <a:r>
                        <a:rPr sz="1000" dirty="0"/>
                        <a:t>Proper</a:t>
                      </a:r>
                      <a:r>
                        <a:rPr sz="1000" spc="-30" dirty="0"/>
                        <a:t> </a:t>
                      </a:r>
                      <a:r>
                        <a:rPr sz="1000" dirty="0"/>
                        <a:t>placing</a:t>
                      </a:r>
                      <a:r>
                        <a:rPr sz="1000" spc="-30" dirty="0"/>
                        <a:t> </a:t>
                      </a:r>
                      <a:r>
                        <a:rPr sz="1000" dirty="0"/>
                        <a:t>of</a:t>
                      </a:r>
                      <a:r>
                        <a:rPr sz="1000" spc="-15" dirty="0"/>
                        <a:t> </a:t>
                      </a:r>
                      <a:r>
                        <a:rPr sz="1000" spc="-10" dirty="0"/>
                        <a:t>bearing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000" dirty="0"/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000" spc="-50" dirty="0"/>
                        <a:t>8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000"/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000" spc="-50" dirty="0"/>
                        <a:t>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000"/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000" spc="-25" dirty="0"/>
                        <a:t>648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000"/>
                    </a:p>
                    <a:p>
                      <a:pPr marL="31750" algn="ctr">
                        <a:lnSpc>
                          <a:spcPct val="100000"/>
                        </a:lnSpc>
                      </a:pPr>
                      <a:r>
                        <a:rPr sz="1000" dirty="0"/>
                        <a:t>Proper</a:t>
                      </a:r>
                      <a:r>
                        <a:rPr sz="1000" spc="-45" dirty="0"/>
                        <a:t> </a:t>
                      </a:r>
                      <a:r>
                        <a:rPr sz="1000" dirty="0"/>
                        <a:t>bearing</a:t>
                      </a:r>
                      <a:r>
                        <a:rPr sz="1000" spc="-35" dirty="0"/>
                        <a:t> </a:t>
                      </a:r>
                      <a:r>
                        <a:rPr sz="1000" spc="-10" dirty="0"/>
                        <a:t>position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00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spc="-50" dirty="0"/>
                        <a:t>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000"/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000" spc="-50" dirty="0"/>
                        <a:t>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000"/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000" spc="-50" dirty="0"/>
                        <a:t>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000"/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000" spc="-25" dirty="0"/>
                        <a:t>100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4354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endParaRPr sz="1000"/>
                    </a:p>
                    <a:p>
                      <a:pPr marL="379730">
                        <a:lnSpc>
                          <a:spcPct val="100000"/>
                        </a:lnSpc>
                      </a:pPr>
                      <a:r>
                        <a:rPr sz="1000" b="1" spc="-10" dirty="0"/>
                        <a:t>PEDALS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3985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000" dirty="0"/>
                    </a:p>
                    <a:p>
                      <a:pPr marL="454025" marR="112395" indent="-335915">
                        <a:lnSpc>
                          <a:spcPct val="114500"/>
                        </a:lnSpc>
                      </a:pPr>
                      <a:r>
                        <a:rPr sz="1000" dirty="0"/>
                        <a:t>For</a:t>
                      </a:r>
                      <a:r>
                        <a:rPr sz="1000" spc="-15" dirty="0"/>
                        <a:t> </a:t>
                      </a:r>
                      <a:r>
                        <a:rPr sz="1000" dirty="0"/>
                        <a:t>actuation</a:t>
                      </a:r>
                      <a:r>
                        <a:rPr sz="1000" spc="-45" dirty="0"/>
                        <a:t> </a:t>
                      </a:r>
                      <a:r>
                        <a:rPr sz="1000" spc="-25" dirty="0"/>
                        <a:t>of A</a:t>
                      </a:r>
                      <a:r>
                        <a:rPr lang="en-US" sz="1000" spc="-25" dirty="0"/>
                        <a:t>CB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13335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000"/>
                    </a:p>
                    <a:p>
                      <a:pPr marL="279400" marR="21590" indent="-251460">
                        <a:lnSpc>
                          <a:spcPct val="114500"/>
                        </a:lnSpc>
                      </a:pPr>
                      <a:r>
                        <a:rPr sz="1000" spc="-10" dirty="0"/>
                        <a:t>Constraints</a:t>
                      </a:r>
                      <a:r>
                        <a:rPr sz="1000" spc="-5" dirty="0"/>
                        <a:t> </a:t>
                      </a:r>
                      <a:r>
                        <a:rPr sz="1000" dirty="0"/>
                        <a:t>in</a:t>
                      </a:r>
                      <a:r>
                        <a:rPr sz="1000" spc="15" dirty="0"/>
                        <a:t> </a:t>
                      </a:r>
                      <a:r>
                        <a:rPr sz="1000" spc="-20" dirty="0"/>
                        <a:t>pedal </a:t>
                      </a:r>
                      <a:r>
                        <a:rPr sz="1000" spc="-10" dirty="0"/>
                        <a:t>movement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335" marB="0"/>
                </a:tc>
                <a:tc rowSpan="2">
                  <a:txBody>
                    <a:bodyPr/>
                    <a:lstStyle/>
                    <a:p>
                      <a:pPr marL="31686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000" spc="-10" dirty="0"/>
                        <a:t>Improper</a:t>
                      </a:r>
                      <a:endParaRPr sz="1000"/>
                    </a:p>
                    <a:p>
                      <a:pPr marL="275590" indent="-5334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000" dirty="0"/>
                        <a:t>actuations</a:t>
                      </a:r>
                      <a:r>
                        <a:rPr sz="1000" spc="-55" dirty="0"/>
                        <a:t> </a:t>
                      </a:r>
                      <a:r>
                        <a:rPr sz="1000" spc="-25" dirty="0"/>
                        <a:t>in</a:t>
                      </a:r>
                      <a:endParaRPr sz="1000"/>
                    </a:p>
                    <a:p>
                      <a:pPr marL="235585" marR="227329" indent="39370">
                        <a:lnSpc>
                          <a:spcPct val="114500"/>
                        </a:lnSpc>
                        <a:spcBef>
                          <a:spcPts val="10"/>
                        </a:spcBef>
                      </a:pPr>
                      <a:r>
                        <a:rPr sz="1000" dirty="0"/>
                        <a:t>breaking</a:t>
                      </a:r>
                      <a:r>
                        <a:rPr sz="1000" spc="-45" dirty="0"/>
                        <a:t> </a:t>
                      </a:r>
                      <a:r>
                        <a:rPr sz="1000" spc="-50" dirty="0"/>
                        <a:t>&amp;</a:t>
                      </a:r>
                      <a:r>
                        <a:rPr sz="1000" spc="-10" dirty="0"/>
                        <a:t> acceleration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715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endParaRPr sz="100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spc="-50" dirty="0"/>
                        <a:t>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398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000" dirty="0"/>
                        <a:t>Faulty</a:t>
                      </a:r>
                      <a:r>
                        <a:rPr sz="1000" spc="-25" dirty="0"/>
                        <a:t> </a:t>
                      </a:r>
                      <a:r>
                        <a:rPr sz="1000" dirty="0"/>
                        <a:t>placing</a:t>
                      </a:r>
                      <a:r>
                        <a:rPr sz="1000" spc="-25" dirty="0"/>
                        <a:t> </a:t>
                      </a:r>
                      <a:r>
                        <a:rPr sz="1000" dirty="0"/>
                        <a:t>at</a:t>
                      </a:r>
                      <a:r>
                        <a:rPr sz="1000" spc="-10" dirty="0"/>
                        <a:t> spring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2069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000" spc="-50" dirty="0"/>
                        <a:t>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2069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000" spc="-50" dirty="0"/>
                        <a:t>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2069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000" spc="-25" dirty="0"/>
                        <a:t>150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2069" marB="0"/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000" dirty="0"/>
                        <a:t>Proper</a:t>
                      </a:r>
                      <a:r>
                        <a:rPr sz="1000" spc="-30" dirty="0"/>
                        <a:t> </a:t>
                      </a:r>
                      <a:r>
                        <a:rPr sz="1000" dirty="0"/>
                        <a:t>placing</a:t>
                      </a:r>
                      <a:r>
                        <a:rPr sz="1000" spc="-30" dirty="0"/>
                        <a:t> </a:t>
                      </a:r>
                      <a:r>
                        <a:rPr sz="1000" dirty="0"/>
                        <a:t>of</a:t>
                      </a:r>
                      <a:r>
                        <a:rPr sz="1000" spc="-15" dirty="0"/>
                        <a:t> </a:t>
                      </a:r>
                      <a:r>
                        <a:rPr sz="1000" spc="-10" dirty="0"/>
                        <a:t>spring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2069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000" spc="-50" dirty="0"/>
                        <a:t>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2069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000" spc="-50" dirty="0"/>
                        <a:t>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2069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000" spc="-50" dirty="0"/>
                        <a:t>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2069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000" spc="-25" dirty="0"/>
                        <a:t>48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2069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266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000" spc="-10" dirty="0"/>
                        <a:t>Insufficient</a:t>
                      </a:r>
                      <a:r>
                        <a:rPr sz="1000" spc="-20" dirty="0"/>
                        <a:t> </a:t>
                      </a:r>
                      <a:r>
                        <a:rPr sz="1000" dirty="0"/>
                        <a:t>strength</a:t>
                      </a:r>
                      <a:r>
                        <a:rPr sz="1000" spc="-5" dirty="0"/>
                        <a:t> </a:t>
                      </a:r>
                      <a:r>
                        <a:rPr sz="1000" dirty="0"/>
                        <a:t>of</a:t>
                      </a:r>
                      <a:r>
                        <a:rPr sz="1000" spc="15" dirty="0"/>
                        <a:t> </a:t>
                      </a:r>
                      <a:r>
                        <a:rPr sz="1000" spc="-10" dirty="0"/>
                        <a:t>spring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5240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000" spc="-50" dirty="0"/>
                        <a:t>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5240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000" spc="-50" dirty="0"/>
                        <a:t>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5240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000" spc="-25" dirty="0"/>
                        <a:t>175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5240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000" dirty="0"/>
                        <a:t>Select</a:t>
                      </a:r>
                      <a:r>
                        <a:rPr sz="1000" spc="-20" dirty="0"/>
                        <a:t> </a:t>
                      </a:r>
                      <a:r>
                        <a:rPr sz="1000" dirty="0"/>
                        <a:t>proper</a:t>
                      </a:r>
                      <a:r>
                        <a:rPr sz="1000" spc="-15" dirty="0"/>
                        <a:t> </a:t>
                      </a:r>
                      <a:r>
                        <a:rPr sz="1000" spc="-10" dirty="0"/>
                        <a:t>spring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1524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000" spc="-50" dirty="0"/>
                        <a:t>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5240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000" spc="-50" dirty="0"/>
                        <a:t>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5240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000" spc="-50" dirty="0"/>
                        <a:t>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524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000" spc="-25" dirty="0"/>
                        <a:t>48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5240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109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endParaRPr sz="1000"/>
                    </a:p>
                    <a:p>
                      <a:pPr marL="314325">
                        <a:lnSpc>
                          <a:spcPct val="100000"/>
                        </a:lnSpc>
                      </a:pPr>
                      <a:r>
                        <a:rPr sz="1000" b="1" spc="-10" dirty="0"/>
                        <a:t>STEERING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4620" marB="0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000" dirty="0"/>
                        <a:t>To</a:t>
                      </a:r>
                      <a:r>
                        <a:rPr sz="1000" spc="-20" dirty="0"/>
                        <a:t> </a:t>
                      </a:r>
                      <a:r>
                        <a:rPr sz="1000" dirty="0"/>
                        <a:t>turn</a:t>
                      </a:r>
                      <a:r>
                        <a:rPr sz="1000" spc="-25" dirty="0"/>
                        <a:t> the</a:t>
                      </a:r>
                      <a:endParaRPr sz="1000"/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000" spc="-10" dirty="0"/>
                        <a:t>vehicle/angular</a:t>
                      </a:r>
                      <a:endParaRPr sz="1000"/>
                    </a:p>
                    <a:p>
                      <a:pPr marL="182245" marR="177165" algn="ctr">
                        <a:lnSpc>
                          <a:spcPct val="114500"/>
                        </a:lnSpc>
                        <a:spcBef>
                          <a:spcPts val="10"/>
                        </a:spcBef>
                      </a:pPr>
                      <a:r>
                        <a:rPr sz="1000" dirty="0"/>
                        <a:t>positioning</a:t>
                      </a:r>
                      <a:r>
                        <a:rPr sz="1000" spc="-65" dirty="0"/>
                        <a:t> </a:t>
                      </a:r>
                      <a:r>
                        <a:rPr sz="1000" spc="-25" dirty="0"/>
                        <a:t>of </a:t>
                      </a:r>
                      <a:r>
                        <a:rPr sz="1000" spc="-10" dirty="0"/>
                        <a:t>wheel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715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000"/>
                    </a:p>
                    <a:p>
                      <a:pPr marL="469900" marR="126364" indent="-337185">
                        <a:lnSpc>
                          <a:spcPct val="114500"/>
                        </a:lnSpc>
                        <a:spcBef>
                          <a:spcPts val="5"/>
                        </a:spcBef>
                      </a:pPr>
                      <a:r>
                        <a:rPr sz="1000" dirty="0"/>
                        <a:t>Steering</a:t>
                      </a:r>
                      <a:r>
                        <a:rPr sz="1000" spc="-40" dirty="0"/>
                        <a:t> </a:t>
                      </a:r>
                      <a:r>
                        <a:rPr sz="1000" dirty="0"/>
                        <a:t>hard</a:t>
                      </a:r>
                      <a:r>
                        <a:rPr sz="1000" spc="-25" dirty="0"/>
                        <a:t> to </a:t>
                      </a:r>
                      <a:r>
                        <a:rPr sz="1000" spc="-20" dirty="0"/>
                        <a:t>turn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335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000"/>
                    </a:p>
                    <a:p>
                      <a:pPr marL="118745" marR="85725" indent="5715">
                        <a:lnSpc>
                          <a:spcPct val="114500"/>
                        </a:lnSpc>
                        <a:spcBef>
                          <a:spcPts val="5"/>
                        </a:spcBef>
                      </a:pPr>
                      <a:r>
                        <a:rPr sz="1000" dirty="0"/>
                        <a:t>Difficult</a:t>
                      </a:r>
                      <a:r>
                        <a:rPr sz="1000" spc="-45" dirty="0"/>
                        <a:t> </a:t>
                      </a:r>
                      <a:r>
                        <a:rPr sz="1000" dirty="0"/>
                        <a:t>to</a:t>
                      </a:r>
                      <a:r>
                        <a:rPr sz="1000" spc="-25" dirty="0"/>
                        <a:t> </a:t>
                      </a:r>
                      <a:r>
                        <a:rPr sz="1000" spc="-10" dirty="0"/>
                        <a:t>steer, </a:t>
                      </a:r>
                      <a:r>
                        <a:rPr sz="1000" dirty="0"/>
                        <a:t>may</a:t>
                      </a:r>
                      <a:r>
                        <a:rPr sz="1000" spc="-35" dirty="0"/>
                        <a:t> </a:t>
                      </a:r>
                      <a:r>
                        <a:rPr sz="1000" dirty="0"/>
                        <a:t>under</a:t>
                      </a:r>
                      <a:r>
                        <a:rPr sz="1000" spc="-10" dirty="0"/>
                        <a:t> steer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335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endParaRPr sz="100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spc="-50" dirty="0"/>
                        <a:t>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4620" marB="0"/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000" dirty="0"/>
                        <a:t>Low</a:t>
                      </a:r>
                      <a:r>
                        <a:rPr sz="1000" spc="-15" dirty="0"/>
                        <a:t> </a:t>
                      </a:r>
                      <a:r>
                        <a:rPr sz="1000" dirty="0"/>
                        <a:t>tire</a:t>
                      </a:r>
                      <a:r>
                        <a:rPr sz="1000" spc="-5" dirty="0"/>
                        <a:t> </a:t>
                      </a:r>
                      <a:r>
                        <a:rPr sz="1000" spc="-10" dirty="0"/>
                        <a:t>pressure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000" spc="-50" dirty="0"/>
                        <a:t>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000" spc="-50" dirty="0"/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000" spc="-25" dirty="0"/>
                        <a:t>36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000" dirty="0"/>
                        <a:t>Proper</a:t>
                      </a:r>
                      <a:r>
                        <a:rPr sz="1000" spc="-35" dirty="0"/>
                        <a:t> </a:t>
                      </a:r>
                      <a:r>
                        <a:rPr sz="1000" dirty="0"/>
                        <a:t>sealing</a:t>
                      </a:r>
                      <a:r>
                        <a:rPr sz="1000" spc="-40" dirty="0"/>
                        <a:t> </a:t>
                      </a:r>
                      <a:r>
                        <a:rPr sz="1000" dirty="0"/>
                        <a:t>should</a:t>
                      </a:r>
                      <a:r>
                        <a:rPr sz="1000" spc="-40" dirty="0"/>
                        <a:t> </a:t>
                      </a:r>
                      <a:r>
                        <a:rPr sz="1000" spc="-25" dirty="0"/>
                        <a:t>be</a:t>
                      </a:r>
                      <a:endParaRPr sz="1000"/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000" spc="-10" dirty="0"/>
                        <a:t>inspected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000" spc="-50" dirty="0"/>
                        <a:t>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000" spc="-50" dirty="0"/>
                        <a:t>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000" spc="-50" dirty="0"/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000" spc="-25" dirty="0"/>
                        <a:t>24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235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59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4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4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000" dirty="0"/>
                        <a:t>Wheels</a:t>
                      </a:r>
                      <a:r>
                        <a:rPr sz="1000" spc="-30" dirty="0"/>
                        <a:t> </a:t>
                      </a:r>
                      <a:r>
                        <a:rPr sz="1000" dirty="0"/>
                        <a:t>are</a:t>
                      </a:r>
                      <a:r>
                        <a:rPr sz="1000" spc="-5" dirty="0"/>
                        <a:t> </a:t>
                      </a:r>
                      <a:r>
                        <a:rPr sz="1000" dirty="0"/>
                        <a:t>not</a:t>
                      </a:r>
                      <a:r>
                        <a:rPr sz="1000" spc="-35" dirty="0"/>
                        <a:t> </a:t>
                      </a:r>
                      <a:r>
                        <a:rPr sz="1000" spc="-10" dirty="0"/>
                        <a:t>properly</a:t>
                      </a:r>
                      <a:endParaRPr sz="1000"/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000" spc="-10" dirty="0"/>
                        <a:t>aligned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000" spc="-50" dirty="0"/>
                        <a:t>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000" spc="-50" dirty="0"/>
                        <a:t>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000" spc="-25" dirty="0"/>
                        <a:t>224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000" dirty="0"/>
                        <a:t>Aligned</a:t>
                      </a:r>
                      <a:r>
                        <a:rPr sz="1000" spc="-25" dirty="0"/>
                        <a:t> </a:t>
                      </a:r>
                      <a:r>
                        <a:rPr sz="1000" dirty="0"/>
                        <a:t>wheel</a:t>
                      </a:r>
                      <a:r>
                        <a:rPr sz="1000" spc="-15" dirty="0"/>
                        <a:t> </a:t>
                      </a:r>
                      <a:r>
                        <a:rPr sz="1000" spc="-10" dirty="0"/>
                        <a:t>properly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000" spc="-50" dirty="0"/>
                        <a:t>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000" spc="-50" dirty="0"/>
                        <a:t>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000" spc="-50" dirty="0"/>
                        <a:t>6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000" spc="-25" dirty="0"/>
                        <a:t>252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235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2487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endParaRPr sz="1000"/>
                    </a:p>
                    <a:p>
                      <a:pPr marL="337185">
                        <a:lnSpc>
                          <a:spcPct val="100000"/>
                        </a:lnSpc>
                      </a:pPr>
                      <a:r>
                        <a:rPr sz="1000" b="1" spc="-10" dirty="0"/>
                        <a:t>BATTERY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endParaRPr sz="1000"/>
                    </a:p>
                    <a:p>
                      <a:pPr marL="31750" algn="ctr">
                        <a:lnSpc>
                          <a:spcPct val="100000"/>
                        </a:lnSpc>
                      </a:pPr>
                      <a:r>
                        <a:rPr sz="1000" dirty="0"/>
                        <a:t>Provides</a:t>
                      </a:r>
                      <a:r>
                        <a:rPr sz="1000" spc="-50" dirty="0"/>
                        <a:t> </a:t>
                      </a:r>
                      <a:r>
                        <a:rPr sz="1000" spc="-10" dirty="0"/>
                        <a:t>electric</a:t>
                      </a:r>
                      <a:endParaRPr sz="1000"/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000" spc="-10" dirty="0"/>
                        <a:t>energy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462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000"/>
                    </a:p>
                    <a:p>
                      <a:pPr marL="381635" marR="232410" indent="-142240">
                        <a:lnSpc>
                          <a:spcPct val="114500"/>
                        </a:lnSpc>
                        <a:spcBef>
                          <a:spcPts val="5"/>
                        </a:spcBef>
                      </a:pPr>
                      <a:r>
                        <a:rPr sz="1000" dirty="0"/>
                        <a:t>Discharge</a:t>
                      </a:r>
                      <a:r>
                        <a:rPr sz="1000" spc="-50" dirty="0"/>
                        <a:t> </a:t>
                      </a:r>
                      <a:r>
                        <a:rPr sz="1000" spc="-25" dirty="0"/>
                        <a:t>of </a:t>
                      </a:r>
                      <a:r>
                        <a:rPr sz="1000" spc="-10" dirty="0"/>
                        <a:t>battery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335" marB="0"/>
                </a:tc>
                <a:tc rowSpan="2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000" dirty="0"/>
                        <a:t>Failure</a:t>
                      </a:r>
                      <a:r>
                        <a:rPr sz="1000" spc="-15" dirty="0"/>
                        <a:t> </a:t>
                      </a:r>
                      <a:r>
                        <a:rPr sz="1000" dirty="0"/>
                        <a:t>of</a:t>
                      </a:r>
                      <a:r>
                        <a:rPr sz="1000" spc="-15" dirty="0"/>
                        <a:t> </a:t>
                      </a:r>
                      <a:r>
                        <a:rPr sz="1000" spc="-25" dirty="0"/>
                        <a:t>sub</a:t>
                      </a:r>
                      <a:endParaRPr sz="1000" dirty="0"/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000" dirty="0"/>
                        <a:t>components</a:t>
                      </a:r>
                      <a:r>
                        <a:rPr sz="1000" spc="-60" dirty="0"/>
                        <a:t> </a:t>
                      </a:r>
                      <a:r>
                        <a:rPr sz="1000" spc="-20" dirty="0"/>
                        <a:t>runs</a:t>
                      </a:r>
                      <a:endParaRPr sz="1000" dirty="0"/>
                    </a:p>
                    <a:p>
                      <a:pPr marL="46990" marR="38735" algn="ctr">
                        <a:lnSpc>
                          <a:spcPct val="114500"/>
                        </a:lnSpc>
                        <a:spcBef>
                          <a:spcPts val="15"/>
                        </a:spcBef>
                      </a:pPr>
                      <a:r>
                        <a:rPr sz="1000" dirty="0"/>
                        <a:t>on</a:t>
                      </a:r>
                      <a:r>
                        <a:rPr sz="1000" spc="-10" dirty="0"/>
                        <a:t> </a:t>
                      </a:r>
                      <a:r>
                        <a:rPr sz="1000" dirty="0"/>
                        <a:t>electric</a:t>
                      </a:r>
                      <a:r>
                        <a:rPr sz="1000" spc="-30" dirty="0"/>
                        <a:t> </a:t>
                      </a:r>
                      <a:r>
                        <a:rPr sz="1000" spc="-10" dirty="0"/>
                        <a:t>battery, </a:t>
                      </a:r>
                      <a:r>
                        <a:rPr sz="1000" dirty="0"/>
                        <a:t>brake</a:t>
                      </a:r>
                      <a:r>
                        <a:rPr sz="1000" spc="-15" dirty="0"/>
                        <a:t> </a:t>
                      </a:r>
                      <a:r>
                        <a:rPr sz="1000" dirty="0"/>
                        <a:t>light,</a:t>
                      </a:r>
                      <a:r>
                        <a:rPr sz="1000" spc="-10" dirty="0"/>
                        <a:t> starter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635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endParaRPr sz="100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spc="-50" dirty="0"/>
                        <a:t>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000" dirty="0"/>
                        <a:t>Reverse</a:t>
                      </a:r>
                      <a:r>
                        <a:rPr sz="1000" spc="-10" dirty="0"/>
                        <a:t> connection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000" spc="-50" dirty="0"/>
                        <a:t>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000" spc="-50" dirty="0"/>
                        <a:t>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000" spc="-25" dirty="0"/>
                        <a:t>112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000" dirty="0"/>
                        <a:t>Proper</a:t>
                      </a:r>
                      <a:r>
                        <a:rPr sz="1000" spc="-20" dirty="0"/>
                        <a:t> </a:t>
                      </a:r>
                      <a:r>
                        <a:rPr sz="1000" spc="-10" dirty="0"/>
                        <a:t>connections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000" spc="-50" dirty="0"/>
                        <a:t>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000" spc="-50" dirty="0"/>
                        <a:t>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000" spc="-50" dirty="0"/>
                        <a:t>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000" spc="-25" dirty="0"/>
                        <a:t>70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35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60525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4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3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endParaRPr sz="100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/>
                        <a:t>Excessive</a:t>
                      </a:r>
                      <a:r>
                        <a:rPr sz="1000" spc="-40" dirty="0"/>
                        <a:t> </a:t>
                      </a:r>
                      <a:r>
                        <a:rPr sz="1000" spc="-25" dirty="0"/>
                        <a:t>use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46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endParaRPr sz="1000"/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000" spc="-50" dirty="0"/>
                        <a:t>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46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endParaRPr sz="1000"/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000" spc="-50" dirty="0"/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46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endParaRPr sz="100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spc="-25" dirty="0"/>
                        <a:t>56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46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000"/>
                    </a:p>
                    <a:p>
                      <a:pPr marL="269240" marR="106045" indent="-155575">
                        <a:lnSpc>
                          <a:spcPct val="114500"/>
                        </a:lnSpc>
                      </a:pPr>
                      <a:r>
                        <a:rPr sz="1000" dirty="0"/>
                        <a:t>Keep</a:t>
                      </a:r>
                      <a:r>
                        <a:rPr sz="1000" spc="-35" dirty="0"/>
                        <a:t> </a:t>
                      </a:r>
                      <a:r>
                        <a:rPr sz="1000" dirty="0"/>
                        <a:t>running</a:t>
                      </a:r>
                      <a:r>
                        <a:rPr sz="1000" spc="-25" dirty="0"/>
                        <a:t> </a:t>
                      </a:r>
                      <a:r>
                        <a:rPr sz="1000" spc="-10" dirty="0"/>
                        <a:t>battery </a:t>
                      </a:r>
                      <a:r>
                        <a:rPr sz="1000" dirty="0"/>
                        <a:t>charging</a:t>
                      </a:r>
                      <a:r>
                        <a:rPr sz="1000" spc="-45" dirty="0"/>
                        <a:t> </a:t>
                      </a:r>
                      <a:r>
                        <a:rPr sz="1000" spc="-10" dirty="0"/>
                        <a:t>source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endParaRPr sz="100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spc="-50" dirty="0"/>
                        <a:t>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46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endParaRPr sz="1000"/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000" spc="-50" dirty="0"/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46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endParaRPr sz="1000"/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000" spc="-50" dirty="0"/>
                        <a:t>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46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endParaRPr sz="100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spc="-25" dirty="0"/>
                        <a:t>14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462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174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endParaRPr sz="1000" dirty="0"/>
                    </a:p>
                    <a:p>
                      <a:pPr marL="144780">
                        <a:lnSpc>
                          <a:spcPct val="100000"/>
                        </a:lnSpc>
                      </a:pPr>
                      <a:r>
                        <a:rPr sz="1000" b="1" spc="-10" dirty="0"/>
                        <a:t>TRANSMISSION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13462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000" dirty="0"/>
                    </a:p>
                    <a:p>
                      <a:pPr marL="180975" marR="104775" indent="-68580">
                        <a:lnSpc>
                          <a:spcPct val="114500"/>
                        </a:lnSpc>
                      </a:pPr>
                      <a:r>
                        <a:rPr sz="1000" dirty="0"/>
                        <a:t>Transmit</a:t>
                      </a:r>
                      <a:r>
                        <a:rPr sz="1000" spc="-35" dirty="0"/>
                        <a:t> </a:t>
                      </a:r>
                      <a:r>
                        <a:rPr sz="1000" spc="-10" dirty="0"/>
                        <a:t>engine </a:t>
                      </a:r>
                      <a:r>
                        <a:rPr sz="1000" dirty="0"/>
                        <a:t>power</a:t>
                      </a:r>
                      <a:r>
                        <a:rPr sz="1000" spc="-25" dirty="0"/>
                        <a:t> </a:t>
                      </a:r>
                      <a:r>
                        <a:rPr sz="1000" dirty="0"/>
                        <a:t>to</a:t>
                      </a:r>
                      <a:r>
                        <a:rPr sz="1000" spc="-10" dirty="0"/>
                        <a:t> </a:t>
                      </a:r>
                      <a:r>
                        <a:rPr sz="1000" spc="-20" dirty="0"/>
                        <a:t>axle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000"/>
                    </a:p>
                    <a:p>
                      <a:pPr marL="469900" marR="102870" indent="-361315">
                        <a:lnSpc>
                          <a:spcPct val="114500"/>
                        </a:lnSpc>
                      </a:pPr>
                      <a:r>
                        <a:rPr sz="1000" dirty="0"/>
                        <a:t>Outward</a:t>
                      </a:r>
                      <a:r>
                        <a:rPr sz="1000" spc="-35" dirty="0"/>
                        <a:t> </a:t>
                      </a:r>
                      <a:r>
                        <a:rPr sz="1000" dirty="0"/>
                        <a:t>shaft</a:t>
                      </a:r>
                      <a:r>
                        <a:rPr sz="1000" spc="-30" dirty="0"/>
                        <a:t> </a:t>
                      </a:r>
                      <a:r>
                        <a:rPr sz="1000" spc="-25" dirty="0"/>
                        <a:t>of </a:t>
                      </a:r>
                      <a:r>
                        <a:rPr sz="1000" spc="-20" dirty="0"/>
                        <a:t>turn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000"/>
                    </a:p>
                    <a:p>
                      <a:pPr marL="374650" marR="228600" indent="-137160">
                        <a:lnSpc>
                          <a:spcPct val="114500"/>
                        </a:lnSpc>
                      </a:pPr>
                      <a:r>
                        <a:rPr sz="1000" dirty="0"/>
                        <a:t>Vehicle</a:t>
                      </a:r>
                      <a:r>
                        <a:rPr sz="1000" spc="-35" dirty="0"/>
                        <a:t> </a:t>
                      </a:r>
                      <a:r>
                        <a:rPr sz="1000" spc="-20" dirty="0"/>
                        <a:t>stop </a:t>
                      </a:r>
                      <a:r>
                        <a:rPr sz="1000" spc="-10" dirty="0"/>
                        <a:t>moving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endParaRPr sz="100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spc="-50" dirty="0"/>
                        <a:t>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4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000" dirty="0"/>
                        <a:t>Improper</a:t>
                      </a:r>
                      <a:r>
                        <a:rPr sz="1000" spc="-40" dirty="0"/>
                        <a:t> </a:t>
                      </a:r>
                      <a:r>
                        <a:rPr sz="1000" dirty="0"/>
                        <a:t>selection</a:t>
                      </a:r>
                      <a:r>
                        <a:rPr sz="1000" spc="-55" dirty="0"/>
                        <a:t> </a:t>
                      </a:r>
                      <a:r>
                        <a:rPr sz="1000" spc="-25" dirty="0"/>
                        <a:t>of</a:t>
                      </a:r>
                      <a:endParaRPr sz="1000"/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000" dirty="0"/>
                        <a:t>sprocket</a:t>
                      </a:r>
                      <a:r>
                        <a:rPr sz="1000" spc="-20" dirty="0"/>
                        <a:t> </a:t>
                      </a:r>
                      <a:r>
                        <a:rPr sz="1000" spc="-10" dirty="0"/>
                        <a:t>wheel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000" spc="-50" dirty="0"/>
                        <a:t>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87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000" spc="-50" dirty="0"/>
                        <a:t>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87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000" spc="-25" dirty="0"/>
                        <a:t>288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87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000" dirty="0"/>
                        <a:t>Select</a:t>
                      </a:r>
                      <a:r>
                        <a:rPr sz="1000" spc="-35" dirty="0"/>
                        <a:t> </a:t>
                      </a:r>
                      <a:r>
                        <a:rPr sz="1000" dirty="0"/>
                        <a:t>proper</a:t>
                      </a:r>
                      <a:r>
                        <a:rPr sz="1000" spc="-20" dirty="0"/>
                        <a:t> </a:t>
                      </a:r>
                      <a:r>
                        <a:rPr sz="1000" spc="-10" dirty="0"/>
                        <a:t>sprocket</a:t>
                      </a:r>
                      <a:endParaRPr sz="1000"/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000" spc="-10" dirty="0"/>
                        <a:t>wheel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000" spc="-50" dirty="0"/>
                        <a:t>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87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000" spc="-50" dirty="0"/>
                        <a:t>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87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000" spc="-50" dirty="0"/>
                        <a:t>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8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000" spc="-25" dirty="0"/>
                        <a:t>32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87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17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4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4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000" spc="-10" dirty="0"/>
                        <a:t>Inadequate</a:t>
                      </a:r>
                      <a:r>
                        <a:rPr sz="1000" spc="35" dirty="0"/>
                        <a:t> </a:t>
                      </a:r>
                      <a:r>
                        <a:rPr sz="1000" spc="-10" dirty="0"/>
                        <a:t>lubrication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10287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000" spc="-50" dirty="0"/>
                        <a:t>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87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000" spc="-50" dirty="0"/>
                        <a:t>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87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000" spc="-25" dirty="0"/>
                        <a:t>108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870" marB="0"/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000" dirty="0"/>
                        <a:t>Provide</a:t>
                      </a:r>
                      <a:r>
                        <a:rPr sz="1000" spc="-5" dirty="0"/>
                        <a:t> </a:t>
                      </a:r>
                      <a:r>
                        <a:rPr sz="1000" spc="-10" dirty="0"/>
                        <a:t>lubrication</a:t>
                      </a:r>
                      <a:r>
                        <a:rPr sz="1000" spc="-15" dirty="0"/>
                        <a:t> </a:t>
                      </a:r>
                      <a:r>
                        <a:rPr sz="1000" spc="-25" dirty="0"/>
                        <a:t>in</a:t>
                      </a:r>
                      <a:endParaRPr sz="1000"/>
                    </a:p>
                    <a:p>
                      <a:pPr marL="17653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000" dirty="0"/>
                        <a:t>proper</a:t>
                      </a:r>
                      <a:r>
                        <a:rPr sz="1000" spc="-20" dirty="0"/>
                        <a:t> </a:t>
                      </a:r>
                      <a:r>
                        <a:rPr sz="1000" dirty="0"/>
                        <a:t>time</a:t>
                      </a:r>
                      <a:r>
                        <a:rPr sz="1000" spc="-20" dirty="0"/>
                        <a:t> </a:t>
                      </a:r>
                      <a:r>
                        <a:rPr sz="1000" spc="-10" dirty="0"/>
                        <a:t>period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000" spc="-50" dirty="0"/>
                        <a:t>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87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000" spc="-50" dirty="0"/>
                        <a:t>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87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000" spc="-50" dirty="0"/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28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000" spc="-25" dirty="0"/>
                        <a:t>24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10287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5096252" y="0"/>
            <a:ext cx="15007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DFMEA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18462D9-44DC-CA7A-A3D0-53EE1CAB2B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5127" cy="8451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F6A0310-2031-465C-D2B0-1039E8CCDD9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11019031" y="0"/>
            <a:ext cx="1172969" cy="83184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5700" y="0"/>
            <a:ext cx="2032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53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86;p43"/>
          <p:cNvSpPr/>
          <p:nvPr/>
        </p:nvSpPr>
        <p:spPr>
          <a:xfrm>
            <a:off x="263236" y="872836"/>
            <a:ext cx="11776363" cy="5777346"/>
          </a:xfrm>
          <a:prstGeom prst="roundRect">
            <a:avLst>
              <a:gd name="adj" fmla="val 668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>
              <a:lnSpc>
                <a:spcPct val="150000"/>
              </a:lnSpc>
            </a:pPr>
            <a:endParaRPr b="1" dirty="0">
              <a:solidFill>
                <a:srgbClr val="FFFFFF"/>
              </a:solidFill>
            </a:endParaRP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558627FF-9DE1-2DEF-0BA7-4D0911011E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7467220"/>
              </p:ext>
            </p:extLst>
          </p:nvPr>
        </p:nvGraphicFramePr>
        <p:xfrm>
          <a:off x="484909" y="1149926"/>
          <a:ext cx="11361175" cy="53478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88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5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8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82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9739">
                <a:tc>
                  <a:txBody>
                    <a:bodyPr/>
                    <a:lstStyle/>
                    <a:p>
                      <a:pPr marR="67310" algn="ctr">
                        <a:lnSpc>
                          <a:spcPct val="100000"/>
                        </a:lnSpc>
                        <a:spcBef>
                          <a:spcPts val="1550"/>
                        </a:spcBef>
                      </a:pPr>
                      <a:r>
                        <a:rPr sz="1400" b="1" dirty="0"/>
                        <a:t>Sr</a:t>
                      </a:r>
                      <a:r>
                        <a:rPr sz="1400" b="1" spc="-20" dirty="0"/>
                        <a:t> </a:t>
                      </a:r>
                      <a:r>
                        <a:rPr sz="1400" b="1" spc="-25" dirty="0"/>
                        <a:t>no.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6850" marB="0"/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550"/>
                        </a:spcBef>
                      </a:pPr>
                      <a:r>
                        <a:rPr sz="1400" b="1" spc="-10" dirty="0"/>
                        <a:t>Parameter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96850" marB="0"/>
                </a:tc>
                <a:tc>
                  <a:txBody>
                    <a:bodyPr/>
                    <a:lstStyle/>
                    <a:p>
                      <a:pPr marR="70485" algn="ctr">
                        <a:lnSpc>
                          <a:spcPct val="100000"/>
                        </a:lnSpc>
                        <a:spcBef>
                          <a:spcPts val="1550"/>
                        </a:spcBef>
                      </a:pPr>
                      <a:r>
                        <a:rPr sz="1400" b="1" spc="-10" dirty="0"/>
                        <a:t>Method</a:t>
                      </a:r>
                      <a:r>
                        <a:rPr sz="1400" b="1" spc="-45" dirty="0"/>
                        <a:t> </a:t>
                      </a:r>
                      <a:r>
                        <a:rPr sz="1400" b="1" dirty="0"/>
                        <a:t>of</a:t>
                      </a:r>
                      <a:r>
                        <a:rPr sz="1400" b="1" spc="-10" dirty="0"/>
                        <a:t> Checking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6850" marB="0"/>
                </a:tc>
                <a:tc>
                  <a:txBody>
                    <a:bodyPr/>
                    <a:lstStyle/>
                    <a:p>
                      <a:pPr marL="646430" algn="l">
                        <a:lnSpc>
                          <a:spcPct val="100000"/>
                        </a:lnSpc>
                        <a:spcBef>
                          <a:spcPts val="1550"/>
                        </a:spcBef>
                      </a:pPr>
                      <a:r>
                        <a:rPr sz="1400" b="1" dirty="0"/>
                        <a:t>Design</a:t>
                      </a:r>
                      <a:r>
                        <a:rPr sz="1400" b="1" spc="-45" dirty="0"/>
                        <a:t> </a:t>
                      </a:r>
                      <a:r>
                        <a:rPr sz="1400" b="1" spc="-10" dirty="0"/>
                        <a:t>Value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9685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739">
                <a:tc>
                  <a:txBody>
                    <a:bodyPr/>
                    <a:lstStyle/>
                    <a:p>
                      <a:pPr marR="69850" algn="ctr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1400" spc="-50" dirty="0"/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7485" marB="0"/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1400" dirty="0"/>
                        <a:t>Wheel</a:t>
                      </a:r>
                      <a:r>
                        <a:rPr sz="1400" spc="-55" dirty="0"/>
                        <a:t> </a:t>
                      </a:r>
                      <a:r>
                        <a:rPr sz="1400" spc="-20" dirty="0"/>
                        <a:t>base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7485" marB="0"/>
                </a:tc>
                <a:tc>
                  <a:txBody>
                    <a:bodyPr/>
                    <a:lstStyle/>
                    <a:p>
                      <a:pPr marL="1464945" marR="189230" indent="-1363980">
                        <a:lnSpc>
                          <a:spcPct val="112900"/>
                        </a:lnSpc>
                        <a:spcBef>
                          <a:spcPts val="340"/>
                        </a:spcBef>
                      </a:pPr>
                      <a:r>
                        <a:rPr sz="1400" spc="-10" dirty="0"/>
                        <a:t>Distance</a:t>
                      </a:r>
                      <a:r>
                        <a:rPr sz="1400" spc="-55" dirty="0"/>
                        <a:t> </a:t>
                      </a:r>
                      <a:r>
                        <a:rPr sz="1400" spc="-10" dirty="0"/>
                        <a:t>from</a:t>
                      </a:r>
                      <a:r>
                        <a:rPr sz="1400" spc="-70" dirty="0"/>
                        <a:t> </a:t>
                      </a:r>
                      <a:r>
                        <a:rPr sz="1400" spc="-10" dirty="0"/>
                        <a:t>center</a:t>
                      </a:r>
                      <a:r>
                        <a:rPr sz="1400" spc="-30" dirty="0"/>
                        <a:t> </a:t>
                      </a:r>
                      <a:r>
                        <a:rPr sz="1400" dirty="0"/>
                        <a:t>of</a:t>
                      </a:r>
                      <a:r>
                        <a:rPr sz="1400" spc="-25" dirty="0"/>
                        <a:t> </a:t>
                      </a:r>
                      <a:r>
                        <a:rPr sz="1400" spc="-10" dirty="0"/>
                        <a:t>front</a:t>
                      </a:r>
                      <a:r>
                        <a:rPr sz="1400" spc="-50" dirty="0"/>
                        <a:t> </a:t>
                      </a:r>
                      <a:r>
                        <a:rPr sz="1400" dirty="0"/>
                        <a:t>wheel</a:t>
                      </a:r>
                      <a:r>
                        <a:rPr sz="1400" spc="-15" dirty="0"/>
                        <a:t> </a:t>
                      </a:r>
                      <a:r>
                        <a:rPr sz="1400" dirty="0"/>
                        <a:t>to</a:t>
                      </a:r>
                      <a:r>
                        <a:rPr sz="1400" spc="-15" dirty="0"/>
                        <a:t> </a:t>
                      </a:r>
                      <a:r>
                        <a:rPr sz="1400" spc="-10" dirty="0"/>
                        <a:t>center</a:t>
                      </a:r>
                      <a:r>
                        <a:rPr sz="1400" spc="-40" dirty="0"/>
                        <a:t> </a:t>
                      </a:r>
                      <a:r>
                        <a:rPr sz="1400" dirty="0"/>
                        <a:t>of</a:t>
                      </a:r>
                      <a:r>
                        <a:rPr sz="1400" spc="-25" dirty="0"/>
                        <a:t> </a:t>
                      </a:r>
                      <a:r>
                        <a:rPr sz="1400" dirty="0"/>
                        <a:t>rear</a:t>
                      </a:r>
                      <a:r>
                        <a:rPr sz="1400" spc="-40" dirty="0"/>
                        <a:t> </a:t>
                      </a:r>
                      <a:r>
                        <a:rPr sz="1400" spc="-10" dirty="0"/>
                        <a:t>wheel </a:t>
                      </a:r>
                      <a:r>
                        <a:rPr sz="1400" dirty="0"/>
                        <a:t>using</a:t>
                      </a:r>
                      <a:r>
                        <a:rPr sz="1400" spc="-10" dirty="0"/>
                        <a:t> measuring </a:t>
                      </a:r>
                      <a:r>
                        <a:rPr sz="1400" spc="-20" dirty="0"/>
                        <a:t>tape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1400" dirty="0"/>
                        <a:t>4</a:t>
                      </a:r>
                      <a:r>
                        <a:rPr lang="en-US" sz="1400" dirty="0"/>
                        <a:t>0</a:t>
                      </a:r>
                      <a:r>
                        <a:rPr sz="1400" spc="-20" dirty="0"/>
                        <a:t> inch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9748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39">
                <a:tc>
                  <a:txBody>
                    <a:bodyPr/>
                    <a:lstStyle/>
                    <a:p>
                      <a:pPr marR="69850" algn="ctr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1400" spc="-50" dirty="0"/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7485" marB="0"/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1400" dirty="0"/>
                        <a:t>Wheel</a:t>
                      </a:r>
                      <a:r>
                        <a:rPr sz="1400" spc="-55" dirty="0"/>
                        <a:t> </a:t>
                      </a:r>
                      <a:r>
                        <a:rPr sz="1400" spc="-10" dirty="0"/>
                        <a:t>track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7485" marB="0"/>
                </a:tc>
                <a:tc>
                  <a:txBody>
                    <a:bodyPr/>
                    <a:lstStyle/>
                    <a:p>
                      <a:pPr marL="1022985" marR="191770" indent="-906780">
                        <a:lnSpc>
                          <a:spcPct val="112900"/>
                        </a:lnSpc>
                        <a:spcBef>
                          <a:spcPts val="340"/>
                        </a:spcBef>
                      </a:pPr>
                      <a:r>
                        <a:rPr sz="1400" dirty="0"/>
                        <a:t>Minimum</a:t>
                      </a:r>
                      <a:r>
                        <a:rPr sz="1400" spc="-30" dirty="0"/>
                        <a:t> </a:t>
                      </a:r>
                      <a:r>
                        <a:rPr sz="1400" spc="-10" dirty="0"/>
                        <a:t>distance</a:t>
                      </a:r>
                      <a:r>
                        <a:rPr sz="1400" spc="-40" dirty="0"/>
                        <a:t> </a:t>
                      </a:r>
                      <a:r>
                        <a:rPr sz="1400" spc="-10" dirty="0"/>
                        <a:t>between</a:t>
                      </a:r>
                      <a:r>
                        <a:rPr sz="1400" spc="-15" dirty="0"/>
                        <a:t> </a:t>
                      </a:r>
                      <a:r>
                        <a:rPr sz="1400" spc="-10" dirty="0"/>
                        <a:t>center</a:t>
                      </a:r>
                      <a:r>
                        <a:rPr sz="1400" spc="-40" dirty="0"/>
                        <a:t> </a:t>
                      </a:r>
                      <a:r>
                        <a:rPr sz="1400" dirty="0"/>
                        <a:t>of</a:t>
                      </a:r>
                      <a:r>
                        <a:rPr sz="1400" spc="-30" dirty="0"/>
                        <a:t> </a:t>
                      </a:r>
                      <a:r>
                        <a:rPr sz="1400" dirty="0"/>
                        <a:t>both</a:t>
                      </a:r>
                      <a:r>
                        <a:rPr sz="1400" spc="-20" dirty="0"/>
                        <a:t> </a:t>
                      </a:r>
                      <a:r>
                        <a:rPr sz="1400" spc="-10" dirty="0"/>
                        <a:t>front</a:t>
                      </a:r>
                      <a:r>
                        <a:rPr sz="1400" spc="-60" dirty="0"/>
                        <a:t> </a:t>
                      </a:r>
                      <a:r>
                        <a:rPr sz="1400" dirty="0"/>
                        <a:t>wheels</a:t>
                      </a:r>
                      <a:r>
                        <a:rPr sz="1400" spc="-10" dirty="0"/>
                        <a:t> </a:t>
                      </a:r>
                      <a:r>
                        <a:rPr sz="1400" spc="-25" dirty="0"/>
                        <a:t>or </a:t>
                      </a:r>
                      <a:r>
                        <a:rPr sz="1400" spc="-10" dirty="0"/>
                        <a:t>rear</a:t>
                      </a:r>
                      <a:r>
                        <a:rPr sz="1400" spc="-70" dirty="0"/>
                        <a:t> </a:t>
                      </a:r>
                      <a:r>
                        <a:rPr sz="1400" dirty="0"/>
                        <a:t>wheels</a:t>
                      </a:r>
                      <a:r>
                        <a:rPr sz="1400" spc="-25" dirty="0"/>
                        <a:t> </a:t>
                      </a:r>
                      <a:r>
                        <a:rPr sz="1400" dirty="0"/>
                        <a:t>using</a:t>
                      </a:r>
                      <a:r>
                        <a:rPr sz="1400" spc="-40" dirty="0"/>
                        <a:t> </a:t>
                      </a:r>
                      <a:r>
                        <a:rPr sz="1400" dirty="0"/>
                        <a:t>measuring</a:t>
                      </a:r>
                      <a:r>
                        <a:rPr sz="1400" spc="-20" dirty="0"/>
                        <a:t> tape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1400" dirty="0"/>
                        <a:t>38</a:t>
                      </a:r>
                      <a:r>
                        <a:rPr sz="1400" spc="-30" dirty="0"/>
                        <a:t> </a:t>
                      </a:r>
                      <a:r>
                        <a:rPr sz="1400" spc="-20" dirty="0"/>
                        <a:t>inch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9748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39">
                <a:tc>
                  <a:txBody>
                    <a:bodyPr/>
                    <a:lstStyle/>
                    <a:p>
                      <a:pPr marR="69850" algn="ctr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1400" spc="-50" dirty="0"/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7485" marB="0"/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1400" spc="-10" dirty="0"/>
                        <a:t>Weight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7485" marB="0"/>
                </a:tc>
                <a:tc>
                  <a:txBody>
                    <a:bodyPr/>
                    <a:lstStyle/>
                    <a:p>
                      <a:pPr marL="1069975" marR="493395" indent="-609600">
                        <a:lnSpc>
                          <a:spcPct val="112999"/>
                        </a:lnSpc>
                        <a:spcBef>
                          <a:spcPts val="340"/>
                        </a:spcBef>
                      </a:pPr>
                      <a:r>
                        <a:rPr sz="1400" spc="-20" dirty="0"/>
                        <a:t>Weight</a:t>
                      </a:r>
                      <a:r>
                        <a:rPr sz="1400" spc="-10" dirty="0"/>
                        <a:t> </a:t>
                      </a:r>
                      <a:r>
                        <a:rPr sz="1400" dirty="0"/>
                        <a:t>of</a:t>
                      </a:r>
                      <a:r>
                        <a:rPr sz="1400" spc="-65" dirty="0"/>
                        <a:t> </a:t>
                      </a:r>
                      <a:r>
                        <a:rPr sz="1400" dirty="0"/>
                        <a:t>vehicle</a:t>
                      </a:r>
                      <a:r>
                        <a:rPr sz="1400" spc="-20" dirty="0"/>
                        <a:t> </a:t>
                      </a:r>
                      <a:r>
                        <a:rPr sz="1400" dirty="0"/>
                        <a:t>without</a:t>
                      </a:r>
                      <a:r>
                        <a:rPr sz="1400" spc="-25" dirty="0"/>
                        <a:t> </a:t>
                      </a:r>
                      <a:r>
                        <a:rPr sz="1400" dirty="0"/>
                        <a:t>driver</a:t>
                      </a:r>
                      <a:r>
                        <a:rPr sz="1400" spc="-35" dirty="0"/>
                        <a:t> </a:t>
                      </a:r>
                      <a:r>
                        <a:rPr sz="1400" dirty="0"/>
                        <a:t>and</a:t>
                      </a:r>
                      <a:r>
                        <a:rPr sz="1400" spc="-30" dirty="0"/>
                        <a:t> </a:t>
                      </a:r>
                      <a:r>
                        <a:rPr sz="1400" dirty="0"/>
                        <a:t>dry</a:t>
                      </a:r>
                      <a:r>
                        <a:rPr sz="1400" spc="-35" dirty="0"/>
                        <a:t> </a:t>
                      </a:r>
                      <a:r>
                        <a:rPr sz="1400" dirty="0"/>
                        <a:t>fuel</a:t>
                      </a:r>
                      <a:r>
                        <a:rPr sz="1400" spc="-25" dirty="0"/>
                        <a:t> </a:t>
                      </a:r>
                      <a:r>
                        <a:rPr sz="1400" spc="-20" dirty="0"/>
                        <a:t>tank </a:t>
                      </a:r>
                      <a:r>
                        <a:rPr sz="1400" spc="-10" dirty="0"/>
                        <a:t>measuring</a:t>
                      </a:r>
                      <a:r>
                        <a:rPr sz="1400" spc="5" dirty="0"/>
                        <a:t> </a:t>
                      </a:r>
                      <a:r>
                        <a:rPr sz="1400" dirty="0"/>
                        <a:t>on</a:t>
                      </a:r>
                      <a:r>
                        <a:rPr sz="1400" spc="-10" dirty="0"/>
                        <a:t> weighing machine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129539" algn="l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lang="en-US" sz="1400" dirty="0"/>
                        <a:t>                       </a:t>
                      </a:r>
                      <a:r>
                        <a:rPr sz="1400" dirty="0"/>
                        <a:t>1</a:t>
                      </a:r>
                      <a:r>
                        <a:rPr lang="en-US" sz="1400" dirty="0"/>
                        <a:t>20</a:t>
                      </a:r>
                      <a:r>
                        <a:rPr sz="1400" spc="-20" dirty="0"/>
                        <a:t> </a:t>
                      </a:r>
                      <a:r>
                        <a:rPr sz="1400" spc="-25" dirty="0"/>
                        <a:t>kg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9748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39">
                <a:tc>
                  <a:txBody>
                    <a:bodyPr/>
                    <a:lstStyle/>
                    <a:p>
                      <a:pPr marR="69850" algn="ctr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1400" spc="-50" dirty="0"/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7485" marB="0"/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1400" spc="-25" dirty="0"/>
                        <a:t>Turning</a:t>
                      </a:r>
                      <a:r>
                        <a:rPr sz="1400" spc="-35" dirty="0"/>
                        <a:t> </a:t>
                      </a:r>
                      <a:r>
                        <a:rPr sz="1400" spc="-10" dirty="0"/>
                        <a:t>radius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7485" marB="0"/>
                </a:tc>
                <a:tc>
                  <a:txBody>
                    <a:bodyPr/>
                    <a:lstStyle/>
                    <a:p>
                      <a:pPr marR="300990" algn="r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1400" dirty="0"/>
                        <a:t>Radius</a:t>
                      </a:r>
                      <a:r>
                        <a:rPr sz="1400" spc="-20" dirty="0"/>
                        <a:t> </a:t>
                      </a:r>
                      <a:r>
                        <a:rPr sz="1400" dirty="0"/>
                        <a:t>of</a:t>
                      </a:r>
                      <a:r>
                        <a:rPr sz="1400" spc="-55" dirty="0"/>
                        <a:t> </a:t>
                      </a:r>
                      <a:r>
                        <a:rPr sz="1400" spc="-10" dirty="0"/>
                        <a:t>circle</a:t>
                      </a:r>
                      <a:r>
                        <a:rPr sz="1400" spc="-55" dirty="0"/>
                        <a:t> </a:t>
                      </a:r>
                      <a:r>
                        <a:rPr sz="1400" dirty="0"/>
                        <a:t>when</a:t>
                      </a:r>
                      <a:r>
                        <a:rPr sz="1400" spc="-25" dirty="0"/>
                        <a:t> </a:t>
                      </a:r>
                      <a:r>
                        <a:rPr sz="1400" spc="-10" dirty="0"/>
                        <a:t>steering</a:t>
                      </a:r>
                      <a:r>
                        <a:rPr sz="1400" spc="-35" dirty="0"/>
                        <a:t> </a:t>
                      </a:r>
                      <a:r>
                        <a:rPr sz="1400" dirty="0"/>
                        <a:t>wheel</a:t>
                      </a:r>
                      <a:r>
                        <a:rPr sz="1400" spc="-30" dirty="0"/>
                        <a:t> </a:t>
                      </a:r>
                      <a:r>
                        <a:rPr sz="1400" spc="-10" dirty="0"/>
                        <a:t>locked </a:t>
                      </a:r>
                      <a:r>
                        <a:rPr sz="1400" dirty="0"/>
                        <a:t>at</a:t>
                      </a:r>
                      <a:r>
                        <a:rPr sz="1400" spc="-20" dirty="0"/>
                        <a:t> </a:t>
                      </a:r>
                      <a:r>
                        <a:rPr sz="1400" dirty="0"/>
                        <a:t>full</a:t>
                      </a:r>
                      <a:r>
                        <a:rPr sz="1400" spc="-30" dirty="0"/>
                        <a:t> </a:t>
                      </a:r>
                      <a:r>
                        <a:rPr sz="1400" spc="-10" dirty="0"/>
                        <a:t>travel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7485" marB="0"/>
                </a:tc>
                <a:tc>
                  <a:txBody>
                    <a:bodyPr/>
                    <a:lstStyle/>
                    <a:p>
                      <a:pPr marL="937894" algn="l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1400" dirty="0"/>
                        <a:t>1.7</a:t>
                      </a:r>
                      <a:r>
                        <a:rPr sz="1400" spc="-10" dirty="0"/>
                        <a:t> </a:t>
                      </a:r>
                      <a:r>
                        <a:rPr sz="1400" spc="-60" dirty="0"/>
                        <a:t>m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9748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589">
                <a:tc>
                  <a:txBody>
                    <a:bodyPr/>
                    <a:lstStyle/>
                    <a:p>
                      <a:pPr marR="69850" algn="ctr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1400" spc="-50" dirty="0"/>
                        <a:t>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7485" marB="0"/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1400" spc="-20" dirty="0"/>
                        <a:t>Ackerman</a:t>
                      </a:r>
                      <a:r>
                        <a:rPr sz="1400" dirty="0"/>
                        <a:t> </a:t>
                      </a:r>
                      <a:r>
                        <a:rPr sz="1400" spc="-10" dirty="0"/>
                        <a:t>angles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7485" marB="0"/>
                </a:tc>
                <a:tc>
                  <a:txBody>
                    <a:bodyPr/>
                    <a:lstStyle/>
                    <a:p>
                      <a:pPr marL="1027430" marR="254635" indent="-861060">
                        <a:lnSpc>
                          <a:spcPct val="112900"/>
                        </a:lnSpc>
                        <a:spcBef>
                          <a:spcPts val="345"/>
                        </a:spcBef>
                      </a:pPr>
                      <a:r>
                        <a:rPr sz="1400" spc="-20" dirty="0"/>
                        <a:t>Vehicle </a:t>
                      </a:r>
                      <a:r>
                        <a:rPr sz="1400" dirty="0"/>
                        <a:t>with</a:t>
                      </a:r>
                      <a:r>
                        <a:rPr sz="1400" spc="-30" dirty="0"/>
                        <a:t> </a:t>
                      </a:r>
                      <a:r>
                        <a:rPr sz="1400" spc="-10" dirty="0"/>
                        <a:t>steering</a:t>
                      </a:r>
                      <a:r>
                        <a:rPr sz="1400" spc="-40" dirty="0"/>
                        <a:t> </a:t>
                      </a:r>
                      <a:r>
                        <a:rPr sz="1400" dirty="0"/>
                        <a:t>wheel</a:t>
                      </a:r>
                      <a:r>
                        <a:rPr sz="1400" spc="-30" dirty="0"/>
                        <a:t> </a:t>
                      </a:r>
                      <a:r>
                        <a:rPr sz="1400" spc="-10" dirty="0"/>
                        <a:t>locked</a:t>
                      </a:r>
                      <a:r>
                        <a:rPr sz="1400" spc="-20" dirty="0"/>
                        <a:t> </a:t>
                      </a:r>
                      <a:r>
                        <a:rPr sz="1400" dirty="0"/>
                        <a:t>at</a:t>
                      </a:r>
                      <a:r>
                        <a:rPr sz="1400" spc="-35" dirty="0"/>
                        <a:t> </a:t>
                      </a:r>
                      <a:r>
                        <a:rPr sz="1400" dirty="0"/>
                        <a:t>full</a:t>
                      </a:r>
                      <a:r>
                        <a:rPr sz="1400" spc="-40" dirty="0"/>
                        <a:t> </a:t>
                      </a:r>
                      <a:r>
                        <a:rPr sz="1400" spc="-20" dirty="0"/>
                        <a:t>travel</a:t>
                      </a:r>
                      <a:r>
                        <a:rPr sz="1400" spc="-15" dirty="0"/>
                        <a:t> </a:t>
                      </a:r>
                      <a:r>
                        <a:rPr sz="1400" dirty="0"/>
                        <a:t>and</a:t>
                      </a:r>
                      <a:r>
                        <a:rPr sz="1400" spc="-30" dirty="0"/>
                        <a:t> </a:t>
                      </a:r>
                      <a:r>
                        <a:rPr sz="1400" spc="-10" dirty="0"/>
                        <a:t>angle between</a:t>
                      </a:r>
                      <a:r>
                        <a:rPr sz="1400" spc="-35" dirty="0"/>
                        <a:t> </a:t>
                      </a:r>
                      <a:r>
                        <a:rPr sz="1400" dirty="0"/>
                        <a:t>initial</a:t>
                      </a:r>
                      <a:r>
                        <a:rPr sz="1400" spc="15" dirty="0"/>
                        <a:t> </a:t>
                      </a:r>
                      <a:r>
                        <a:rPr sz="1400" dirty="0"/>
                        <a:t>and</a:t>
                      </a:r>
                      <a:r>
                        <a:rPr sz="1400" spc="-25" dirty="0"/>
                        <a:t> </a:t>
                      </a:r>
                      <a:r>
                        <a:rPr sz="1400" dirty="0"/>
                        <a:t>final</a:t>
                      </a:r>
                      <a:r>
                        <a:rPr sz="1400" spc="-30" dirty="0"/>
                        <a:t> </a:t>
                      </a:r>
                      <a:r>
                        <a:rPr sz="1400" spc="-10" dirty="0"/>
                        <a:t>position.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400" dirty="0"/>
                        <a:t>Inside</a:t>
                      </a:r>
                      <a:r>
                        <a:rPr sz="1400" spc="-55" dirty="0"/>
                        <a:t> </a:t>
                      </a:r>
                      <a:r>
                        <a:rPr sz="1400" dirty="0"/>
                        <a:t>angle</a:t>
                      </a:r>
                      <a:r>
                        <a:rPr sz="1400" spc="-20" dirty="0"/>
                        <a:t> =40°</a:t>
                      </a:r>
                      <a:endParaRPr sz="1400" dirty="0"/>
                    </a:p>
                    <a:p>
                      <a:pPr marR="23495" algn="ctr">
                        <a:lnSpc>
                          <a:spcPts val="1639"/>
                        </a:lnSpc>
                        <a:spcBef>
                          <a:spcPts val="229"/>
                        </a:spcBef>
                      </a:pPr>
                      <a:r>
                        <a:rPr sz="1400" dirty="0"/>
                        <a:t>Outside</a:t>
                      </a:r>
                      <a:r>
                        <a:rPr sz="1400" spc="-40" dirty="0"/>
                        <a:t> </a:t>
                      </a:r>
                      <a:r>
                        <a:rPr sz="1400" dirty="0"/>
                        <a:t>angle</a:t>
                      </a:r>
                      <a:r>
                        <a:rPr sz="1400" spc="-40" dirty="0"/>
                        <a:t> </a:t>
                      </a:r>
                      <a:r>
                        <a:rPr sz="1400" spc="-10" dirty="0"/>
                        <a:t>=</a:t>
                      </a:r>
                      <a:r>
                        <a:rPr lang="en-IN" sz="1400" spc="-10" dirty="0"/>
                        <a:t>28.63</a:t>
                      </a:r>
                      <a:r>
                        <a:rPr sz="1400" spc="-10" dirty="0"/>
                        <a:t>°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13335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9739">
                <a:tc>
                  <a:txBody>
                    <a:bodyPr/>
                    <a:lstStyle/>
                    <a:p>
                      <a:pPr marR="69850" algn="ctr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400" spc="-50" dirty="0"/>
                        <a:t>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81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400" spc="-70" dirty="0"/>
                        <a:t>Top</a:t>
                      </a:r>
                      <a:r>
                        <a:rPr sz="1400" spc="-65" dirty="0"/>
                        <a:t> </a:t>
                      </a:r>
                      <a:r>
                        <a:rPr sz="1400" spc="-20" dirty="0"/>
                        <a:t>speed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8120" marB="0"/>
                </a:tc>
                <a:tc>
                  <a:txBody>
                    <a:bodyPr/>
                    <a:lstStyle/>
                    <a:p>
                      <a:pPr marR="297815" algn="r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400" dirty="0"/>
                        <a:t>Max.</a:t>
                      </a:r>
                      <a:r>
                        <a:rPr sz="1400" spc="-35" dirty="0"/>
                        <a:t> </a:t>
                      </a:r>
                      <a:r>
                        <a:rPr sz="1400" dirty="0"/>
                        <a:t>rpm</a:t>
                      </a:r>
                      <a:r>
                        <a:rPr sz="1400" spc="-45" dirty="0"/>
                        <a:t> </a:t>
                      </a:r>
                      <a:r>
                        <a:rPr sz="1400" dirty="0"/>
                        <a:t>of</a:t>
                      </a:r>
                      <a:r>
                        <a:rPr sz="1400" spc="-40" dirty="0"/>
                        <a:t> </a:t>
                      </a:r>
                      <a:r>
                        <a:rPr sz="1400" spc="-10" dirty="0"/>
                        <a:t>engine*gear</a:t>
                      </a:r>
                      <a:r>
                        <a:rPr sz="1400" spc="25" dirty="0"/>
                        <a:t> </a:t>
                      </a:r>
                      <a:r>
                        <a:rPr sz="1400" spc="-10" dirty="0"/>
                        <a:t>ratio*0.1047*radius</a:t>
                      </a:r>
                      <a:r>
                        <a:rPr sz="1400" spc="-30" dirty="0"/>
                        <a:t> </a:t>
                      </a:r>
                      <a:r>
                        <a:rPr sz="1400" dirty="0"/>
                        <a:t>of</a:t>
                      </a:r>
                      <a:r>
                        <a:rPr sz="1400" spc="-45" dirty="0"/>
                        <a:t> </a:t>
                      </a:r>
                      <a:r>
                        <a:rPr sz="1400" spc="-10" dirty="0"/>
                        <a:t>wheel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8120" marB="0"/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lang="en-IN" sz="1400" spc="-20" dirty="0"/>
                        <a:t>90</a:t>
                      </a:r>
                      <a:r>
                        <a:rPr sz="1400" spc="-20" dirty="0"/>
                        <a:t> </a:t>
                      </a:r>
                      <a:r>
                        <a:rPr sz="1400" spc="-10" dirty="0"/>
                        <a:t>km/hr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9812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39">
                <a:tc>
                  <a:txBody>
                    <a:bodyPr/>
                    <a:lstStyle/>
                    <a:p>
                      <a:pPr marR="69850" algn="ctr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400" spc="-50" dirty="0"/>
                        <a:t>7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8120" marB="0"/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400" dirty="0"/>
                        <a:t>Stopping</a:t>
                      </a:r>
                      <a:r>
                        <a:rPr sz="1400" spc="-65" dirty="0"/>
                        <a:t> </a:t>
                      </a:r>
                      <a:r>
                        <a:rPr sz="1400" spc="-10" dirty="0"/>
                        <a:t>distance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8120" marB="0"/>
                </a:tc>
                <a:tc>
                  <a:txBody>
                    <a:bodyPr/>
                    <a:lstStyle/>
                    <a:p>
                      <a:pPr marL="1094105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400" dirty="0"/>
                        <a:t>(top</a:t>
                      </a:r>
                      <a:r>
                        <a:rPr sz="1400" spc="-50" dirty="0"/>
                        <a:t> </a:t>
                      </a:r>
                      <a:r>
                        <a:rPr sz="1400" dirty="0"/>
                        <a:t>speed)^2</a:t>
                      </a:r>
                      <a:r>
                        <a:rPr sz="1400" spc="-15" dirty="0"/>
                        <a:t> </a:t>
                      </a:r>
                      <a:r>
                        <a:rPr sz="1400" dirty="0"/>
                        <a:t>/</a:t>
                      </a:r>
                      <a:r>
                        <a:rPr sz="1400" spc="-45" dirty="0"/>
                        <a:t> </a:t>
                      </a:r>
                      <a:r>
                        <a:rPr sz="1400" spc="-10" dirty="0"/>
                        <a:t>(2*acceleration)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8120" marB="0"/>
                </a:tc>
                <a:tc>
                  <a:txBody>
                    <a:bodyPr/>
                    <a:lstStyle/>
                    <a:p>
                      <a:pPr marL="434975" algn="l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400" dirty="0"/>
                        <a:t>30.79m</a:t>
                      </a:r>
                      <a:r>
                        <a:rPr sz="1400" spc="-55" dirty="0"/>
                        <a:t> </a:t>
                      </a:r>
                      <a:r>
                        <a:rPr sz="1400" spc="-10" dirty="0"/>
                        <a:t>@68km/hr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9812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0339">
                <a:tc>
                  <a:txBody>
                    <a:bodyPr/>
                    <a:lstStyle/>
                    <a:p>
                      <a:pPr marR="69850" algn="ctr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400" spc="-50" dirty="0"/>
                        <a:t>8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8120" marB="0"/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400" dirty="0"/>
                        <a:t>Stopping</a:t>
                      </a:r>
                      <a:r>
                        <a:rPr sz="1400" spc="-65" dirty="0"/>
                        <a:t> </a:t>
                      </a:r>
                      <a:r>
                        <a:rPr sz="1400" spc="-20" dirty="0"/>
                        <a:t>time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8120" marB="0"/>
                </a:tc>
                <a:tc>
                  <a:txBody>
                    <a:bodyPr/>
                    <a:lstStyle/>
                    <a:p>
                      <a:pPr marR="65405" algn="ctr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400" dirty="0"/>
                        <a:t>(top</a:t>
                      </a:r>
                      <a:r>
                        <a:rPr sz="1400" spc="-70" dirty="0"/>
                        <a:t> </a:t>
                      </a:r>
                      <a:r>
                        <a:rPr sz="1400" dirty="0"/>
                        <a:t>speed)/</a:t>
                      </a:r>
                      <a:r>
                        <a:rPr sz="1400" spc="-45" dirty="0"/>
                        <a:t> </a:t>
                      </a:r>
                      <a:r>
                        <a:rPr sz="1400" spc="-10" dirty="0"/>
                        <a:t>deceleration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8120" marB="0"/>
                </a:tc>
                <a:tc>
                  <a:txBody>
                    <a:bodyPr/>
                    <a:lstStyle/>
                    <a:p>
                      <a:pPr marL="874394" algn="l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400" dirty="0"/>
                        <a:t>3.2</a:t>
                      </a:r>
                      <a:r>
                        <a:rPr sz="1400" spc="-20" dirty="0"/>
                        <a:t> </a:t>
                      </a:r>
                      <a:r>
                        <a:rPr sz="1400" spc="-25" dirty="0"/>
                        <a:t>sec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9812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0339">
                <a:tc>
                  <a:txBody>
                    <a:bodyPr/>
                    <a:lstStyle/>
                    <a:p>
                      <a:pPr marR="29845" algn="ctr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400" spc="-50" dirty="0"/>
                        <a:t>9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98120" marB="0"/>
                </a:tc>
                <a:tc>
                  <a:txBody>
                    <a:bodyPr/>
                    <a:lstStyle/>
                    <a:p>
                      <a:pPr marL="53975" algn="ctr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400" spc="-10" dirty="0"/>
                        <a:t>Deceleration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98120" marB="0"/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400" dirty="0"/>
                        <a:t>F=</a:t>
                      </a:r>
                      <a:r>
                        <a:rPr sz="1400" spc="-25" dirty="0"/>
                        <a:t> ma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8120" marB="0"/>
                </a:tc>
                <a:tc>
                  <a:txBody>
                    <a:bodyPr/>
                    <a:lstStyle/>
                    <a:p>
                      <a:pPr marL="737235" algn="l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400" dirty="0"/>
                        <a:t>6.86</a:t>
                      </a:r>
                      <a:r>
                        <a:rPr sz="1400" spc="-35" dirty="0"/>
                        <a:t> </a:t>
                      </a:r>
                      <a:r>
                        <a:rPr sz="1400" spc="-20" dirty="0"/>
                        <a:t>m/s²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9812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124744" y="0"/>
            <a:ext cx="28895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Validation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8462D9-44DC-CA7A-A3D0-53EE1CAB2B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5127" cy="8451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6A0310-2031-465C-D2B0-1039E8CCDD9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11019031" y="0"/>
            <a:ext cx="1172969" cy="83184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5700" y="0"/>
            <a:ext cx="2032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113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86;p43"/>
          <p:cNvSpPr/>
          <p:nvPr/>
        </p:nvSpPr>
        <p:spPr>
          <a:xfrm>
            <a:off x="263236" y="872836"/>
            <a:ext cx="11776363" cy="5777346"/>
          </a:xfrm>
          <a:prstGeom prst="roundRect">
            <a:avLst>
              <a:gd name="adj" fmla="val 668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>
              <a:lnSpc>
                <a:spcPct val="150000"/>
              </a:lnSpc>
            </a:pPr>
            <a:endParaRPr b="1" dirty="0">
              <a:solidFill>
                <a:srgbClr val="FFFFFF"/>
              </a:solidFill>
            </a:endParaRP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FFCBE3D2-B3AA-3773-9EF8-48BD43FBCB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46924"/>
              </p:ext>
            </p:extLst>
          </p:nvPr>
        </p:nvGraphicFramePr>
        <p:xfrm>
          <a:off x="580103" y="1161786"/>
          <a:ext cx="11021963" cy="5282621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648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6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9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88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32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809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46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490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321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b="1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1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b="1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b="1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</a:t>
                      </a:r>
                      <a:r>
                        <a:rPr sz="1600" b="1" spc="-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b="1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Lead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b="1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b="1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Duration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(Days)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b="1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Complete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Working</a:t>
                      </a:r>
                      <a:r>
                        <a:rPr sz="1600" b="1" spc="-7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b="1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Days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5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Harish A 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15/0</a:t>
                      </a:r>
                      <a:r>
                        <a:rPr lang="en-US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18/0</a:t>
                      </a:r>
                      <a:r>
                        <a:rPr lang="en-US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5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Formation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Harish A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19/0</a:t>
                      </a:r>
                      <a:r>
                        <a:rPr lang="en-US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26/0</a:t>
                      </a:r>
                      <a:r>
                        <a:rPr lang="en-US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5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Registration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Harish A 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lang="en-US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/0</a:t>
                      </a:r>
                      <a:r>
                        <a:rPr lang="en-US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lang="en-US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09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5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</a:t>
                      </a:r>
                      <a:r>
                        <a:rPr sz="1400" spc="-6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Distribution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Harish A 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05/0</a:t>
                      </a:r>
                      <a:r>
                        <a:rPr lang="en-US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05/0</a:t>
                      </a:r>
                      <a:r>
                        <a:rPr lang="en-IN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5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</a:t>
                      </a: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Understanding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Harish A 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01/0</a:t>
                      </a:r>
                      <a:r>
                        <a:rPr lang="en-US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05/0</a:t>
                      </a:r>
                      <a:r>
                        <a:rPr lang="en-US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5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lang="en-US"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Market</a:t>
                      </a:r>
                      <a:r>
                        <a:rPr sz="1400" spc="-6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Anish C 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12/0</a:t>
                      </a:r>
                      <a:r>
                        <a:rPr lang="en-US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30/0</a:t>
                      </a:r>
                      <a:r>
                        <a:rPr lang="en-US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5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lang="en-US"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  <a:r>
                        <a:rPr sz="1400" spc="-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Guru Prasanna V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03/0</a:t>
                      </a:r>
                      <a:r>
                        <a:rPr lang="en-US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lang="en-US" sz="1400" spc="-10" dirty="0">
                          <a:latin typeface="Times New Roman"/>
                          <a:cs typeface="Times New Roman"/>
                        </a:rPr>
                        <a:t>05/07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45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lang="en-US"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19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Calculations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19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Boopesh K   </a:t>
                      </a:r>
                    </a:p>
                  </a:txBody>
                  <a:tcPr marL="0" marR="0" marT="3301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03/07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03/07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3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100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>
                          <a:latin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378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lang="en-US"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19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Rulebook</a:t>
                      </a:r>
                      <a:r>
                        <a:rPr sz="1400" spc="-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Analysis</a:t>
                      </a:r>
                      <a:r>
                        <a:rPr sz="1400" spc="-4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</a:t>
                      </a:r>
                      <a:r>
                        <a:rPr sz="1400" spc="-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Calculations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19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Guru Prasanna V 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19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10/0</a:t>
                      </a:r>
                      <a:r>
                        <a:rPr lang="en-US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19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14/0</a:t>
                      </a:r>
                      <a:r>
                        <a:rPr lang="en-US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19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4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19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19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4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19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45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Chassis</a:t>
                      </a:r>
                      <a:r>
                        <a:rPr sz="14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3D</a:t>
                      </a:r>
                      <a:r>
                        <a:rPr sz="1400" spc="-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>
                          <a:latin typeface="Times New Roman"/>
                          <a:cs typeface="Times New Roman"/>
                        </a:rPr>
                        <a:t>   Guru Prasanna V 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15/0</a:t>
                      </a:r>
                      <a:r>
                        <a:rPr lang="en-US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24/0</a:t>
                      </a:r>
                      <a:r>
                        <a:rPr lang="en-US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31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Chassis</a:t>
                      </a:r>
                      <a:r>
                        <a:rPr sz="1400" spc="-3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Analysis</a:t>
                      </a:r>
                      <a:r>
                        <a:rPr sz="1400" spc="-3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</a:t>
                      </a:r>
                      <a:r>
                        <a:rPr sz="1400" spc="-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</a:t>
                      </a:r>
                      <a:r>
                        <a:rPr sz="1400" spc="-4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</a:t>
                      </a:r>
                      <a:r>
                        <a:rPr lang="en-US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spc="-1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Boopesh</a:t>
                      </a:r>
                      <a:r>
                        <a:rPr lang="en-US" sz="1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K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254"/>
                        </a:spcBef>
                        <a:buNone/>
                      </a:pPr>
                      <a:r>
                        <a:rPr lang="en-IN" sz="1400" spc="-10" dirty="0">
                          <a:latin typeface="Times New Roman"/>
                          <a:cs typeface="Times New Roman"/>
                        </a:rPr>
                        <a:t>04/0</a:t>
                      </a:r>
                      <a:r>
                        <a:rPr lang="en-US" sz="1400" spc="-10" dirty="0">
                          <a:latin typeface="Times New Roman"/>
                          <a:cs typeface="Times New Roman"/>
                        </a:rPr>
                        <a:t>7</a:t>
                      </a:r>
                      <a:endParaRPr lang="en-IN"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254"/>
                        </a:spcBef>
                        <a:buNone/>
                      </a:pPr>
                      <a:r>
                        <a:rPr lang="en-US" sz="1400" spc="-10" dirty="0">
                          <a:latin typeface="Times New Roman"/>
                          <a:cs typeface="Times New Roman"/>
                        </a:rPr>
                        <a:t>06/07</a:t>
                      </a:r>
                      <a:endParaRPr lang="en-US"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IN" sz="1400" dirty="0">
                          <a:latin typeface="Times New Roman"/>
                          <a:cs typeface="Times New Roman"/>
                        </a:rPr>
                        <a:t>3</a:t>
                      </a: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4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45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</a:t>
                      </a: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Guru Prasanna V 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10/0</a:t>
                      </a:r>
                      <a:r>
                        <a:rPr lang="en-US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24/0</a:t>
                      </a:r>
                      <a:r>
                        <a:rPr lang="en-IN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45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Material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Karthi V S 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04/</a:t>
                      </a:r>
                      <a:r>
                        <a:rPr lang="en-US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09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09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45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Manufacturing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Anish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25/09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03/11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45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</a:t>
                      </a: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</a:t>
                      </a:r>
                      <a:r>
                        <a:rPr sz="14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Modification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>
                          <a:latin typeface="Times New Roman"/>
                          <a:cs typeface="Times New Roman"/>
                        </a:rPr>
                        <a:t>Prithiv Raj V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01/12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20/12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845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sz="1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Prerace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22/12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655" marB="0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618462D9-44DC-CA7A-A3D0-53EE1CAB2B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5127" cy="8451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6A0310-2031-465C-D2B0-1039E8CCDD9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11019031" y="0"/>
            <a:ext cx="1172969" cy="83184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643094" y="0"/>
            <a:ext cx="24624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GANTT Chart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5700" y="0"/>
            <a:ext cx="2032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781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4" name="Google Shape;1254;p39"/>
          <p:cNvGrpSpPr/>
          <p:nvPr/>
        </p:nvGrpSpPr>
        <p:grpSpPr>
          <a:xfrm>
            <a:off x="4492931" y="2233280"/>
            <a:ext cx="3140924" cy="3073011"/>
            <a:chOff x="4728365" y="1354693"/>
            <a:chExt cx="2522349" cy="2429337"/>
          </a:xfrm>
        </p:grpSpPr>
        <p:sp>
          <p:nvSpPr>
            <p:cNvPr id="1255" name="Google Shape;1255;p39"/>
            <p:cNvSpPr/>
            <p:nvPr/>
          </p:nvSpPr>
          <p:spPr>
            <a:xfrm>
              <a:off x="5638583" y="1354693"/>
              <a:ext cx="1612131" cy="1518874"/>
            </a:xfrm>
            <a:custGeom>
              <a:avLst/>
              <a:gdLst/>
              <a:ahLst/>
              <a:cxnLst/>
              <a:rect l="l" t="t" r="r" b="b"/>
              <a:pathLst>
                <a:path w="77117" h="72656" extrusionOk="0">
                  <a:moveTo>
                    <a:pt x="51972" y="0"/>
                  </a:moveTo>
                  <a:cubicBezTo>
                    <a:pt x="46092" y="0"/>
                    <a:pt x="40214" y="2230"/>
                    <a:pt x="35755" y="6689"/>
                  </a:cubicBezTo>
                  <a:lnTo>
                    <a:pt x="8930" y="33513"/>
                  </a:lnTo>
                  <a:cubicBezTo>
                    <a:pt x="0" y="42431"/>
                    <a:pt x="0" y="57040"/>
                    <a:pt x="8930" y="65958"/>
                  </a:cubicBezTo>
                  <a:cubicBezTo>
                    <a:pt x="13389" y="70423"/>
                    <a:pt x="19270" y="72655"/>
                    <a:pt x="25152" y="72655"/>
                  </a:cubicBezTo>
                  <a:cubicBezTo>
                    <a:pt x="31034" y="72655"/>
                    <a:pt x="36916" y="70423"/>
                    <a:pt x="41374" y="65958"/>
                  </a:cubicBezTo>
                  <a:lnTo>
                    <a:pt x="68199" y="39133"/>
                  </a:lnTo>
                  <a:cubicBezTo>
                    <a:pt x="77117" y="30215"/>
                    <a:pt x="77117" y="15618"/>
                    <a:pt x="68199" y="6689"/>
                  </a:cubicBezTo>
                  <a:cubicBezTo>
                    <a:pt x="63734" y="2230"/>
                    <a:pt x="57853" y="0"/>
                    <a:pt x="51972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56" name="Google Shape;1256;p39"/>
            <p:cNvSpPr/>
            <p:nvPr/>
          </p:nvSpPr>
          <p:spPr>
            <a:xfrm>
              <a:off x="5638583" y="2264968"/>
              <a:ext cx="1612131" cy="1519062"/>
            </a:xfrm>
            <a:custGeom>
              <a:avLst/>
              <a:gdLst/>
              <a:ahLst/>
              <a:cxnLst/>
              <a:rect l="l" t="t" r="r" b="b"/>
              <a:pathLst>
                <a:path w="77117" h="72665" extrusionOk="0">
                  <a:moveTo>
                    <a:pt x="25152" y="0"/>
                  </a:moveTo>
                  <a:cubicBezTo>
                    <a:pt x="19270" y="0"/>
                    <a:pt x="13389" y="2233"/>
                    <a:pt x="8930" y="6698"/>
                  </a:cubicBezTo>
                  <a:cubicBezTo>
                    <a:pt x="0" y="15615"/>
                    <a:pt x="0" y="30224"/>
                    <a:pt x="8930" y="39142"/>
                  </a:cubicBezTo>
                  <a:lnTo>
                    <a:pt x="35755" y="65967"/>
                  </a:lnTo>
                  <a:cubicBezTo>
                    <a:pt x="40214" y="70432"/>
                    <a:pt x="46092" y="72664"/>
                    <a:pt x="51972" y="72664"/>
                  </a:cubicBezTo>
                  <a:cubicBezTo>
                    <a:pt x="57853" y="72664"/>
                    <a:pt x="63734" y="70432"/>
                    <a:pt x="68199" y="65967"/>
                  </a:cubicBezTo>
                  <a:cubicBezTo>
                    <a:pt x="77117" y="57049"/>
                    <a:pt x="77117" y="42440"/>
                    <a:pt x="68199" y="33522"/>
                  </a:cubicBezTo>
                  <a:lnTo>
                    <a:pt x="41374" y="6698"/>
                  </a:lnTo>
                  <a:cubicBezTo>
                    <a:pt x="36916" y="2233"/>
                    <a:pt x="31034" y="0"/>
                    <a:pt x="25152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57" name="Google Shape;1257;p39"/>
            <p:cNvSpPr/>
            <p:nvPr/>
          </p:nvSpPr>
          <p:spPr>
            <a:xfrm>
              <a:off x="4728365" y="2264968"/>
              <a:ext cx="1612131" cy="1519062"/>
            </a:xfrm>
            <a:custGeom>
              <a:avLst/>
              <a:gdLst/>
              <a:ahLst/>
              <a:cxnLst/>
              <a:rect l="l" t="t" r="r" b="b"/>
              <a:pathLst>
                <a:path w="77117" h="72665" extrusionOk="0">
                  <a:moveTo>
                    <a:pt x="51971" y="0"/>
                  </a:moveTo>
                  <a:cubicBezTo>
                    <a:pt x="46089" y="0"/>
                    <a:pt x="40207" y="2233"/>
                    <a:pt x="35743" y="6698"/>
                  </a:cubicBezTo>
                  <a:lnTo>
                    <a:pt x="8930" y="33522"/>
                  </a:lnTo>
                  <a:cubicBezTo>
                    <a:pt x="0" y="42440"/>
                    <a:pt x="0" y="57049"/>
                    <a:pt x="8930" y="65967"/>
                  </a:cubicBezTo>
                  <a:cubicBezTo>
                    <a:pt x="13389" y="70432"/>
                    <a:pt x="19270" y="72664"/>
                    <a:pt x="25152" y="72664"/>
                  </a:cubicBezTo>
                  <a:cubicBezTo>
                    <a:pt x="31034" y="72664"/>
                    <a:pt x="36915" y="70432"/>
                    <a:pt x="41374" y="65967"/>
                  </a:cubicBezTo>
                  <a:lnTo>
                    <a:pt x="68199" y="39142"/>
                  </a:lnTo>
                  <a:cubicBezTo>
                    <a:pt x="77117" y="30224"/>
                    <a:pt x="77117" y="15615"/>
                    <a:pt x="68199" y="6698"/>
                  </a:cubicBezTo>
                  <a:cubicBezTo>
                    <a:pt x="63734" y="2233"/>
                    <a:pt x="57853" y="0"/>
                    <a:pt x="51971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58" name="Google Shape;1258;p39"/>
            <p:cNvSpPr/>
            <p:nvPr/>
          </p:nvSpPr>
          <p:spPr>
            <a:xfrm>
              <a:off x="4728365" y="1354693"/>
              <a:ext cx="1612131" cy="1518874"/>
            </a:xfrm>
            <a:custGeom>
              <a:avLst/>
              <a:gdLst/>
              <a:ahLst/>
              <a:cxnLst/>
              <a:rect l="l" t="t" r="r" b="b"/>
              <a:pathLst>
                <a:path w="77117" h="72656" extrusionOk="0">
                  <a:moveTo>
                    <a:pt x="25152" y="0"/>
                  </a:moveTo>
                  <a:cubicBezTo>
                    <a:pt x="19270" y="0"/>
                    <a:pt x="13389" y="2230"/>
                    <a:pt x="8930" y="6689"/>
                  </a:cubicBezTo>
                  <a:cubicBezTo>
                    <a:pt x="0" y="15618"/>
                    <a:pt x="0" y="30215"/>
                    <a:pt x="8930" y="39133"/>
                  </a:cubicBezTo>
                  <a:lnTo>
                    <a:pt x="35743" y="65958"/>
                  </a:lnTo>
                  <a:cubicBezTo>
                    <a:pt x="40207" y="70423"/>
                    <a:pt x="46089" y="72655"/>
                    <a:pt x="51971" y="72655"/>
                  </a:cubicBezTo>
                  <a:cubicBezTo>
                    <a:pt x="57853" y="72655"/>
                    <a:pt x="63734" y="70423"/>
                    <a:pt x="68199" y="65958"/>
                  </a:cubicBezTo>
                  <a:cubicBezTo>
                    <a:pt x="77117" y="57040"/>
                    <a:pt x="77117" y="42431"/>
                    <a:pt x="68199" y="33513"/>
                  </a:cubicBezTo>
                  <a:lnTo>
                    <a:pt x="41374" y="6689"/>
                  </a:lnTo>
                  <a:cubicBezTo>
                    <a:pt x="36915" y="2230"/>
                    <a:pt x="31034" y="0"/>
                    <a:pt x="25152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59" name="Google Shape;1259;p39"/>
          <p:cNvGrpSpPr/>
          <p:nvPr/>
        </p:nvGrpSpPr>
        <p:grpSpPr>
          <a:xfrm>
            <a:off x="3941958" y="1620999"/>
            <a:ext cx="4162952" cy="4100928"/>
            <a:chOff x="4294025" y="872025"/>
            <a:chExt cx="3396755" cy="3399457"/>
          </a:xfrm>
        </p:grpSpPr>
        <p:sp>
          <p:nvSpPr>
            <p:cNvPr id="1260" name="Google Shape;1260;p39"/>
            <p:cNvSpPr/>
            <p:nvPr/>
          </p:nvSpPr>
          <p:spPr>
            <a:xfrm>
              <a:off x="5537027" y="872025"/>
              <a:ext cx="907256" cy="1257958"/>
            </a:xfrm>
            <a:custGeom>
              <a:avLst/>
              <a:gdLst/>
              <a:ahLst/>
              <a:cxnLst/>
              <a:rect l="l" t="t" r="r" b="b"/>
              <a:pathLst>
                <a:path w="43399" h="60175" extrusionOk="0">
                  <a:moveTo>
                    <a:pt x="21706" y="0"/>
                  </a:moveTo>
                  <a:cubicBezTo>
                    <a:pt x="9716" y="0"/>
                    <a:pt x="0" y="9716"/>
                    <a:pt x="0" y="21705"/>
                  </a:cubicBezTo>
                  <a:lnTo>
                    <a:pt x="0" y="60174"/>
                  </a:lnTo>
                  <a:lnTo>
                    <a:pt x="43399" y="60174"/>
                  </a:lnTo>
                  <a:lnTo>
                    <a:pt x="43399" y="21705"/>
                  </a:lnTo>
                  <a:cubicBezTo>
                    <a:pt x="43399" y="9716"/>
                    <a:pt x="33683" y="0"/>
                    <a:pt x="217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100"/>
              </a:pPr>
              <a:r>
                <a:rPr lang="en" sz="2267" dirty="0">
                  <a:solidFill>
                    <a:srgbClr val="FFFFFF"/>
                  </a:solidFill>
                  <a:latin typeface="Fira Sans Extra Condensed Medium"/>
                  <a:sym typeface="Fira Sans Extra Condensed Medium"/>
                </a:rPr>
                <a:t>Safety</a:t>
              </a:r>
              <a:endParaRPr sz="2400" dirty="0"/>
            </a:p>
          </p:txBody>
        </p:sp>
        <p:sp>
          <p:nvSpPr>
            <p:cNvPr id="1261" name="Google Shape;1261;p39"/>
            <p:cNvSpPr/>
            <p:nvPr/>
          </p:nvSpPr>
          <p:spPr>
            <a:xfrm>
              <a:off x="5537027" y="3013774"/>
              <a:ext cx="907256" cy="1257708"/>
            </a:xfrm>
            <a:custGeom>
              <a:avLst/>
              <a:gdLst/>
              <a:ahLst/>
              <a:cxnLst/>
              <a:rect l="l" t="t" r="r" b="b"/>
              <a:pathLst>
                <a:path w="43399" h="60163" extrusionOk="0">
                  <a:moveTo>
                    <a:pt x="0" y="0"/>
                  </a:moveTo>
                  <a:lnTo>
                    <a:pt x="0" y="38469"/>
                  </a:lnTo>
                  <a:cubicBezTo>
                    <a:pt x="0" y="50447"/>
                    <a:pt x="9716" y="60162"/>
                    <a:pt x="21706" y="60162"/>
                  </a:cubicBezTo>
                  <a:cubicBezTo>
                    <a:pt x="33683" y="60162"/>
                    <a:pt x="43399" y="50447"/>
                    <a:pt x="43399" y="38469"/>
                  </a:cubicBezTo>
                  <a:lnTo>
                    <a:pt x="433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100"/>
              </a:pPr>
              <a:r>
                <a:rPr lang="en" sz="2267" dirty="0">
                  <a:solidFill>
                    <a:srgbClr val="FFFFFF"/>
                  </a:solidFill>
                  <a:latin typeface="Fira Sans Extra Condensed Medium"/>
                  <a:sym typeface="Fira Sans Extra Condensed Medium"/>
                </a:rPr>
                <a:t>caution</a:t>
              </a:r>
              <a:endParaRPr sz="2400" dirty="0"/>
            </a:p>
          </p:txBody>
        </p:sp>
        <p:sp>
          <p:nvSpPr>
            <p:cNvPr id="1262" name="Google Shape;1262;p39"/>
            <p:cNvSpPr/>
            <p:nvPr/>
          </p:nvSpPr>
          <p:spPr>
            <a:xfrm>
              <a:off x="6433051" y="2117736"/>
              <a:ext cx="1257728" cy="907277"/>
            </a:xfrm>
            <a:custGeom>
              <a:avLst/>
              <a:gdLst/>
              <a:ahLst/>
              <a:cxnLst/>
              <a:rect l="l" t="t" r="r" b="b"/>
              <a:pathLst>
                <a:path w="60164" h="43400" extrusionOk="0">
                  <a:moveTo>
                    <a:pt x="1" y="1"/>
                  </a:moveTo>
                  <a:lnTo>
                    <a:pt x="1" y="43399"/>
                  </a:lnTo>
                  <a:lnTo>
                    <a:pt x="38470" y="43399"/>
                  </a:lnTo>
                  <a:cubicBezTo>
                    <a:pt x="50448" y="43399"/>
                    <a:pt x="60163" y="33684"/>
                    <a:pt x="60163" y="21706"/>
                  </a:cubicBezTo>
                  <a:cubicBezTo>
                    <a:pt x="60163" y="9716"/>
                    <a:pt x="50448" y="1"/>
                    <a:pt x="384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100"/>
              </a:pPr>
              <a:r>
                <a:rPr lang="en" sz="2267" dirty="0">
                  <a:solidFill>
                    <a:srgbClr val="FFFFFF"/>
                  </a:solidFill>
                  <a:latin typeface="Fira Sans Extra Condensed Medium"/>
                  <a:sym typeface="Fira Sans Extra Condensed Medium"/>
                </a:rPr>
                <a:t>Turn</a:t>
              </a:r>
              <a:endParaRPr sz="2400" dirty="0"/>
            </a:p>
          </p:txBody>
        </p:sp>
        <p:sp>
          <p:nvSpPr>
            <p:cNvPr id="1263" name="Google Shape;1263;p39"/>
            <p:cNvSpPr/>
            <p:nvPr/>
          </p:nvSpPr>
          <p:spPr>
            <a:xfrm>
              <a:off x="4294025" y="2117736"/>
              <a:ext cx="1257958" cy="907277"/>
            </a:xfrm>
            <a:custGeom>
              <a:avLst/>
              <a:gdLst/>
              <a:ahLst/>
              <a:cxnLst/>
              <a:rect l="l" t="t" r="r" b="b"/>
              <a:pathLst>
                <a:path w="60175" h="43400" extrusionOk="0">
                  <a:moveTo>
                    <a:pt x="21706" y="1"/>
                  </a:moveTo>
                  <a:cubicBezTo>
                    <a:pt x="9716" y="1"/>
                    <a:pt x="1" y="9716"/>
                    <a:pt x="1" y="21706"/>
                  </a:cubicBezTo>
                  <a:cubicBezTo>
                    <a:pt x="1" y="33684"/>
                    <a:pt x="9716" y="43399"/>
                    <a:pt x="21706" y="43399"/>
                  </a:cubicBezTo>
                  <a:lnTo>
                    <a:pt x="60175" y="43399"/>
                  </a:lnTo>
                  <a:lnTo>
                    <a:pt x="6017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100"/>
              </a:pPr>
              <a:r>
                <a:rPr lang="en" sz="2267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Danger</a:t>
              </a:r>
              <a:endParaRPr sz="2400" dirty="0"/>
            </a:p>
          </p:txBody>
        </p:sp>
      </p:grpSp>
      <p:grpSp>
        <p:nvGrpSpPr>
          <p:cNvPr id="1270" name="Google Shape;1270;p39"/>
          <p:cNvGrpSpPr/>
          <p:nvPr/>
        </p:nvGrpSpPr>
        <p:grpSpPr>
          <a:xfrm>
            <a:off x="6883891" y="4569673"/>
            <a:ext cx="437951" cy="416439"/>
            <a:chOff x="6577238" y="2457221"/>
            <a:chExt cx="332019" cy="310788"/>
          </a:xfrm>
        </p:grpSpPr>
        <p:sp>
          <p:nvSpPr>
            <p:cNvPr id="1271" name="Google Shape;1271;p39"/>
            <p:cNvSpPr/>
            <p:nvPr/>
          </p:nvSpPr>
          <p:spPr>
            <a:xfrm>
              <a:off x="6577238" y="2457221"/>
              <a:ext cx="332019" cy="310788"/>
            </a:xfrm>
            <a:custGeom>
              <a:avLst/>
              <a:gdLst/>
              <a:ahLst/>
              <a:cxnLst/>
              <a:rect l="l" t="t" r="r" b="b"/>
              <a:pathLst>
                <a:path w="10431" h="9764" extrusionOk="0">
                  <a:moveTo>
                    <a:pt x="5478" y="346"/>
                  </a:moveTo>
                  <a:cubicBezTo>
                    <a:pt x="5823" y="346"/>
                    <a:pt x="6097" y="619"/>
                    <a:pt x="6097" y="965"/>
                  </a:cubicBezTo>
                  <a:lnTo>
                    <a:pt x="6097" y="1334"/>
                  </a:lnTo>
                  <a:cubicBezTo>
                    <a:pt x="6097" y="1620"/>
                    <a:pt x="6335" y="1858"/>
                    <a:pt x="6621" y="1858"/>
                  </a:cubicBezTo>
                  <a:lnTo>
                    <a:pt x="6776" y="1858"/>
                  </a:lnTo>
                  <a:cubicBezTo>
                    <a:pt x="6871" y="1858"/>
                    <a:pt x="6966" y="1953"/>
                    <a:pt x="6966" y="2048"/>
                  </a:cubicBezTo>
                  <a:lnTo>
                    <a:pt x="6966" y="3084"/>
                  </a:lnTo>
                  <a:cubicBezTo>
                    <a:pt x="6966" y="3179"/>
                    <a:pt x="6871" y="3275"/>
                    <a:pt x="6776" y="3275"/>
                  </a:cubicBezTo>
                  <a:lnTo>
                    <a:pt x="3537" y="3275"/>
                  </a:lnTo>
                  <a:cubicBezTo>
                    <a:pt x="3442" y="3275"/>
                    <a:pt x="3347" y="3179"/>
                    <a:pt x="3347" y="3084"/>
                  </a:cubicBezTo>
                  <a:lnTo>
                    <a:pt x="3394" y="2048"/>
                  </a:lnTo>
                  <a:cubicBezTo>
                    <a:pt x="3394" y="1953"/>
                    <a:pt x="3477" y="1858"/>
                    <a:pt x="3585" y="1858"/>
                  </a:cubicBezTo>
                  <a:lnTo>
                    <a:pt x="3739" y="1858"/>
                  </a:lnTo>
                  <a:cubicBezTo>
                    <a:pt x="4013" y="1858"/>
                    <a:pt x="4251" y="1620"/>
                    <a:pt x="4251" y="1334"/>
                  </a:cubicBezTo>
                  <a:lnTo>
                    <a:pt x="4251" y="965"/>
                  </a:lnTo>
                  <a:cubicBezTo>
                    <a:pt x="4251" y="619"/>
                    <a:pt x="4537" y="346"/>
                    <a:pt x="4882" y="346"/>
                  </a:cubicBezTo>
                  <a:close/>
                  <a:moveTo>
                    <a:pt x="9538" y="2286"/>
                  </a:moveTo>
                  <a:cubicBezTo>
                    <a:pt x="9871" y="2286"/>
                    <a:pt x="10121" y="2560"/>
                    <a:pt x="10121" y="2870"/>
                  </a:cubicBezTo>
                  <a:lnTo>
                    <a:pt x="10121" y="8823"/>
                  </a:lnTo>
                  <a:lnTo>
                    <a:pt x="10085" y="8823"/>
                  </a:lnTo>
                  <a:cubicBezTo>
                    <a:pt x="10085" y="9156"/>
                    <a:pt x="9824" y="9406"/>
                    <a:pt x="9514" y="9406"/>
                  </a:cubicBezTo>
                  <a:lnTo>
                    <a:pt x="918" y="9406"/>
                  </a:lnTo>
                  <a:cubicBezTo>
                    <a:pt x="596" y="9406"/>
                    <a:pt x="346" y="9132"/>
                    <a:pt x="346" y="8823"/>
                  </a:cubicBezTo>
                  <a:lnTo>
                    <a:pt x="346" y="2870"/>
                  </a:lnTo>
                  <a:cubicBezTo>
                    <a:pt x="346" y="2548"/>
                    <a:pt x="608" y="2286"/>
                    <a:pt x="918" y="2286"/>
                  </a:cubicBezTo>
                  <a:lnTo>
                    <a:pt x="3085" y="2286"/>
                  </a:lnTo>
                  <a:lnTo>
                    <a:pt x="3085" y="2846"/>
                  </a:lnTo>
                  <a:lnTo>
                    <a:pt x="1061" y="2846"/>
                  </a:lnTo>
                  <a:cubicBezTo>
                    <a:pt x="965" y="2846"/>
                    <a:pt x="894" y="2917"/>
                    <a:pt x="894" y="3001"/>
                  </a:cubicBezTo>
                  <a:lnTo>
                    <a:pt x="894" y="8704"/>
                  </a:lnTo>
                  <a:cubicBezTo>
                    <a:pt x="894" y="8799"/>
                    <a:pt x="965" y="8870"/>
                    <a:pt x="1061" y="8870"/>
                  </a:cubicBezTo>
                  <a:lnTo>
                    <a:pt x="6609" y="8870"/>
                  </a:lnTo>
                  <a:cubicBezTo>
                    <a:pt x="6692" y="8870"/>
                    <a:pt x="6776" y="8799"/>
                    <a:pt x="6776" y="8704"/>
                  </a:cubicBezTo>
                  <a:cubicBezTo>
                    <a:pt x="6776" y="8620"/>
                    <a:pt x="6692" y="8537"/>
                    <a:pt x="6609" y="8537"/>
                  </a:cubicBezTo>
                  <a:lnTo>
                    <a:pt x="1215" y="8537"/>
                  </a:lnTo>
                  <a:lnTo>
                    <a:pt x="1215" y="3167"/>
                  </a:lnTo>
                  <a:lnTo>
                    <a:pt x="3096" y="3167"/>
                  </a:lnTo>
                  <a:cubicBezTo>
                    <a:pt x="3132" y="3417"/>
                    <a:pt x="3347" y="3596"/>
                    <a:pt x="3620" y="3596"/>
                  </a:cubicBezTo>
                  <a:lnTo>
                    <a:pt x="6847" y="3596"/>
                  </a:lnTo>
                  <a:cubicBezTo>
                    <a:pt x="7097" y="3596"/>
                    <a:pt x="7323" y="3405"/>
                    <a:pt x="7371" y="3167"/>
                  </a:cubicBezTo>
                  <a:lnTo>
                    <a:pt x="9240" y="3167"/>
                  </a:lnTo>
                  <a:lnTo>
                    <a:pt x="9240" y="8537"/>
                  </a:lnTo>
                  <a:lnTo>
                    <a:pt x="7418" y="8537"/>
                  </a:lnTo>
                  <a:cubicBezTo>
                    <a:pt x="7335" y="8537"/>
                    <a:pt x="7264" y="8620"/>
                    <a:pt x="7264" y="8704"/>
                  </a:cubicBezTo>
                  <a:cubicBezTo>
                    <a:pt x="7264" y="8799"/>
                    <a:pt x="7335" y="8870"/>
                    <a:pt x="7418" y="8870"/>
                  </a:cubicBezTo>
                  <a:lnTo>
                    <a:pt x="9407" y="8870"/>
                  </a:lnTo>
                  <a:cubicBezTo>
                    <a:pt x="9490" y="8870"/>
                    <a:pt x="9562" y="8799"/>
                    <a:pt x="9562" y="8704"/>
                  </a:cubicBezTo>
                  <a:lnTo>
                    <a:pt x="9562" y="3001"/>
                  </a:lnTo>
                  <a:cubicBezTo>
                    <a:pt x="9562" y="2917"/>
                    <a:pt x="9490" y="2846"/>
                    <a:pt x="9407" y="2846"/>
                  </a:cubicBezTo>
                  <a:lnTo>
                    <a:pt x="7383" y="2846"/>
                  </a:lnTo>
                  <a:lnTo>
                    <a:pt x="7383" y="2286"/>
                  </a:lnTo>
                  <a:close/>
                  <a:moveTo>
                    <a:pt x="4906" y="0"/>
                  </a:moveTo>
                  <a:cubicBezTo>
                    <a:pt x="4370" y="0"/>
                    <a:pt x="3942" y="429"/>
                    <a:pt x="3942" y="965"/>
                  </a:cubicBezTo>
                  <a:lnTo>
                    <a:pt x="3942" y="1334"/>
                  </a:lnTo>
                  <a:cubicBezTo>
                    <a:pt x="3942" y="1441"/>
                    <a:pt x="3858" y="1536"/>
                    <a:pt x="3751" y="1536"/>
                  </a:cubicBezTo>
                  <a:lnTo>
                    <a:pt x="3597" y="1536"/>
                  </a:lnTo>
                  <a:cubicBezTo>
                    <a:pt x="3347" y="1536"/>
                    <a:pt x="3120" y="1727"/>
                    <a:pt x="3085" y="1965"/>
                  </a:cubicBezTo>
                  <a:lnTo>
                    <a:pt x="918" y="1965"/>
                  </a:lnTo>
                  <a:cubicBezTo>
                    <a:pt x="418" y="1965"/>
                    <a:pt x="1" y="2382"/>
                    <a:pt x="1" y="2882"/>
                  </a:cubicBezTo>
                  <a:lnTo>
                    <a:pt x="1" y="8835"/>
                  </a:lnTo>
                  <a:cubicBezTo>
                    <a:pt x="1" y="9347"/>
                    <a:pt x="418" y="9763"/>
                    <a:pt x="918" y="9763"/>
                  </a:cubicBezTo>
                  <a:lnTo>
                    <a:pt x="9514" y="9763"/>
                  </a:lnTo>
                  <a:cubicBezTo>
                    <a:pt x="10014" y="9763"/>
                    <a:pt x="10431" y="9347"/>
                    <a:pt x="10431" y="8835"/>
                  </a:cubicBezTo>
                  <a:lnTo>
                    <a:pt x="10431" y="2882"/>
                  </a:lnTo>
                  <a:cubicBezTo>
                    <a:pt x="10419" y="2370"/>
                    <a:pt x="10002" y="1965"/>
                    <a:pt x="9490" y="1965"/>
                  </a:cubicBezTo>
                  <a:lnTo>
                    <a:pt x="7335" y="1965"/>
                  </a:lnTo>
                  <a:cubicBezTo>
                    <a:pt x="7287" y="1715"/>
                    <a:pt x="7085" y="1536"/>
                    <a:pt x="6811" y="1536"/>
                  </a:cubicBezTo>
                  <a:lnTo>
                    <a:pt x="6668" y="1536"/>
                  </a:lnTo>
                  <a:cubicBezTo>
                    <a:pt x="6561" y="1536"/>
                    <a:pt x="6478" y="1441"/>
                    <a:pt x="6478" y="1334"/>
                  </a:cubicBezTo>
                  <a:lnTo>
                    <a:pt x="6478" y="965"/>
                  </a:lnTo>
                  <a:cubicBezTo>
                    <a:pt x="6478" y="429"/>
                    <a:pt x="6037" y="0"/>
                    <a:pt x="55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2" name="Google Shape;1272;p39"/>
            <p:cNvSpPr/>
            <p:nvPr/>
          </p:nvSpPr>
          <p:spPr>
            <a:xfrm>
              <a:off x="6723529" y="2512542"/>
              <a:ext cx="38705" cy="39055"/>
            </a:xfrm>
            <a:custGeom>
              <a:avLst/>
              <a:gdLst/>
              <a:ahLst/>
              <a:cxnLst/>
              <a:rect l="l" t="t" r="r" b="b"/>
              <a:pathLst>
                <a:path w="1216" h="1227" extrusionOk="0">
                  <a:moveTo>
                    <a:pt x="608" y="346"/>
                  </a:moveTo>
                  <a:cubicBezTo>
                    <a:pt x="763" y="346"/>
                    <a:pt x="882" y="465"/>
                    <a:pt x="882" y="608"/>
                  </a:cubicBezTo>
                  <a:cubicBezTo>
                    <a:pt x="882" y="763"/>
                    <a:pt x="763" y="882"/>
                    <a:pt x="608" y="882"/>
                  </a:cubicBezTo>
                  <a:cubicBezTo>
                    <a:pt x="465" y="882"/>
                    <a:pt x="346" y="763"/>
                    <a:pt x="346" y="608"/>
                  </a:cubicBezTo>
                  <a:cubicBezTo>
                    <a:pt x="346" y="465"/>
                    <a:pt x="465" y="346"/>
                    <a:pt x="608" y="346"/>
                  </a:cubicBezTo>
                  <a:close/>
                  <a:moveTo>
                    <a:pt x="608" y="1"/>
                  </a:moveTo>
                  <a:cubicBezTo>
                    <a:pt x="286" y="1"/>
                    <a:pt x="1" y="274"/>
                    <a:pt x="1" y="608"/>
                  </a:cubicBezTo>
                  <a:cubicBezTo>
                    <a:pt x="1" y="941"/>
                    <a:pt x="275" y="1227"/>
                    <a:pt x="608" y="1227"/>
                  </a:cubicBezTo>
                  <a:cubicBezTo>
                    <a:pt x="941" y="1227"/>
                    <a:pt x="1215" y="953"/>
                    <a:pt x="1215" y="608"/>
                  </a:cubicBezTo>
                  <a:cubicBezTo>
                    <a:pt x="1203" y="274"/>
                    <a:pt x="941" y="1"/>
                    <a:pt x="6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3" name="Google Shape;1273;p39"/>
            <p:cNvSpPr/>
            <p:nvPr/>
          </p:nvSpPr>
          <p:spPr>
            <a:xfrm>
              <a:off x="6662893" y="2597050"/>
              <a:ext cx="169813" cy="108031"/>
            </a:xfrm>
            <a:custGeom>
              <a:avLst/>
              <a:gdLst/>
              <a:ahLst/>
              <a:cxnLst/>
              <a:rect l="l" t="t" r="r" b="b"/>
              <a:pathLst>
                <a:path w="5335" h="3394" extrusionOk="0">
                  <a:moveTo>
                    <a:pt x="763" y="2060"/>
                  </a:moveTo>
                  <a:cubicBezTo>
                    <a:pt x="1025" y="2060"/>
                    <a:pt x="1251" y="2287"/>
                    <a:pt x="1251" y="2561"/>
                  </a:cubicBezTo>
                  <a:cubicBezTo>
                    <a:pt x="1251" y="2822"/>
                    <a:pt x="1025" y="3049"/>
                    <a:pt x="763" y="3049"/>
                  </a:cubicBezTo>
                  <a:cubicBezTo>
                    <a:pt x="489" y="3049"/>
                    <a:pt x="275" y="2822"/>
                    <a:pt x="275" y="2561"/>
                  </a:cubicBezTo>
                  <a:cubicBezTo>
                    <a:pt x="275" y="2287"/>
                    <a:pt x="489" y="2060"/>
                    <a:pt x="763" y="2060"/>
                  </a:cubicBezTo>
                  <a:close/>
                  <a:moveTo>
                    <a:pt x="4918" y="1"/>
                  </a:moveTo>
                  <a:cubicBezTo>
                    <a:pt x="4918" y="1"/>
                    <a:pt x="4894" y="1"/>
                    <a:pt x="4894" y="13"/>
                  </a:cubicBezTo>
                  <a:lnTo>
                    <a:pt x="4466" y="239"/>
                  </a:lnTo>
                  <a:cubicBezTo>
                    <a:pt x="4394" y="275"/>
                    <a:pt x="4346" y="370"/>
                    <a:pt x="4394" y="453"/>
                  </a:cubicBezTo>
                  <a:cubicBezTo>
                    <a:pt x="4429" y="515"/>
                    <a:pt x="4484" y="550"/>
                    <a:pt x="4548" y="550"/>
                  </a:cubicBezTo>
                  <a:cubicBezTo>
                    <a:pt x="4571" y="550"/>
                    <a:pt x="4595" y="546"/>
                    <a:pt x="4620" y="536"/>
                  </a:cubicBezTo>
                  <a:lnTo>
                    <a:pt x="4739" y="477"/>
                  </a:lnTo>
                  <a:lnTo>
                    <a:pt x="4739" y="477"/>
                  </a:lnTo>
                  <a:cubicBezTo>
                    <a:pt x="4525" y="1191"/>
                    <a:pt x="4144" y="1727"/>
                    <a:pt x="3620" y="2060"/>
                  </a:cubicBezTo>
                  <a:cubicBezTo>
                    <a:pt x="3098" y="2398"/>
                    <a:pt x="2516" y="2470"/>
                    <a:pt x="2094" y="2470"/>
                  </a:cubicBezTo>
                  <a:cubicBezTo>
                    <a:pt x="1891" y="2470"/>
                    <a:pt x="1724" y="2453"/>
                    <a:pt x="1620" y="2441"/>
                  </a:cubicBezTo>
                  <a:cubicBezTo>
                    <a:pt x="1560" y="2049"/>
                    <a:pt x="1227" y="1751"/>
                    <a:pt x="822" y="1751"/>
                  </a:cubicBezTo>
                  <a:cubicBezTo>
                    <a:pt x="370" y="1751"/>
                    <a:pt x="1" y="2120"/>
                    <a:pt x="1" y="2572"/>
                  </a:cubicBezTo>
                  <a:cubicBezTo>
                    <a:pt x="1" y="3013"/>
                    <a:pt x="370" y="3394"/>
                    <a:pt x="822" y="3394"/>
                  </a:cubicBezTo>
                  <a:cubicBezTo>
                    <a:pt x="1203" y="3394"/>
                    <a:pt x="1537" y="3120"/>
                    <a:pt x="1620" y="2763"/>
                  </a:cubicBezTo>
                  <a:cubicBezTo>
                    <a:pt x="1739" y="2775"/>
                    <a:pt x="1906" y="2799"/>
                    <a:pt x="2120" y="2799"/>
                  </a:cubicBezTo>
                  <a:cubicBezTo>
                    <a:pt x="2572" y="2799"/>
                    <a:pt x="3215" y="2703"/>
                    <a:pt x="3799" y="2334"/>
                  </a:cubicBezTo>
                  <a:cubicBezTo>
                    <a:pt x="4382" y="1965"/>
                    <a:pt x="4799" y="1394"/>
                    <a:pt x="5037" y="620"/>
                  </a:cubicBezTo>
                  <a:lnTo>
                    <a:pt x="5061" y="667"/>
                  </a:lnTo>
                  <a:cubicBezTo>
                    <a:pt x="5097" y="727"/>
                    <a:pt x="5156" y="751"/>
                    <a:pt x="5216" y="751"/>
                  </a:cubicBezTo>
                  <a:cubicBezTo>
                    <a:pt x="5239" y="751"/>
                    <a:pt x="5251" y="751"/>
                    <a:pt x="5287" y="739"/>
                  </a:cubicBezTo>
                  <a:cubicBezTo>
                    <a:pt x="5299" y="691"/>
                    <a:pt x="5335" y="596"/>
                    <a:pt x="5287" y="501"/>
                  </a:cubicBezTo>
                  <a:lnTo>
                    <a:pt x="5061" y="72"/>
                  </a:lnTo>
                  <a:cubicBezTo>
                    <a:pt x="5061" y="72"/>
                    <a:pt x="5061" y="60"/>
                    <a:pt x="5049" y="60"/>
                  </a:cubicBezTo>
                  <a:lnTo>
                    <a:pt x="5013" y="25"/>
                  </a:lnTo>
                  <a:lnTo>
                    <a:pt x="5001" y="13"/>
                  </a:lnTo>
                  <a:cubicBezTo>
                    <a:pt x="5001" y="13"/>
                    <a:pt x="4989" y="13"/>
                    <a:pt x="49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4" name="Google Shape;1274;p39"/>
            <p:cNvSpPr/>
            <p:nvPr/>
          </p:nvSpPr>
          <p:spPr>
            <a:xfrm>
              <a:off x="6639402" y="2589188"/>
              <a:ext cx="32244" cy="31384"/>
            </a:xfrm>
            <a:custGeom>
              <a:avLst/>
              <a:gdLst/>
              <a:ahLst/>
              <a:cxnLst/>
              <a:rect l="l" t="t" r="r" b="b"/>
              <a:pathLst>
                <a:path w="1013" h="986" extrusionOk="0">
                  <a:moveTo>
                    <a:pt x="184" y="1"/>
                  </a:moveTo>
                  <a:cubicBezTo>
                    <a:pt x="140" y="1"/>
                    <a:pt x="96" y="16"/>
                    <a:pt x="60" y="45"/>
                  </a:cubicBezTo>
                  <a:cubicBezTo>
                    <a:pt x="0" y="105"/>
                    <a:pt x="0" y="212"/>
                    <a:pt x="60" y="283"/>
                  </a:cubicBezTo>
                  <a:lnTo>
                    <a:pt x="262" y="498"/>
                  </a:lnTo>
                  <a:lnTo>
                    <a:pt x="60" y="700"/>
                  </a:lnTo>
                  <a:cubicBezTo>
                    <a:pt x="0" y="760"/>
                    <a:pt x="0" y="867"/>
                    <a:pt x="60" y="938"/>
                  </a:cubicBezTo>
                  <a:cubicBezTo>
                    <a:pt x="84" y="974"/>
                    <a:pt x="131" y="986"/>
                    <a:pt x="179" y="986"/>
                  </a:cubicBezTo>
                  <a:cubicBezTo>
                    <a:pt x="215" y="986"/>
                    <a:pt x="262" y="974"/>
                    <a:pt x="298" y="938"/>
                  </a:cubicBezTo>
                  <a:lnTo>
                    <a:pt x="501" y="736"/>
                  </a:lnTo>
                  <a:lnTo>
                    <a:pt x="715" y="938"/>
                  </a:lnTo>
                  <a:cubicBezTo>
                    <a:pt x="739" y="974"/>
                    <a:pt x="786" y="986"/>
                    <a:pt x="834" y="986"/>
                  </a:cubicBezTo>
                  <a:cubicBezTo>
                    <a:pt x="870" y="986"/>
                    <a:pt x="917" y="974"/>
                    <a:pt x="953" y="938"/>
                  </a:cubicBezTo>
                  <a:cubicBezTo>
                    <a:pt x="1013" y="879"/>
                    <a:pt x="1013" y="783"/>
                    <a:pt x="953" y="700"/>
                  </a:cubicBezTo>
                  <a:lnTo>
                    <a:pt x="739" y="498"/>
                  </a:lnTo>
                  <a:lnTo>
                    <a:pt x="953" y="283"/>
                  </a:lnTo>
                  <a:cubicBezTo>
                    <a:pt x="1013" y="224"/>
                    <a:pt x="1013" y="129"/>
                    <a:pt x="953" y="45"/>
                  </a:cubicBezTo>
                  <a:cubicBezTo>
                    <a:pt x="923" y="16"/>
                    <a:pt x="882" y="1"/>
                    <a:pt x="838" y="1"/>
                  </a:cubicBezTo>
                  <a:cubicBezTo>
                    <a:pt x="795" y="1"/>
                    <a:pt x="751" y="16"/>
                    <a:pt x="715" y="45"/>
                  </a:cubicBezTo>
                  <a:lnTo>
                    <a:pt x="501" y="260"/>
                  </a:lnTo>
                  <a:lnTo>
                    <a:pt x="298" y="45"/>
                  </a:lnTo>
                  <a:cubicBezTo>
                    <a:pt x="268" y="16"/>
                    <a:pt x="227" y="1"/>
                    <a:pt x="1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5" name="Google Shape;1275;p39"/>
            <p:cNvSpPr/>
            <p:nvPr/>
          </p:nvSpPr>
          <p:spPr>
            <a:xfrm>
              <a:off x="6820547" y="2673315"/>
              <a:ext cx="32244" cy="31034"/>
            </a:xfrm>
            <a:custGeom>
              <a:avLst/>
              <a:gdLst/>
              <a:ahLst/>
              <a:cxnLst/>
              <a:rect l="l" t="t" r="r" b="b"/>
              <a:pathLst>
                <a:path w="1013" h="975" extrusionOk="0">
                  <a:moveTo>
                    <a:pt x="188" y="1"/>
                  </a:moveTo>
                  <a:cubicBezTo>
                    <a:pt x="147" y="1"/>
                    <a:pt x="102" y="16"/>
                    <a:pt x="60" y="45"/>
                  </a:cubicBezTo>
                  <a:cubicBezTo>
                    <a:pt x="1" y="105"/>
                    <a:pt x="1" y="200"/>
                    <a:pt x="60" y="284"/>
                  </a:cubicBezTo>
                  <a:lnTo>
                    <a:pt x="275" y="486"/>
                  </a:lnTo>
                  <a:lnTo>
                    <a:pt x="60" y="700"/>
                  </a:lnTo>
                  <a:cubicBezTo>
                    <a:pt x="1" y="760"/>
                    <a:pt x="1" y="855"/>
                    <a:pt x="60" y="938"/>
                  </a:cubicBezTo>
                  <a:cubicBezTo>
                    <a:pt x="96" y="962"/>
                    <a:pt x="144" y="974"/>
                    <a:pt x="179" y="974"/>
                  </a:cubicBezTo>
                  <a:cubicBezTo>
                    <a:pt x="227" y="974"/>
                    <a:pt x="275" y="962"/>
                    <a:pt x="298" y="938"/>
                  </a:cubicBezTo>
                  <a:lnTo>
                    <a:pt x="513" y="724"/>
                  </a:lnTo>
                  <a:lnTo>
                    <a:pt x="715" y="938"/>
                  </a:lnTo>
                  <a:cubicBezTo>
                    <a:pt x="751" y="962"/>
                    <a:pt x="798" y="974"/>
                    <a:pt x="834" y="974"/>
                  </a:cubicBezTo>
                  <a:cubicBezTo>
                    <a:pt x="882" y="974"/>
                    <a:pt x="929" y="962"/>
                    <a:pt x="953" y="938"/>
                  </a:cubicBezTo>
                  <a:cubicBezTo>
                    <a:pt x="1013" y="879"/>
                    <a:pt x="1013" y="772"/>
                    <a:pt x="953" y="700"/>
                  </a:cubicBezTo>
                  <a:lnTo>
                    <a:pt x="751" y="486"/>
                  </a:lnTo>
                  <a:lnTo>
                    <a:pt x="953" y="284"/>
                  </a:lnTo>
                  <a:cubicBezTo>
                    <a:pt x="1013" y="224"/>
                    <a:pt x="1013" y="117"/>
                    <a:pt x="953" y="45"/>
                  </a:cubicBezTo>
                  <a:cubicBezTo>
                    <a:pt x="923" y="16"/>
                    <a:pt x="885" y="1"/>
                    <a:pt x="843" y="1"/>
                  </a:cubicBezTo>
                  <a:cubicBezTo>
                    <a:pt x="801" y="1"/>
                    <a:pt x="757" y="16"/>
                    <a:pt x="715" y="45"/>
                  </a:cubicBezTo>
                  <a:lnTo>
                    <a:pt x="513" y="248"/>
                  </a:lnTo>
                  <a:lnTo>
                    <a:pt x="298" y="45"/>
                  </a:lnTo>
                  <a:cubicBezTo>
                    <a:pt x="269" y="16"/>
                    <a:pt x="230" y="1"/>
                    <a:pt x="1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6" name="Google Shape;1276;p39"/>
            <p:cNvSpPr/>
            <p:nvPr/>
          </p:nvSpPr>
          <p:spPr>
            <a:xfrm>
              <a:off x="6730341" y="2603607"/>
              <a:ext cx="32244" cy="31384"/>
            </a:xfrm>
            <a:custGeom>
              <a:avLst/>
              <a:gdLst/>
              <a:ahLst/>
              <a:cxnLst/>
              <a:rect l="l" t="t" r="r" b="b"/>
              <a:pathLst>
                <a:path w="1013" h="986" extrusionOk="0">
                  <a:moveTo>
                    <a:pt x="184" y="0"/>
                  </a:moveTo>
                  <a:cubicBezTo>
                    <a:pt x="141" y="0"/>
                    <a:pt x="96" y="15"/>
                    <a:pt x="61" y="45"/>
                  </a:cubicBezTo>
                  <a:cubicBezTo>
                    <a:pt x="1" y="104"/>
                    <a:pt x="1" y="211"/>
                    <a:pt x="61" y="283"/>
                  </a:cubicBezTo>
                  <a:lnTo>
                    <a:pt x="263" y="485"/>
                  </a:lnTo>
                  <a:lnTo>
                    <a:pt x="61" y="700"/>
                  </a:lnTo>
                  <a:cubicBezTo>
                    <a:pt x="1" y="759"/>
                    <a:pt x="1" y="866"/>
                    <a:pt x="61" y="938"/>
                  </a:cubicBezTo>
                  <a:cubicBezTo>
                    <a:pt x="84" y="962"/>
                    <a:pt x="132" y="985"/>
                    <a:pt x="180" y="985"/>
                  </a:cubicBezTo>
                  <a:cubicBezTo>
                    <a:pt x="215" y="985"/>
                    <a:pt x="263" y="962"/>
                    <a:pt x="299" y="938"/>
                  </a:cubicBezTo>
                  <a:lnTo>
                    <a:pt x="501" y="723"/>
                  </a:lnTo>
                  <a:lnTo>
                    <a:pt x="715" y="938"/>
                  </a:lnTo>
                  <a:cubicBezTo>
                    <a:pt x="739" y="962"/>
                    <a:pt x="787" y="985"/>
                    <a:pt x="834" y="985"/>
                  </a:cubicBezTo>
                  <a:cubicBezTo>
                    <a:pt x="870" y="985"/>
                    <a:pt x="918" y="962"/>
                    <a:pt x="953" y="938"/>
                  </a:cubicBezTo>
                  <a:cubicBezTo>
                    <a:pt x="1013" y="878"/>
                    <a:pt x="1013" y="771"/>
                    <a:pt x="953" y="700"/>
                  </a:cubicBezTo>
                  <a:lnTo>
                    <a:pt x="739" y="485"/>
                  </a:lnTo>
                  <a:lnTo>
                    <a:pt x="953" y="283"/>
                  </a:lnTo>
                  <a:cubicBezTo>
                    <a:pt x="1013" y="223"/>
                    <a:pt x="1013" y="116"/>
                    <a:pt x="953" y="45"/>
                  </a:cubicBezTo>
                  <a:cubicBezTo>
                    <a:pt x="924" y="15"/>
                    <a:pt x="882" y="0"/>
                    <a:pt x="839" y="0"/>
                  </a:cubicBezTo>
                  <a:cubicBezTo>
                    <a:pt x="796" y="0"/>
                    <a:pt x="751" y="15"/>
                    <a:pt x="715" y="45"/>
                  </a:cubicBezTo>
                  <a:lnTo>
                    <a:pt x="501" y="247"/>
                  </a:lnTo>
                  <a:lnTo>
                    <a:pt x="299" y="45"/>
                  </a:lnTo>
                  <a:cubicBezTo>
                    <a:pt x="269" y="15"/>
                    <a:pt x="227" y="0"/>
                    <a:pt x="1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77" name="Google Shape;1277;p39"/>
          <p:cNvGrpSpPr/>
          <p:nvPr/>
        </p:nvGrpSpPr>
        <p:grpSpPr>
          <a:xfrm>
            <a:off x="6939165" y="2535931"/>
            <a:ext cx="329460" cy="487539"/>
            <a:chOff x="6155459" y="1969108"/>
            <a:chExt cx="249770" cy="363849"/>
          </a:xfrm>
        </p:grpSpPr>
        <p:sp>
          <p:nvSpPr>
            <p:cNvPr id="1278" name="Google Shape;1278;p39"/>
            <p:cNvSpPr/>
            <p:nvPr/>
          </p:nvSpPr>
          <p:spPr>
            <a:xfrm>
              <a:off x="6195628" y="1969108"/>
              <a:ext cx="169813" cy="227012"/>
            </a:xfrm>
            <a:custGeom>
              <a:avLst/>
              <a:gdLst/>
              <a:ahLst/>
              <a:cxnLst/>
              <a:rect l="l" t="t" r="r" b="b"/>
              <a:pathLst>
                <a:path w="5335" h="7132" extrusionOk="0">
                  <a:moveTo>
                    <a:pt x="4120" y="333"/>
                  </a:moveTo>
                  <a:lnTo>
                    <a:pt x="4120" y="1750"/>
                  </a:lnTo>
                  <a:cubicBezTo>
                    <a:pt x="4120" y="1869"/>
                    <a:pt x="4084" y="1965"/>
                    <a:pt x="4036" y="2072"/>
                  </a:cubicBezTo>
                  <a:lnTo>
                    <a:pt x="3953" y="2238"/>
                  </a:lnTo>
                  <a:cubicBezTo>
                    <a:pt x="3941" y="2262"/>
                    <a:pt x="3941" y="2286"/>
                    <a:pt x="3941" y="2310"/>
                  </a:cubicBezTo>
                  <a:lnTo>
                    <a:pt x="3941" y="2667"/>
                  </a:lnTo>
                  <a:cubicBezTo>
                    <a:pt x="3941" y="3024"/>
                    <a:pt x="3786" y="3358"/>
                    <a:pt x="3536" y="3584"/>
                  </a:cubicBezTo>
                  <a:cubicBezTo>
                    <a:pt x="3292" y="3807"/>
                    <a:pt x="3011" y="3935"/>
                    <a:pt x="2699" y="3935"/>
                  </a:cubicBezTo>
                  <a:cubicBezTo>
                    <a:pt x="2661" y="3935"/>
                    <a:pt x="2623" y="3933"/>
                    <a:pt x="2584" y="3929"/>
                  </a:cubicBezTo>
                  <a:cubicBezTo>
                    <a:pt x="1917" y="3893"/>
                    <a:pt x="1405" y="3310"/>
                    <a:pt x="1405" y="2619"/>
                  </a:cubicBezTo>
                  <a:lnTo>
                    <a:pt x="1405" y="2310"/>
                  </a:lnTo>
                  <a:cubicBezTo>
                    <a:pt x="1405" y="2286"/>
                    <a:pt x="1405" y="2262"/>
                    <a:pt x="1393" y="2238"/>
                  </a:cubicBezTo>
                  <a:lnTo>
                    <a:pt x="1298" y="2072"/>
                  </a:lnTo>
                  <a:cubicBezTo>
                    <a:pt x="1262" y="1965"/>
                    <a:pt x="1227" y="1869"/>
                    <a:pt x="1227" y="1750"/>
                  </a:cubicBezTo>
                  <a:lnTo>
                    <a:pt x="1227" y="1238"/>
                  </a:lnTo>
                  <a:cubicBezTo>
                    <a:pt x="1227" y="738"/>
                    <a:pt x="1631" y="333"/>
                    <a:pt x="2131" y="333"/>
                  </a:cubicBezTo>
                  <a:close/>
                  <a:moveTo>
                    <a:pt x="3227" y="4155"/>
                  </a:moveTo>
                  <a:lnTo>
                    <a:pt x="3227" y="4346"/>
                  </a:lnTo>
                  <a:cubicBezTo>
                    <a:pt x="3227" y="4405"/>
                    <a:pt x="3239" y="4465"/>
                    <a:pt x="3251" y="4513"/>
                  </a:cubicBezTo>
                  <a:lnTo>
                    <a:pt x="2667" y="4965"/>
                  </a:lnTo>
                  <a:lnTo>
                    <a:pt x="2096" y="4524"/>
                  </a:lnTo>
                  <a:cubicBezTo>
                    <a:pt x="2108" y="4489"/>
                    <a:pt x="2120" y="4429"/>
                    <a:pt x="2120" y="4370"/>
                  </a:cubicBezTo>
                  <a:lnTo>
                    <a:pt x="2120" y="4155"/>
                  </a:lnTo>
                  <a:cubicBezTo>
                    <a:pt x="2251" y="4215"/>
                    <a:pt x="2405" y="4251"/>
                    <a:pt x="2572" y="4251"/>
                  </a:cubicBezTo>
                  <a:lnTo>
                    <a:pt x="2667" y="4251"/>
                  </a:lnTo>
                  <a:cubicBezTo>
                    <a:pt x="2870" y="4251"/>
                    <a:pt x="3048" y="4215"/>
                    <a:pt x="3227" y="4155"/>
                  </a:cubicBezTo>
                  <a:close/>
                  <a:moveTo>
                    <a:pt x="2131" y="0"/>
                  </a:moveTo>
                  <a:cubicBezTo>
                    <a:pt x="1453" y="0"/>
                    <a:pt x="905" y="560"/>
                    <a:pt x="905" y="1238"/>
                  </a:cubicBezTo>
                  <a:lnTo>
                    <a:pt x="905" y="1750"/>
                  </a:lnTo>
                  <a:cubicBezTo>
                    <a:pt x="905" y="1905"/>
                    <a:pt x="941" y="2072"/>
                    <a:pt x="1024" y="2215"/>
                  </a:cubicBezTo>
                  <a:lnTo>
                    <a:pt x="1084" y="2358"/>
                  </a:lnTo>
                  <a:lnTo>
                    <a:pt x="1084" y="2619"/>
                  </a:lnTo>
                  <a:cubicBezTo>
                    <a:pt x="1084" y="3191"/>
                    <a:pt x="1358" y="3703"/>
                    <a:pt x="1798" y="3989"/>
                  </a:cubicBezTo>
                  <a:lnTo>
                    <a:pt x="1798" y="4358"/>
                  </a:lnTo>
                  <a:cubicBezTo>
                    <a:pt x="1798" y="4453"/>
                    <a:pt x="1739" y="4524"/>
                    <a:pt x="1655" y="4536"/>
                  </a:cubicBezTo>
                  <a:lnTo>
                    <a:pt x="631" y="4858"/>
                  </a:lnTo>
                  <a:cubicBezTo>
                    <a:pt x="262" y="4977"/>
                    <a:pt x="0" y="5298"/>
                    <a:pt x="0" y="5703"/>
                  </a:cubicBezTo>
                  <a:lnTo>
                    <a:pt x="0" y="6965"/>
                  </a:lnTo>
                  <a:cubicBezTo>
                    <a:pt x="0" y="7060"/>
                    <a:pt x="84" y="7132"/>
                    <a:pt x="167" y="7132"/>
                  </a:cubicBezTo>
                  <a:cubicBezTo>
                    <a:pt x="262" y="7132"/>
                    <a:pt x="334" y="7060"/>
                    <a:pt x="334" y="6965"/>
                  </a:cubicBezTo>
                  <a:lnTo>
                    <a:pt x="334" y="5703"/>
                  </a:lnTo>
                  <a:cubicBezTo>
                    <a:pt x="334" y="5465"/>
                    <a:pt x="500" y="5239"/>
                    <a:pt x="715" y="5179"/>
                  </a:cubicBezTo>
                  <a:lnTo>
                    <a:pt x="1750" y="4870"/>
                  </a:lnTo>
                  <a:cubicBezTo>
                    <a:pt x="1810" y="4858"/>
                    <a:pt x="1846" y="4822"/>
                    <a:pt x="1893" y="4798"/>
                  </a:cubicBezTo>
                  <a:lnTo>
                    <a:pt x="2465" y="5227"/>
                  </a:lnTo>
                  <a:cubicBezTo>
                    <a:pt x="2524" y="5275"/>
                    <a:pt x="2596" y="5298"/>
                    <a:pt x="2667" y="5298"/>
                  </a:cubicBezTo>
                  <a:cubicBezTo>
                    <a:pt x="2739" y="5298"/>
                    <a:pt x="2822" y="5275"/>
                    <a:pt x="2882" y="5227"/>
                  </a:cubicBezTo>
                  <a:lnTo>
                    <a:pt x="3441" y="4798"/>
                  </a:lnTo>
                  <a:cubicBezTo>
                    <a:pt x="3489" y="4822"/>
                    <a:pt x="3536" y="4858"/>
                    <a:pt x="3596" y="4870"/>
                  </a:cubicBezTo>
                  <a:lnTo>
                    <a:pt x="4620" y="5179"/>
                  </a:lnTo>
                  <a:cubicBezTo>
                    <a:pt x="4858" y="5251"/>
                    <a:pt x="5001" y="5465"/>
                    <a:pt x="5001" y="5703"/>
                  </a:cubicBezTo>
                  <a:lnTo>
                    <a:pt x="5001" y="6965"/>
                  </a:lnTo>
                  <a:cubicBezTo>
                    <a:pt x="5001" y="7060"/>
                    <a:pt x="5084" y="7132"/>
                    <a:pt x="5168" y="7132"/>
                  </a:cubicBezTo>
                  <a:cubicBezTo>
                    <a:pt x="5263" y="7132"/>
                    <a:pt x="5334" y="7060"/>
                    <a:pt x="5334" y="6965"/>
                  </a:cubicBezTo>
                  <a:lnTo>
                    <a:pt x="5334" y="5703"/>
                  </a:lnTo>
                  <a:cubicBezTo>
                    <a:pt x="5334" y="5322"/>
                    <a:pt x="5084" y="4977"/>
                    <a:pt x="4715" y="4870"/>
                  </a:cubicBezTo>
                  <a:lnTo>
                    <a:pt x="3679" y="4560"/>
                  </a:lnTo>
                  <a:cubicBezTo>
                    <a:pt x="3608" y="4524"/>
                    <a:pt x="3548" y="4453"/>
                    <a:pt x="3548" y="4382"/>
                  </a:cubicBezTo>
                  <a:lnTo>
                    <a:pt x="3548" y="4012"/>
                  </a:lnTo>
                  <a:cubicBezTo>
                    <a:pt x="3620" y="3965"/>
                    <a:pt x="3703" y="3905"/>
                    <a:pt x="3763" y="3846"/>
                  </a:cubicBezTo>
                  <a:cubicBezTo>
                    <a:pt x="4084" y="3548"/>
                    <a:pt x="4263" y="3120"/>
                    <a:pt x="4263" y="2679"/>
                  </a:cubicBezTo>
                  <a:lnTo>
                    <a:pt x="4263" y="2369"/>
                  </a:lnTo>
                  <a:lnTo>
                    <a:pt x="4322" y="2238"/>
                  </a:lnTo>
                  <a:cubicBezTo>
                    <a:pt x="4394" y="2084"/>
                    <a:pt x="4441" y="1917"/>
                    <a:pt x="4441" y="1762"/>
                  </a:cubicBezTo>
                  <a:lnTo>
                    <a:pt x="4441" y="167"/>
                  </a:lnTo>
                  <a:cubicBezTo>
                    <a:pt x="4441" y="83"/>
                    <a:pt x="4370" y="0"/>
                    <a:pt x="42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9" name="Google Shape;1279;p39"/>
            <p:cNvSpPr/>
            <p:nvPr/>
          </p:nvSpPr>
          <p:spPr>
            <a:xfrm>
              <a:off x="6275585" y="2146083"/>
              <a:ext cx="10249" cy="50037"/>
            </a:xfrm>
            <a:custGeom>
              <a:avLst/>
              <a:gdLst/>
              <a:ahLst/>
              <a:cxnLst/>
              <a:rect l="l" t="t" r="r" b="b"/>
              <a:pathLst>
                <a:path w="322" h="1572" extrusionOk="0">
                  <a:moveTo>
                    <a:pt x="155" y="0"/>
                  </a:moveTo>
                  <a:cubicBezTo>
                    <a:pt x="72" y="0"/>
                    <a:pt x="0" y="72"/>
                    <a:pt x="0" y="155"/>
                  </a:cubicBezTo>
                  <a:lnTo>
                    <a:pt x="0" y="1405"/>
                  </a:lnTo>
                  <a:cubicBezTo>
                    <a:pt x="0" y="1500"/>
                    <a:pt x="72" y="1572"/>
                    <a:pt x="155" y="1572"/>
                  </a:cubicBezTo>
                  <a:cubicBezTo>
                    <a:pt x="251" y="1572"/>
                    <a:pt x="322" y="1500"/>
                    <a:pt x="322" y="1405"/>
                  </a:cubicBezTo>
                  <a:lnTo>
                    <a:pt x="322" y="155"/>
                  </a:lnTo>
                  <a:cubicBezTo>
                    <a:pt x="322" y="72"/>
                    <a:pt x="251" y="0"/>
                    <a:pt x="1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0" name="Google Shape;1280;p39"/>
            <p:cNvSpPr/>
            <p:nvPr/>
          </p:nvSpPr>
          <p:spPr>
            <a:xfrm>
              <a:off x="6223671" y="2157446"/>
              <a:ext cx="10631" cy="38673"/>
            </a:xfrm>
            <a:custGeom>
              <a:avLst/>
              <a:gdLst/>
              <a:ahLst/>
              <a:cxnLst/>
              <a:rect l="l" t="t" r="r" b="b"/>
              <a:pathLst>
                <a:path w="334" h="1215" extrusionOk="0">
                  <a:moveTo>
                    <a:pt x="167" y="0"/>
                  </a:moveTo>
                  <a:cubicBezTo>
                    <a:pt x="84" y="0"/>
                    <a:pt x="0" y="72"/>
                    <a:pt x="0" y="155"/>
                  </a:cubicBezTo>
                  <a:lnTo>
                    <a:pt x="0" y="1048"/>
                  </a:lnTo>
                  <a:cubicBezTo>
                    <a:pt x="0" y="1143"/>
                    <a:pt x="84" y="1215"/>
                    <a:pt x="167" y="1215"/>
                  </a:cubicBezTo>
                  <a:cubicBezTo>
                    <a:pt x="250" y="1215"/>
                    <a:pt x="334" y="1143"/>
                    <a:pt x="334" y="1048"/>
                  </a:cubicBezTo>
                  <a:lnTo>
                    <a:pt x="334" y="155"/>
                  </a:lnTo>
                  <a:cubicBezTo>
                    <a:pt x="334" y="72"/>
                    <a:pt x="262" y="0"/>
                    <a:pt x="1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1" name="Google Shape;1281;p39"/>
            <p:cNvSpPr/>
            <p:nvPr/>
          </p:nvSpPr>
          <p:spPr>
            <a:xfrm>
              <a:off x="6326736" y="2157446"/>
              <a:ext cx="10281" cy="38673"/>
            </a:xfrm>
            <a:custGeom>
              <a:avLst/>
              <a:gdLst/>
              <a:ahLst/>
              <a:cxnLst/>
              <a:rect l="l" t="t" r="r" b="b"/>
              <a:pathLst>
                <a:path w="323" h="1215" extrusionOk="0">
                  <a:moveTo>
                    <a:pt x="156" y="0"/>
                  </a:moveTo>
                  <a:cubicBezTo>
                    <a:pt x="72" y="0"/>
                    <a:pt x="1" y="72"/>
                    <a:pt x="1" y="155"/>
                  </a:cubicBezTo>
                  <a:lnTo>
                    <a:pt x="1" y="1048"/>
                  </a:lnTo>
                  <a:cubicBezTo>
                    <a:pt x="1" y="1143"/>
                    <a:pt x="72" y="1215"/>
                    <a:pt x="156" y="1215"/>
                  </a:cubicBezTo>
                  <a:cubicBezTo>
                    <a:pt x="251" y="1215"/>
                    <a:pt x="322" y="1143"/>
                    <a:pt x="322" y="1048"/>
                  </a:cubicBezTo>
                  <a:lnTo>
                    <a:pt x="322" y="155"/>
                  </a:lnTo>
                  <a:cubicBezTo>
                    <a:pt x="322" y="72"/>
                    <a:pt x="251" y="0"/>
                    <a:pt x="1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2" name="Google Shape;1282;p39"/>
            <p:cNvSpPr/>
            <p:nvPr/>
          </p:nvSpPr>
          <p:spPr>
            <a:xfrm>
              <a:off x="6264222" y="2299949"/>
              <a:ext cx="33008" cy="33008"/>
            </a:xfrm>
            <a:custGeom>
              <a:avLst/>
              <a:gdLst/>
              <a:ahLst/>
              <a:cxnLst/>
              <a:rect l="l" t="t" r="r" b="b"/>
              <a:pathLst>
                <a:path w="1037" h="1037" extrusionOk="0">
                  <a:moveTo>
                    <a:pt x="512" y="322"/>
                  </a:moveTo>
                  <a:cubicBezTo>
                    <a:pt x="619" y="322"/>
                    <a:pt x="715" y="417"/>
                    <a:pt x="715" y="524"/>
                  </a:cubicBezTo>
                  <a:cubicBezTo>
                    <a:pt x="715" y="619"/>
                    <a:pt x="619" y="715"/>
                    <a:pt x="512" y="715"/>
                  </a:cubicBezTo>
                  <a:cubicBezTo>
                    <a:pt x="417" y="715"/>
                    <a:pt x="322" y="619"/>
                    <a:pt x="322" y="524"/>
                  </a:cubicBezTo>
                  <a:cubicBezTo>
                    <a:pt x="322" y="417"/>
                    <a:pt x="417" y="322"/>
                    <a:pt x="512" y="322"/>
                  </a:cubicBezTo>
                  <a:close/>
                  <a:moveTo>
                    <a:pt x="512" y="0"/>
                  </a:moveTo>
                  <a:cubicBezTo>
                    <a:pt x="238" y="0"/>
                    <a:pt x="0" y="238"/>
                    <a:pt x="0" y="524"/>
                  </a:cubicBezTo>
                  <a:cubicBezTo>
                    <a:pt x="0" y="798"/>
                    <a:pt x="238" y="1036"/>
                    <a:pt x="512" y="1036"/>
                  </a:cubicBezTo>
                  <a:cubicBezTo>
                    <a:pt x="798" y="1036"/>
                    <a:pt x="1036" y="798"/>
                    <a:pt x="1036" y="524"/>
                  </a:cubicBezTo>
                  <a:cubicBezTo>
                    <a:pt x="1036" y="238"/>
                    <a:pt x="798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3" name="Google Shape;1283;p39"/>
            <p:cNvSpPr/>
            <p:nvPr/>
          </p:nvSpPr>
          <p:spPr>
            <a:xfrm>
              <a:off x="6155459" y="2299949"/>
              <a:ext cx="33358" cy="33008"/>
            </a:xfrm>
            <a:custGeom>
              <a:avLst/>
              <a:gdLst/>
              <a:ahLst/>
              <a:cxnLst/>
              <a:rect l="l" t="t" r="r" b="b"/>
              <a:pathLst>
                <a:path w="1048" h="1037" extrusionOk="0">
                  <a:moveTo>
                    <a:pt x="524" y="322"/>
                  </a:moveTo>
                  <a:cubicBezTo>
                    <a:pt x="631" y="322"/>
                    <a:pt x="715" y="417"/>
                    <a:pt x="715" y="524"/>
                  </a:cubicBezTo>
                  <a:cubicBezTo>
                    <a:pt x="715" y="619"/>
                    <a:pt x="631" y="715"/>
                    <a:pt x="524" y="715"/>
                  </a:cubicBezTo>
                  <a:cubicBezTo>
                    <a:pt x="417" y="715"/>
                    <a:pt x="334" y="619"/>
                    <a:pt x="334" y="524"/>
                  </a:cubicBezTo>
                  <a:cubicBezTo>
                    <a:pt x="334" y="417"/>
                    <a:pt x="417" y="322"/>
                    <a:pt x="524" y="322"/>
                  </a:cubicBezTo>
                  <a:close/>
                  <a:moveTo>
                    <a:pt x="524" y="0"/>
                  </a:moveTo>
                  <a:cubicBezTo>
                    <a:pt x="238" y="0"/>
                    <a:pt x="0" y="238"/>
                    <a:pt x="0" y="524"/>
                  </a:cubicBezTo>
                  <a:cubicBezTo>
                    <a:pt x="0" y="798"/>
                    <a:pt x="238" y="1036"/>
                    <a:pt x="524" y="1036"/>
                  </a:cubicBezTo>
                  <a:cubicBezTo>
                    <a:pt x="810" y="1036"/>
                    <a:pt x="1048" y="798"/>
                    <a:pt x="1048" y="524"/>
                  </a:cubicBezTo>
                  <a:cubicBezTo>
                    <a:pt x="1048" y="238"/>
                    <a:pt x="810" y="0"/>
                    <a:pt x="5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4" name="Google Shape;1284;p39"/>
            <p:cNvSpPr/>
            <p:nvPr/>
          </p:nvSpPr>
          <p:spPr>
            <a:xfrm>
              <a:off x="6372221" y="2299949"/>
              <a:ext cx="33008" cy="33008"/>
            </a:xfrm>
            <a:custGeom>
              <a:avLst/>
              <a:gdLst/>
              <a:ahLst/>
              <a:cxnLst/>
              <a:rect l="l" t="t" r="r" b="b"/>
              <a:pathLst>
                <a:path w="1037" h="1037" extrusionOk="0">
                  <a:moveTo>
                    <a:pt x="513" y="322"/>
                  </a:moveTo>
                  <a:cubicBezTo>
                    <a:pt x="620" y="322"/>
                    <a:pt x="715" y="417"/>
                    <a:pt x="715" y="524"/>
                  </a:cubicBezTo>
                  <a:cubicBezTo>
                    <a:pt x="715" y="619"/>
                    <a:pt x="620" y="715"/>
                    <a:pt x="513" y="715"/>
                  </a:cubicBezTo>
                  <a:cubicBezTo>
                    <a:pt x="417" y="715"/>
                    <a:pt x="322" y="619"/>
                    <a:pt x="322" y="524"/>
                  </a:cubicBezTo>
                  <a:cubicBezTo>
                    <a:pt x="322" y="417"/>
                    <a:pt x="417" y="322"/>
                    <a:pt x="513" y="322"/>
                  </a:cubicBezTo>
                  <a:close/>
                  <a:moveTo>
                    <a:pt x="513" y="0"/>
                  </a:moveTo>
                  <a:cubicBezTo>
                    <a:pt x="239" y="0"/>
                    <a:pt x="1" y="238"/>
                    <a:pt x="1" y="524"/>
                  </a:cubicBezTo>
                  <a:cubicBezTo>
                    <a:pt x="1" y="798"/>
                    <a:pt x="239" y="1036"/>
                    <a:pt x="513" y="1036"/>
                  </a:cubicBezTo>
                  <a:cubicBezTo>
                    <a:pt x="798" y="1036"/>
                    <a:pt x="1036" y="798"/>
                    <a:pt x="1036" y="524"/>
                  </a:cubicBezTo>
                  <a:cubicBezTo>
                    <a:pt x="1036" y="238"/>
                    <a:pt x="810" y="0"/>
                    <a:pt x="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5" name="Google Shape;1285;p39"/>
            <p:cNvSpPr/>
            <p:nvPr/>
          </p:nvSpPr>
          <p:spPr>
            <a:xfrm>
              <a:off x="6185379" y="2208597"/>
              <a:ext cx="189134" cy="84763"/>
            </a:xfrm>
            <a:custGeom>
              <a:avLst/>
              <a:gdLst/>
              <a:ahLst/>
              <a:cxnLst/>
              <a:rect l="l" t="t" r="r" b="b"/>
              <a:pathLst>
                <a:path w="5942" h="2663" extrusionOk="0">
                  <a:moveTo>
                    <a:pt x="2977" y="1"/>
                  </a:moveTo>
                  <a:cubicBezTo>
                    <a:pt x="2894" y="1"/>
                    <a:pt x="2811" y="72"/>
                    <a:pt x="2811" y="156"/>
                  </a:cubicBezTo>
                  <a:lnTo>
                    <a:pt x="2811" y="715"/>
                  </a:lnTo>
                  <a:lnTo>
                    <a:pt x="1644" y="715"/>
                  </a:lnTo>
                  <a:cubicBezTo>
                    <a:pt x="1418" y="715"/>
                    <a:pt x="1191" y="810"/>
                    <a:pt x="1060" y="1013"/>
                  </a:cubicBezTo>
                  <a:lnTo>
                    <a:pt x="60" y="2394"/>
                  </a:lnTo>
                  <a:cubicBezTo>
                    <a:pt x="1" y="2465"/>
                    <a:pt x="25" y="2573"/>
                    <a:pt x="108" y="2632"/>
                  </a:cubicBezTo>
                  <a:cubicBezTo>
                    <a:pt x="133" y="2653"/>
                    <a:pt x="162" y="2662"/>
                    <a:pt x="193" y="2662"/>
                  </a:cubicBezTo>
                  <a:cubicBezTo>
                    <a:pt x="249" y="2662"/>
                    <a:pt x="307" y="2631"/>
                    <a:pt x="346" y="2584"/>
                  </a:cubicBezTo>
                  <a:lnTo>
                    <a:pt x="1334" y="1203"/>
                  </a:lnTo>
                  <a:cubicBezTo>
                    <a:pt x="1418" y="1096"/>
                    <a:pt x="1513" y="1049"/>
                    <a:pt x="1632" y="1049"/>
                  </a:cubicBezTo>
                  <a:lnTo>
                    <a:pt x="2811" y="1049"/>
                  </a:lnTo>
                  <a:lnTo>
                    <a:pt x="2811" y="2323"/>
                  </a:lnTo>
                  <a:cubicBezTo>
                    <a:pt x="2811" y="2406"/>
                    <a:pt x="2894" y="2477"/>
                    <a:pt x="2977" y="2477"/>
                  </a:cubicBezTo>
                  <a:cubicBezTo>
                    <a:pt x="3061" y="2477"/>
                    <a:pt x="3144" y="2406"/>
                    <a:pt x="3144" y="2323"/>
                  </a:cubicBezTo>
                  <a:lnTo>
                    <a:pt x="3144" y="1049"/>
                  </a:lnTo>
                  <a:lnTo>
                    <a:pt x="4323" y="1049"/>
                  </a:lnTo>
                  <a:cubicBezTo>
                    <a:pt x="4430" y="1049"/>
                    <a:pt x="4549" y="1108"/>
                    <a:pt x="4620" y="1203"/>
                  </a:cubicBezTo>
                  <a:lnTo>
                    <a:pt x="5609" y="2584"/>
                  </a:lnTo>
                  <a:cubicBezTo>
                    <a:pt x="5644" y="2632"/>
                    <a:pt x="5704" y="2656"/>
                    <a:pt x="5752" y="2656"/>
                  </a:cubicBezTo>
                  <a:cubicBezTo>
                    <a:pt x="5775" y="2656"/>
                    <a:pt x="5823" y="2644"/>
                    <a:pt x="5847" y="2632"/>
                  </a:cubicBezTo>
                  <a:cubicBezTo>
                    <a:pt x="5930" y="2573"/>
                    <a:pt x="5942" y="2465"/>
                    <a:pt x="5882" y="2394"/>
                  </a:cubicBezTo>
                  <a:lnTo>
                    <a:pt x="4882" y="1013"/>
                  </a:lnTo>
                  <a:cubicBezTo>
                    <a:pt x="4751" y="834"/>
                    <a:pt x="4537" y="715"/>
                    <a:pt x="4299" y="715"/>
                  </a:cubicBezTo>
                  <a:lnTo>
                    <a:pt x="3144" y="715"/>
                  </a:lnTo>
                  <a:lnTo>
                    <a:pt x="3144" y="156"/>
                  </a:lnTo>
                  <a:cubicBezTo>
                    <a:pt x="3144" y="72"/>
                    <a:pt x="3073" y="1"/>
                    <a:pt x="29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6" name="Google Shape;1286;p39"/>
            <p:cNvSpPr/>
            <p:nvPr/>
          </p:nvSpPr>
          <p:spPr>
            <a:xfrm>
              <a:off x="6246397" y="2010773"/>
              <a:ext cx="69007" cy="25814"/>
            </a:xfrm>
            <a:custGeom>
              <a:avLst/>
              <a:gdLst/>
              <a:ahLst/>
              <a:cxnLst/>
              <a:rect l="l" t="t" r="r" b="b"/>
              <a:pathLst>
                <a:path w="2168" h="811" extrusionOk="0">
                  <a:moveTo>
                    <a:pt x="951" y="1"/>
                  </a:moveTo>
                  <a:cubicBezTo>
                    <a:pt x="505" y="1"/>
                    <a:pt x="146" y="113"/>
                    <a:pt x="120" y="120"/>
                  </a:cubicBezTo>
                  <a:cubicBezTo>
                    <a:pt x="48" y="156"/>
                    <a:pt x="1" y="215"/>
                    <a:pt x="1" y="287"/>
                  </a:cubicBezTo>
                  <a:lnTo>
                    <a:pt x="1" y="644"/>
                  </a:lnTo>
                  <a:cubicBezTo>
                    <a:pt x="1" y="739"/>
                    <a:pt x="84" y="810"/>
                    <a:pt x="167" y="810"/>
                  </a:cubicBezTo>
                  <a:cubicBezTo>
                    <a:pt x="263" y="810"/>
                    <a:pt x="334" y="739"/>
                    <a:pt x="334" y="644"/>
                  </a:cubicBezTo>
                  <a:lnTo>
                    <a:pt x="334" y="406"/>
                  </a:lnTo>
                  <a:cubicBezTo>
                    <a:pt x="467" y="372"/>
                    <a:pt x="695" y="329"/>
                    <a:pt x="951" y="329"/>
                  </a:cubicBezTo>
                  <a:cubicBezTo>
                    <a:pt x="1246" y="329"/>
                    <a:pt x="1578" y="387"/>
                    <a:pt x="1846" y="584"/>
                  </a:cubicBezTo>
                  <a:cubicBezTo>
                    <a:pt x="1882" y="610"/>
                    <a:pt x="1920" y="622"/>
                    <a:pt x="1957" y="622"/>
                  </a:cubicBezTo>
                  <a:cubicBezTo>
                    <a:pt x="2005" y="622"/>
                    <a:pt x="2050" y="601"/>
                    <a:pt x="2084" y="560"/>
                  </a:cubicBezTo>
                  <a:cubicBezTo>
                    <a:pt x="2168" y="501"/>
                    <a:pt x="2132" y="394"/>
                    <a:pt x="2072" y="334"/>
                  </a:cubicBezTo>
                  <a:cubicBezTo>
                    <a:pt x="1727" y="74"/>
                    <a:pt x="1311" y="1"/>
                    <a:pt x="9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87" name="Google Shape;1287;p39"/>
          <p:cNvGrpSpPr/>
          <p:nvPr/>
        </p:nvGrpSpPr>
        <p:grpSpPr>
          <a:xfrm>
            <a:off x="4942158" y="4534047"/>
            <a:ext cx="328998" cy="487539"/>
            <a:chOff x="6633705" y="1969108"/>
            <a:chExt cx="249420" cy="363849"/>
          </a:xfrm>
        </p:grpSpPr>
        <p:sp>
          <p:nvSpPr>
            <p:cNvPr id="1288" name="Google Shape;1288;p39"/>
            <p:cNvSpPr/>
            <p:nvPr/>
          </p:nvSpPr>
          <p:spPr>
            <a:xfrm>
              <a:off x="6678426" y="1969108"/>
              <a:ext cx="159214" cy="238407"/>
            </a:xfrm>
            <a:custGeom>
              <a:avLst/>
              <a:gdLst/>
              <a:ahLst/>
              <a:cxnLst/>
              <a:rect l="l" t="t" r="r" b="b"/>
              <a:pathLst>
                <a:path w="5002" h="7490" extrusionOk="0">
                  <a:moveTo>
                    <a:pt x="2525" y="333"/>
                  </a:moveTo>
                  <a:cubicBezTo>
                    <a:pt x="2906" y="333"/>
                    <a:pt x="3239" y="572"/>
                    <a:pt x="3251" y="857"/>
                  </a:cubicBezTo>
                  <a:cubicBezTo>
                    <a:pt x="3025" y="762"/>
                    <a:pt x="2775" y="714"/>
                    <a:pt x="2525" y="714"/>
                  </a:cubicBezTo>
                  <a:cubicBezTo>
                    <a:pt x="2263" y="714"/>
                    <a:pt x="2013" y="762"/>
                    <a:pt x="1787" y="857"/>
                  </a:cubicBezTo>
                  <a:cubicBezTo>
                    <a:pt x="1811" y="560"/>
                    <a:pt x="2120" y="333"/>
                    <a:pt x="2525" y="333"/>
                  </a:cubicBezTo>
                  <a:close/>
                  <a:moveTo>
                    <a:pt x="2525" y="1036"/>
                  </a:moveTo>
                  <a:cubicBezTo>
                    <a:pt x="3418" y="1036"/>
                    <a:pt x="4144" y="1762"/>
                    <a:pt x="4144" y="2655"/>
                  </a:cubicBezTo>
                  <a:cubicBezTo>
                    <a:pt x="4144" y="2786"/>
                    <a:pt x="4132" y="2905"/>
                    <a:pt x="4097" y="3036"/>
                  </a:cubicBezTo>
                  <a:cubicBezTo>
                    <a:pt x="4073" y="2905"/>
                    <a:pt x="3989" y="2786"/>
                    <a:pt x="3870" y="2679"/>
                  </a:cubicBezTo>
                  <a:cubicBezTo>
                    <a:pt x="3216" y="2107"/>
                    <a:pt x="2049" y="1953"/>
                    <a:pt x="2001" y="1941"/>
                  </a:cubicBezTo>
                  <a:cubicBezTo>
                    <a:pt x="1994" y="1940"/>
                    <a:pt x="1987" y="1939"/>
                    <a:pt x="1980" y="1939"/>
                  </a:cubicBezTo>
                  <a:cubicBezTo>
                    <a:pt x="1894" y="1939"/>
                    <a:pt x="1822" y="2006"/>
                    <a:pt x="1811" y="2084"/>
                  </a:cubicBezTo>
                  <a:cubicBezTo>
                    <a:pt x="1787" y="2179"/>
                    <a:pt x="1870" y="2262"/>
                    <a:pt x="1953" y="2286"/>
                  </a:cubicBezTo>
                  <a:cubicBezTo>
                    <a:pt x="1965" y="2286"/>
                    <a:pt x="3073" y="2429"/>
                    <a:pt x="3656" y="2941"/>
                  </a:cubicBezTo>
                  <a:cubicBezTo>
                    <a:pt x="3727" y="3012"/>
                    <a:pt x="3787" y="3120"/>
                    <a:pt x="3787" y="3215"/>
                  </a:cubicBezTo>
                  <a:lnTo>
                    <a:pt x="3787" y="3370"/>
                  </a:lnTo>
                  <a:cubicBezTo>
                    <a:pt x="3787" y="4084"/>
                    <a:pt x="3216" y="4644"/>
                    <a:pt x="2525" y="4644"/>
                  </a:cubicBezTo>
                  <a:cubicBezTo>
                    <a:pt x="1822" y="4644"/>
                    <a:pt x="1251" y="4084"/>
                    <a:pt x="1251" y="3381"/>
                  </a:cubicBezTo>
                  <a:cubicBezTo>
                    <a:pt x="1251" y="3334"/>
                    <a:pt x="1287" y="3274"/>
                    <a:pt x="1311" y="3250"/>
                  </a:cubicBezTo>
                  <a:cubicBezTo>
                    <a:pt x="1453" y="3143"/>
                    <a:pt x="1644" y="2977"/>
                    <a:pt x="1763" y="2727"/>
                  </a:cubicBezTo>
                  <a:cubicBezTo>
                    <a:pt x="1811" y="2643"/>
                    <a:pt x="1775" y="2548"/>
                    <a:pt x="1692" y="2500"/>
                  </a:cubicBezTo>
                  <a:cubicBezTo>
                    <a:pt x="1664" y="2490"/>
                    <a:pt x="1637" y="2485"/>
                    <a:pt x="1612" y="2485"/>
                  </a:cubicBezTo>
                  <a:cubicBezTo>
                    <a:pt x="1551" y="2485"/>
                    <a:pt x="1499" y="2516"/>
                    <a:pt x="1465" y="2584"/>
                  </a:cubicBezTo>
                  <a:cubicBezTo>
                    <a:pt x="1370" y="2762"/>
                    <a:pt x="1227" y="2893"/>
                    <a:pt x="1120" y="2965"/>
                  </a:cubicBezTo>
                  <a:cubicBezTo>
                    <a:pt x="1060" y="3012"/>
                    <a:pt x="1001" y="3072"/>
                    <a:pt x="977" y="3143"/>
                  </a:cubicBezTo>
                  <a:cubicBezTo>
                    <a:pt x="930" y="2977"/>
                    <a:pt x="894" y="2822"/>
                    <a:pt x="894" y="2655"/>
                  </a:cubicBezTo>
                  <a:cubicBezTo>
                    <a:pt x="894" y="1762"/>
                    <a:pt x="1632" y="1036"/>
                    <a:pt x="2525" y="1036"/>
                  </a:cubicBezTo>
                  <a:close/>
                  <a:moveTo>
                    <a:pt x="3061" y="4882"/>
                  </a:moveTo>
                  <a:lnTo>
                    <a:pt x="3061" y="5120"/>
                  </a:lnTo>
                  <a:cubicBezTo>
                    <a:pt x="3061" y="5167"/>
                    <a:pt x="3061" y="5215"/>
                    <a:pt x="3073" y="5263"/>
                  </a:cubicBezTo>
                  <a:lnTo>
                    <a:pt x="2525" y="5679"/>
                  </a:lnTo>
                  <a:lnTo>
                    <a:pt x="1942" y="5263"/>
                  </a:lnTo>
                  <a:cubicBezTo>
                    <a:pt x="1953" y="5215"/>
                    <a:pt x="1953" y="5167"/>
                    <a:pt x="1953" y="5120"/>
                  </a:cubicBezTo>
                  <a:lnTo>
                    <a:pt x="1953" y="4882"/>
                  </a:lnTo>
                  <a:cubicBezTo>
                    <a:pt x="2132" y="4941"/>
                    <a:pt x="2311" y="4989"/>
                    <a:pt x="2501" y="4989"/>
                  </a:cubicBezTo>
                  <a:cubicBezTo>
                    <a:pt x="2704" y="4989"/>
                    <a:pt x="2882" y="4965"/>
                    <a:pt x="3061" y="4882"/>
                  </a:cubicBezTo>
                  <a:close/>
                  <a:moveTo>
                    <a:pt x="2525" y="5679"/>
                  </a:moveTo>
                  <a:cubicBezTo>
                    <a:pt x="2525" y="5685"/>
                    <a:pt x="2519" y="5688"/>
                    <a:pt x="2516" y="5688"/>
                  </a:cubicBezTo>
                  <a:cubicBezTo>
                    <a:pt x="2513" y="5688"/>
                    <a:pt x="2513" y="5685"/>
                    <a:pt x="2525" y="5679"/>
                  </a:cubicBezTo>
                  <a:close/>
                  <a:moveTo>
                    <a:pt x="2501" y="0"/>
                  </a:moveTo>
                  <a:cubicBezTo>
                    <a:pt x="1930" y="0"/>
                    <a:pt x="1453" y="405"/>
                    <a:pt x="1453" y="881"/>
                  </a:cubicBezTo>
                  <a:cubicBezTo>
                    <a:pt x="1453" y="929"/>
                    <a:pt x="1453" y="976"/>
                    <a:pt x="1465" y="1012"/>
                  </a:cubicBezTo>
                  <a:cubicBezTo>
                    <a:pt x="918" y="1357"/>
                    <a:pt x="560" y="1965"/>
                    <a:pt x="560" y="2667"/>
                  </a:cubicBezTo>
                  <a:cubicBezTo>
                    <a:pt x="560" y="3120"/>
                    <a:pt x="715" y="3560"/>
                    <a:pt x="1001" y="3917"/>
                  </a:cubicBezTo>
                  <a:cubicBezTo>
                    <a:pt x="1120" y="4251"/>
                    <a:pt x="1346" y="4524"/>
                    <a:pt x="1632" y="4727"/>
                  </a:cubicBezTo>
                  <a:lnTo>
                    <a:pt x="1632" y="5120"/>
                  </a:lnTo>
                  <a:cubicBezTo>
                    <a:pt x="1632" y="5203"/>
                    <a:pt x="1584" y="5275"/>
                    <a:pt x="1513" y="5298"/>
                  </a:cubicBezTo>
                  <a:lnTo>
                    <a:pt x="418" y="5775"/>
                  </a:lnTo>
                  <a:cubicBezTo>
                    <a:pt x="168" y="5894"/>
                    <a:pt x="1" y="6156"/>
                    <a:pt x="1" y="6418"/>
                  </a:cubicBezTo>
                  <a:lnTo>
                    <a:pt x="1" y="7322"/>
                  </a:lnTo>
                  <a:cubicBezTo>
                    <a:pt x="1" y="7418"/>
                    <a:pt x="84" y="7489"/>
                    <a:pt x="168" y="7489"/>
                  </a:cubicBezTo>
                  <a:cubicBezTo>
                    <a:pt x="263" y="7489"/>
                    <a:pt x="334" y="7418"/>
                    <a:pt x="334" y="7322"/>
                  </a:cubicBezTo>
                  <a:lnTo>
                    <a:pt x="334" y="6418"/>
                  </a:lnTo>
                  <a:cubicBezTo>
                    <a:pt x="334" y="6275"/>
                    <a:pt x="418" y="6132"/>
                    <a:pt x="560" y="6072"/>
                  </a:cubicBezTo>
                  <a:lnTo>
                    <a:pt x="1644" y="5596"/>
                  </a:lnTo>
                  <a:cubicBezTo>
                    <a:pt x="1692" y="5584"/>
                    <a:pt x="1715" y="5560"/>
                    <a:pt x="1751" y="5536"/>
                  </a:cubicBezTo>
                  <a:lnTo>
                    <a:pt x="2299" y="5941"/>
                  </a:lnTo>
                  <a:cubicBezTo>
                    <a:pt x="2358" y="5989"/>
                    <a:pt x="2430" y="6013"/>
                    <a:pt x="2501" y="6013"/>
                  </a:cubicBezTo>
                  <a:cubicBezTo>
                    <a:pt x="2584" y="6013"/>
                    <a:pt x="2656" y="5989"/>
                    <a:pt x="2715" y="5941"/>
                  </a:cubicBezTo>
                  <a:lnTo>
                    <a:pt x="3263" y="5536"/>
                  </a:lnTo>
                  <a:cubicBezTo>
                    <a:pt x="3299" y="5572"/>
                    <a:pt x="3335" y="5584"/>
                    <a:pt x="3370" y="5596"/>
                  </a:cubicBezTo>
                  <a:lnTo>
                    <a:pt x="4454" y="6072"/>
                  </a:lnTo>
                  <a:cubicBezTo>
                    <a:pt x="4585" y="6132"/>
                    <a:pt x="4680" y="6275"/>
                    <a:pt x="4680" y="6418"/>
                  </a:cubicBezTo>
                  <a:lnTo>
                    <a:pt x="4680" y="7322"/>
                  </a:lnTo>
                  <a:cubicBezTo>
                    <a:pt x="4680" y="7418"/>
                    <a:pt x="4751" y="7489"/>
                    <a:pt x="4847" y="7489"/>
                  </a:cubicBezTo>
                  <a:cubicBezTo>
                    <a:pt x="4930" y="7489"/>
                    <a:pt x="5001" y="7418"/>
                    <a:pt x="5001" y="7322"/>
                  </a:cubicBezTo>
                  <a:lnTo>
                    <a:pt x="5001" y="6418"/>
                  </a:lnTo>
                  <a:cubicBezTo>
                    <a:pt x="5001" y="6156"/>
                    <a:pt x="4847" y="5894"/>
                    <a:pt x="4585" y="5775"/>
                  </a:cubicBezTo>
                  <a:lnTo>
                    <a:pt x="3501" y="5298"/>
                  </a:lnTo>
                  <a:cubicBezTo>
                    <a:pt x="3430" y="5275"/>
                    <a:pt x="3382" y="5203"/>
                    <a:pt x="3382" y="5120"/>
                  </a:cubicBezTo>
                  <a:lnTo>
                    <a:pt x="3382" y="4727"/>
                  </a:lnTo>
                  <a:cubicBezTo>
                    <a:pt x="3668" y="4524"/>
                    <a:pt x="3894" y="4251"/>
                    <a:pt x="4013" y="3917"/>
                  </a:cubicBezTo>
                  <a:cubicBezTo>
                    <a:pt x="4287" y="3560"/>
                    <a:pt x="4454" y="3131"/>
                    <a:pt x="4454" y="2667"/>
                  </a:cubicBezTo>
                  <a:cubicBezTo>
                    <a:pt x="4454" y="1965"/>
                    <a:pt x="4097" y="1357"/>
                    <a:pt x="3549" y="1012"/>
                  </a:cubicBezTo>
                  <a:cubicBezTo>
                    <a:pt x="3561" y="976"/>
                    <a:pt x="3561" y="929"/>
                    <a:pt x="3561" y="881"/>
                  </a:cubicBezTo>
                  <a:cubicBezTo>
                    <a:pt x="3561" y="393"/>
                    <a:pt x="3085" y="0"/>
                    <a:pt x="25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9" name="Google Shape;1289;p39"/>
            <p:cNvSpPr/>
            <p:nvPr/>
          </p:nvSpPr>
          <p:spPr>
            <a:xfrm>
              <a:off x="6753481" y="2168809"/>
              <a:ext cx="10249" cy="38705"/>
            </a:xfrm>
            <a:custGeom>
              <a:avLst/>
              <a:gdLst/>
              <a:ahLst/>
              <a:cxnLst/>
              <a:rect l="l" t="t" r="r" b="b"/>
              <a:pathLst>
                <a:path w="322" h="1216" extrusionOk="0">
                  <a:moveTo>
                    <a:pt x="167" y="1"/>
                  </a:moveTo>
                  <a:cubicBezTo>
                    <a:pt x="72" y="1"/>
                    <a:pt x="0" y="72"/>
                    <a:pt x="0" y="155"/>
                  </a:cubicBezTo>
                  <a:lnTo>
                    <a:pt x="0" y="1048"/>
                  </a:lnTo>
                  <a:cubicBezTo>
                    <a:pt x="0" y="1144"/>
                    <a:pt x="72" y="1215"/>
                    <a:pt x="167" y="1215"/>
                  </a:cubicBezTo>
                  <a:cubicBezTo>
                    <a:pt x="250" y="1215"/>
                    <a:pt x="322" y="1144"/>
                    <a:pt x="322" y="1048"/>
                  </a:cubicBezTo>
                  <a:lnTo>
                    <a:pt x="322" y="155"/>
                  </a:lnTo>
                  <a:cubicBezTo>
                    <a:pt x="322" y="72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0" name="Google Shape;1290;p39"/>
            <p:cNvSpPr/>
            <p:nvPr/>
          </p:nvSpPr>
          <p:spPr>
            <a:xfrm>
              <a:off x="6707614" y="2180173"/>
              <a:ext cx="10631" cy="27342"/>
            </a:xfrm>
            <a:custGeom>
              <a:avLst/>
              <a:gdLst/>
              <a:ahLst/>
              <a:cxnLst/>
              <a:rect l="l" t="t" r="r" b="b"/>
              <a:pathLst>
                <a:path w="334" h="859" extrusionOk="0">
                  <a:moveTo>
                    <a:pt x="155" y="1"/>
                  </a:moveTo>
                  <a:cubicBezTo>
                    <a:pt x="72" y="1"/>
                    <a:pt x="1" y="72"/>
                    <a:pt x="1" y="156"/>
                  </a:cubicBezTo>
                  <a:lnTo>
                    <a:pt x="1" y="691"/>
                  </a:lnTo>
                  <a:cubicBezTo>
                    <a:pt x="1" y="787"/>
                    <a:pt x="72" y="858"/>
                    <a:pt x="155" y="858"/>
                  </a:cubicBezTo>
                  <a:cubicBezTo>
                    <a:pt x="251" y="858"/>
                    <a:pt x="322" y="787"/>
                    <a:pt x="322" y="691"/>
                  </a:cubicBezTo>
                  <a:lnTo>
                    <a:pt x="322" y="156"/>
                  </a:lnTo>
                  <a:cubicBezTo>
                    <a:pt x="334" y="72"/>
                    <a:pt x="263" y="1"/>
                    <a:pt x="15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1" name="Google Shape;1291;p39"/>
            <p:cNvSpPr/>
            <p:nvPr/>
          </p:nvSpPr>
          <p:spPr>
            <a:xfrm>
              <a:off x="6798966" y="2180173"/>
              <a:ext cx="10249" cy="27342"/>
            </a:xfrm>
            <a:custGeom>
              <a:avLst/>
              <a:gdLst/>
              <a:ahLst/>
              <a:cxnLst/>
              <a:rect l="l" t="t" r="r" b="b"/>
              <a:pathLst>
                <a:path w="322" h="859" extrusionOk="0">
                  <a:moveTo>
                    <a:pt x="167" y="1"/>
                  </a:moveTo>
                  <a:cubicBezTo>
                    <a:pt x="71" y="1"/>
                    <a:pt x="0" y="72"/>
                    <a:pt x="0" y="156"/>
                  </a:cubicBezTo>
                  <a:lnTo>
                    <a:pt x="0" y="691"/>
                  </a:lnTo>
                  <a:cubicBezTo>
                    <a:pt x="0" y="787"/>
                    <a:pt x="71" y="858"/>
                    <a:pt x="167" y="858"/>
                  </a:cubicBezTo>
                  <a:cubicBezTo>
                    <a:pt x="250" y="858"/>
                    <a:pt x="321" y="787"/>
                    <a:pt x="321" y="691"/>
                  </a:cubicBezTo>
                  <a:lnTo>
                    <a:pt x="321" y="156"/>
                  </a:lnTo>
                  <a:cubicBezTo>
                    <a:pt x="321" y="72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2" name="Google Shape;1292;p39"/>
            <p:cNvSpPr/>
            <p:nvPr/>
          </p:nvSpPr>
          <p:spPr>
            <a:xfrm>
              <a:off x="6742118" y="2299949"/>
              <a:ext cx="32976" cy="33008"/>
            </a:xfrm>
            <a:custGeom>
              <a:avLst/>
              <a:gdLst/>
              <a:ahLst/>
              <a:cxnLst/>
              <a:rect l="l" t="t" r="r" b="b"/>
              <a:pathLst>
                <a:path w="1036" h="1037" extrusionOk="0">
                  <a:moveTo>
                    <a:pt x="524" y="322"/>
                  </a:moveTo>
                  <a:cubicBezTo>
                    <a:pt x="619" y="322"/>
                    <a:pt x="714" y="417"/>
                    <a:pt x="714" y="524"/>
                  </a:cubicBezTo>
                  <a:cubicBezTo>
                    <a:pt x="714" y="619"/>
                    <a:pt x="619" y="715"/>
                    <a:pt x="524" y="715"/>
                  </a:cubicBezTo>
                  <a:cubicBezTo>
                    <a:pt x="417" y="715"/>
                    <a:pt x="322" y="619"/>
                    <a:pt x="322" y="524"/>
                  </a:cubicBezTo>
                  <a:cubicBezTo>
                    <a:pt x="322" y="417"/>
                    <a:pt x="417" y="322"/>
                    <a:pt x="524" y="322"/>
                  </a:cubicBezTo>
                  <a:close/>
                  <a:moveTo>
                    <a:pt x="524" y="0"/>
                  </a:moveTo>
                  <a:cubicBezTo>
                    <a:pt x="238" y="0"/>
                    <a:pt x="0" y="238"/>
                    <a:pt x="0" y="524"/>
                  </a:cubicBezTo>
                  <a:cubicBezTo>
                    <a:pt x="0" y="798"/>
                    <a:pt x="238" y="1036"/>
                    <a:pt x="524" y="1036"/>
                  </a:cubicBezTo>
                  <a:cubicBezTo>
                    <a:pt x="798" y="1036"/>
                    <a:pt x="1036" y="798"/>
                    <a:pt x="1036" y="524"/>
                  </a:cubicBezTo>
                  <a:cubicBezTo>
                    <a:pt x="1036" y="238"/>
                    <a:pt x="798" y="0"/>
                    <a:pt x="5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3" name="Google Shape;1293;p39"/>
            <p:cNvSpPr/>
            <p:nvPr/>
          </p:nvSpPr>
          <p:spPr>
            <a:xfrm>
              <a:off x="6633705" y="2299949"/>
              <a:ext cx="33008" cy="33008"/>
            </a:xfrm>
            <a:custGeom>
              <a:avLst/>
              <a:gdLst/>
              <a:ahLst/>
              <a:cxnLst/>
              <a:rect l="l" t="t" r="r" b="b"/>
              <a:pathLst>
                <a:path w="1037" h="1037" extrusionOk="0">
                  <a:moveTo>
                    <a:pt x="513" y="322"/>
                  </a:moveTo>
                  <a:cubicBezTo>
                    <a:pt x="620" y="322"/>
                    <a:pt x="715" y="417"/>
                    <a:pt x="715" y="524"/>
                  </a:cubicBezTo>
                  <a:cubicBezTo>
                    <a:pt x="715" y="619"/>
                    <a:pt x="620" y="715"/>
                    <a:pt x="513" y="715"/>
                  </a:cubicBezTo>
                  <a:cubicBezTo>
                    <a:pt x="418" y="715"/>
                    <a:pt x="322" y="619"/>
                    <a:pt x="322" y="524"/>
                  </a:cubicBezTo>
                  <a:cubicBezTo>
                    <a:pt x="322" y="417"/>
                    <a:pt x="418" y="322"/>
                    <a:pt x="513" y="322"/>
                  </a:cubicBezTo>
                  <a:close/>
                  <a:moveTo>
                    <a:pt x="513" y="0"/>
                  </a:moveTo>
                  <a:cubicBezTo>
                    <a:pt x="239" y="0"/>
                    <a:pt x="1" y="238"/>
                    <a:pt x="1" y="524"/>
                  </a:cubicBezTo>
                  <a:cubicBezTo>
                    <a:pt x="1" y="798"/>
                    <a:pt x="239" y="1036"/>
                    <a:pt x="513" y="1036"/>
                  </a:cubicBezTo>
                  <a:cubicBezTo>
                    <a:pt x="799" y="1036"/>
                    <a:pt x="1037" y="798"/>
                    <a:pt x="1037" y="524"/>
                  </a:cubicBezTo>
                  <a:cubicBezTo>
                    <a:pt x="1037" y="238"/>
                    <a:pt x="799" y="0"/>
                    <a:pt x="5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4" name="Google Shape;1294;p39"/>
            <p:cNvSpPr/>
            <p:nvPr/>
          </p:nvSpPr>
          <p:spPr>
            <a:xfrm>
              <a:off x="6850117" y="2299949"/>
              <a:ext cx="33008" cy="33008"/>
            </a:xfrm>
            <a:custGeom>
              <a:avLst/>
              <a:gdLst/>
              <a:ahLst/>
              <a:cxnLst/>
              <a:rect l="l" t="t" r="r" b="b"/>
              <a:pathLst>
                <a:path w="1037" h="1037" extrusionOk="0">
                  <a:moveTo>
                    <a:pt x="524" y="322"/>
                  </a:moveTo>
                  <a:cubicBezTo>
                    <a:pt x="619" y="322"/>
                    <a:pt x="715" y="417"/>
                    <a:pt x="715" y="524"/>
                  </a:cubicBezTo>
                  <a:cubicBezTo>
                    <a:pt x="715" y="619"/>
                    <a:pt x="619" y="715"/>
                    <a:pt x="524" y="715"/>
                  </a:cubicBezTo>
                  <a:cubicBezTo>
                    <a:pt x="417" y="715"/>
                    <a:pt x="322" y="619"/>
                    <a:pt x="322" y="524"/>
                  </a:cubicBezTo>
                  <a:cubicBezTo>
                    <a:pt x="322" y="417"/>
                    <a:pt x="417" y="322"/>
                    <a:pt x="524" y="322"/>
                  </a:cubicBezTo>
                  <a:close/>
                  <a:moveTo>
                    <a:pt x="524" y="0"/>
                  </a:moveTo>
                  <a:cubicBezTo>
                    <a:pt x="238" y="0"/>
                    <a:pt x="0" y="238"/>
                    <a:pt x="0" y="524"/>
                  </a:cubicBezTo>
                  <a:cubicBezTo>
                    <a:pt x="0" y="798"/>
                    <a:pt x="238" y="1036"/>
                    <a:pt x="524" y="1036"/>
                  </a:cubicBezTo>
                  <a:cubicBezTo>
                    <a:pt x="798" y="1036"/>
                    <a:pt x="1036" y="798"/>
                    <a:pt x="1036" y="524"/>
                  </a:cubicBezTo>
                  <a:cubicBezTo>
                    <a:pt x="1036" y="238"/>
                    <a:pt x="822" y="0"/>
                    <a:pt x="5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5" name="Google Shape;1295;p39"/>
            <p:cNvSpPr/>
            <p:nvPr/>
          </p:nvSpPr>
          <p:spPr>
            <a:xfrm>
              <a:off x="6664039" y="2219610"/>
              <a:ext cx="188370" cy="73750"/>
            </a:xfrm>
            <a:custGeom>
              <a:avLst/>
              <a:gdLst/>
              <a:ahLst/>
              <a:cxnLst/>
              <a:rect l="l" t="t" r="r" b="b"/>
              <a:pathLst>
                <a:path w="5918" h="2317" extrusionOk="0">
                  <a:moveTo>
                    <a:pt x="2977" y="0"/>
                  </a:moveTo>
                  <a:cubicBezTo>
                    <a:pt x="2882" y="0"/>
                    <a:pt x="2810" y="83"/>
                    <a:pt x="2810" y="167"/>
                  </a:cubicBezTo>
                  <a:lnTo>
                    <a:pt x="2810" y="369"/>
                  </a:lnTo>
                  <a:lnTo>
                    <a:pt x="1632" y="369"/>
                  </a:lnTo>
                  <a:cubicBezTo>
                    <a:pt x="1405" y="369"/>
                    <a:pt x="1191" y="464"/>
                    <a:pt x="1048" y="667"/>
                  </a:cubicBezTo>
                  <a:lnTo>
                    <a:pt x="60" y="2048"/>
                  </a:lnTo>
                  <a:cubicBezTo>
                    <a:pt x="0" y="2119"/>
                    <a:pt x="24" y="2227"/>
                    <a:pt x="96" y="2286"/>
                  </a:cubicBezTo>
                  <a:cubicBezTo>
                    <a:pt x="125" y="2307"/>
                    <a:pt x="156" y="2316"/>
                    <a:pt x="186" y="2316"/>
                  </a:cubicBezTo>
                  <a:cubicBezTo>
                    <a:pt x="241" y="2316"/>
                    <a:pt x="295" y="2285"/>
                    <a:pt x="334" y="2238"/>
                  </a:cubicBezTo>
                  <a:lnTo>
                    <a:pt x="1334" y="857"/>
                  </a:lnTo>
                  <a:cubicBezTo>
                    <a:pt x="1405" y="750"/>
                    <a:pt x="1512" y="703"/>
                    <a:pt x="1632" y="703"/>
                  </a:cubicBezTo>
                  <a:lnTo>
                    <a:pt x="2810" y="703"/>
                  </a:lnTo>
                  <a:lnTo>
                    <a:pt x="2810" y="1977"/>
                  </a:lnTo>
                  <a:cubicBezTo>
                    <a:pt x="2810" y="2060"/>
                    <a:pt x="2882" y="2131"/>
                    <a:pt x="2977" y="2131"/>
                  </a:cubicBezTo>
                  <a:cubicBezTo>
                    <a:pt x="3060" y="2131"/>
                    <a:pt x="3132" y="2060"/>
                    <a:pt x="3132" y="1977"/>
                  </a:cubicBezTo>
                  <a:lnTo>
                    <a:pt x="3132" y="703"/>
                  </a:lnTo>
                  <a:lnTo>
                    <a:pt x="4310" y="703"/>
                  </a:lnTo>
                  <a:cubicBezTo>
                    <a:pt x="4430" y="703"/>
                    <a:pt x="4549" y="762"/>
                    <a:pt x="4608" y="857"/>
                  </a:cubicBezTo>
                  <a:lnTo>
                    <a:pt x="5608" y="2238"/>
                  </a:lnTo>
                  <a:cubicBezTo>
                    <a:pt x="5632" y="2286"/>
                    <a:pt x="5692" y="2310"/>
                    <a:pt x="5739" y="2310"/>
                  </a:cubicBezTo>
                  <a:cubicBezTo>
                    <a:pt x="5775" y="2310"/>
                    <a:pt x="5811" y="2298"/>
                    <a:pt x="5846" y="2286"/>
                  </a:cubicBezTo>
                  <a:cubicBezTo>
                    <a:pt x="5906" y="2227"/>
                    <a:pt x="5918" y="2119"/>
                    <a:pt x="5870" y="2048"/>
                  </a:cubicBezTo>
                  <a:lnTo>
                    <a:pt x="4882" y="667"/>
                  </a:lnTo>
                  <a:cubicBezTo>
                    <a:pt x="4739" y="488"/>
                    <a:pt x="4537" y="369"/>
                    <a:pt x="4299" y="369"/>
                  </a:cubicBezTo>
                  <a:lnTo>
                    <a:pt x="3132" y="369"/>
                  </a:lnTo>
                  <a:lnTo>
                    <a:pt x="3132" y="167"/>
                  </a:lnTo>
                  <a:cubicBezTo>
                    <a:pt x="3132" y="83"/>
                    <a:pt x="3060" y="0"/>
                    <a:pt x="29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96" name="Google Shape;1296;p39"/>
          <p:cNvGrpSpPr/>
          <p:nvPr/>
        </p:nvGrpSpPr>
        <p:grpSpPr>
          <a:xfrm>
            <a:off x="4871778" y="2542040"/>
            <a:ext cx="467424" cy="475340"/>
            <a:chOff x="3235438" y="1970604"/>
            <a:chExt cx="354363" cy="354745"/>
          </a:xfrm>
        </p:grpSpPr>
        <p:sp>
          <p:nvSpPr>
            <p:cNvPr id="1297" name="Google Shape;1297;p39"/>
            <p:cNvSpPr/>
            <p:nvPr/>
          </p:nvSpPr>
          <p:spPr>
            <a:xfrm>
              <a:off x="3235438" y="2125712"/>
              <a:ext cx="132667" cy="199288"/>
            </a:xfrm>
            <a:custGeom>
              <a:avLst/>
              <a:gdLst/>
              <a:ahLst/>
              <a:cxnLst/>
              <a:rect l="l" t="t" r="r" b="b"/>
              <a:pathLst>
                <a:path w="4168" h="6261" extrusionOk="0">
                  <a:moveTo>
                    <a:pt x="2102" y="325"/>
                  </a:moveTo>
                  <a:cubicBezTo>
                    <a:pt x="2147" y="325"/>
                    <a:pt x="2191" y="331"/>
                    <a:pt x="2239" y="343"/>
                  </a:cubicBezTo>
                  <a:cubicBezTo>
                    <a:pt x="2953" y="402"/>
                    <a:pt x="3501" y="1021"/>
                    <a:pt x="3501" y="1748"/>
                  </a:cubicBezTo>
                  <a:cubicBezTo>
                    <a:pt x="3501" y="2438"/>
                    <a:pt x="3668" y="3081"/>
                    <a:pt x="3811" y="3414"/>
                  </a:cubicBezTo>
                  <a:lnTo>
                    <a:pt x="3811" y="3438"/>
                  </a:lnTo>
                  <a:cubicBezTo>
                    <a:pt x="3632" y="3534"/>
                    <a:pt x="3310" y="3736"/>
                    <a:pt x="2775" y="3831"/>
                  </a:cubicBezTo>
                  <a:lnTo>
                    <a:pt x="2775" y="3795"/>
                  </a:lnTo>
                  <a:lnTo>
                    <a:pt x="2775" y="3462"/>
                  </a:lnTo>
                  <a:cubicBezTo>
                    <a:pt x="2977" y="3343"/>
                    <a:pt x="3156" y="3164"/>
                    <a:pt x="3299" y="2938"/>
                  </a:cubicBezTo>
                  <a:cubicBezTo>
                    <a:pt x="3513" y="2545"/>
                    <a:pt x="3441" y="2021"/>
                    <a:pt x="3096" y="1712"/>
                  </a:cubicBezTo>
                  <a:cubicBezTo>
                    <a:pt x="2858" y="1486"/>
                    <a:pt x="2429" y="1236"/>
                    <a:pt x="1751" y="1236"/>
                  </a:cubicBezTo>
                  <a:cubicBezTo>
                    <a:pt x="1703" y="1236"/>
                    <a:pt x="1656" y="1248"/>
                    <a:pt x="1632" y="1271"/>
                  </a:cubicBezTo>
                  <a:lnTo>
                    <a:pt x="1286" y="1617"/>
                  </a:lnTo>
                  <a:cubicBezTo>
                    <a:pt x="1227" y="1676"/>
                    <a:pt x="1227" y="1783"/>
                    <a:pt x="1286" y="1843"/>
                  </a:cubicBezTo>
                  <a:cubicBezTo>
                    <a:pt x="1316" y="1873"/>
                    <a:pt x="1358" y="1887"/>
                    <a:pt x="1400" y="1887"/>
                  </a:cubicBezTo>
                  <a:cubicBezTo>
                    <a:pt x="1441" y="1887"/>
                    <a:pt x="1483" y="1873"/>
                    <a:pt x="1513" y="1843"/>
                  </a:cubicBezTo>
                  <a:lnTo>
                    <a:pt x="1810" y="1545"/>
                  </a:lnTo>
                  <a:cubicBezTo>
                    <a:pt x="2239" y="1557"/>
                    <a:pt x="2596" y="1688"/>
                    <a:pt x="2882" y="1950"/>
                  </a:cubicBezTo>
                  <a:cubicBezTo>
                    <a:pt x="3120" y="2152"/>
                    <a:pt x="3156" y="2510"/>
                    <a:pt x="3013" y="2783"/>
                  </a:cubicBezTo>
                  <a:cubicBezTo>
                    <a:pt x="2822" y="3105"/>
                    <a:pt x="2477" y="3319"/>
                    <a:pt x="2084" y="3319"/>
                  </a:cubicBezTo>
                  <a:cubicBezTo>
                    <a:pt x="1513" y="3319"/>
                    <a:pt x="1036" y="2843"/>
                    <a:pt x="1036" y="2260"/>
                  </a:cubicBezTo>
                  <a:cubicBezTo>
                    <a:pt x="1036" y="2164"/>
                    <a:pt x="953" y="2093"/>
                    <a:pt x="870" y="2093"/>
                  </a:cubicBezTo>
                  <a:cubicBezTo>
                    <a:pt x="774" y="2093"/>
                    <a:pt x="703" y="2164"/>
                    <a:pt x="703" y="2260"/>
                  </a:cubicBezTo>
                  <a:cubicBezTo>
                    <a:pt x="703" y="2760"/>
                    <a:pt x="989" y="3224"/>
                    <a:pt x="1405" y="3462"/>
                  </a:cubicBezTo>
                  <a:lnTo>
                    <a:pt x="1405" y="3795"/>
                  </a:lnTo>
                  <a:lnTo>
                    <a:pt x="1405" y="3831"/>
                  </a:lnTo>
                  <a:cubicBezTo>
                    <a:pt x="858" y="3712"/>
                    <a:pt x="524" y="3534"/>
                    <a:pt x="393" y="3438"/>
                  </a:cubicBezTo>
                  <a:cubicBezTo>
                    <a:pt x="393" y="3438"/>
                    <a:pt x="382" y="3438"/>
                    <a:pt x="393" y="3414"/>
                  </a:cubicBezTo>
                  <a:cubicBezTo>
                    <a:pt x="524" y="3081"/>
                    <a:pt x="691" y="2438"/>
                    <a:pt x="703" y="1748"/>
                  </a:cubicBezTo>
                  <a:cubicBezTo>
                    <a:pt x="703" y="1021"/>
                    <a:pt x="1275" y="402"/>
                    <a:pt x="1965" y="343"/>
                  </a:cubicBezTo>
                  <a:cubicBezTo>
                    <a:pt x="2013" y="331"/>
                    <a:pt x="2057" y="325"/>
                    <a:pt x="2102" y="325"/>
                  </a:cubicBezTo>
                  <a:close/>
                  <a:moveTo>
                    <a:pt x="2429" y="3581"/>
                  </a:moveTo>
                  <a:lnTo>
                    <a:pt x="2429" y="3772"/>
                  </a:lnTo>
                  <a:cubicBezTo>
                    <a:pt x="2429" y="3974"/>
                    <a:pt x="2537" y="4153"/>
                    <a:pt x="2715" y="4236"/>
                  </a:cubicBezTo>
                  <a:lnTo>
                    <a:pt x="2822" y="4296"/>
                  </a:lnTo>
                  <a:cubicBezTo>
                    <a:pt x="2668" y="4546"/>
                    <a:pt x="2382" y="4712"/>
                    <a:pt x="2072" y="4712"/>
                  </a:cubicBezTo>
                  <a:cubicBezTo>
                    <a:pt x="1775" y="4712"/>
                    <a:pt x="1489" y="4546"/>
                    <a:pt x="1334" y="4296"/>
                  </a:cubicBezTo>
                  <a:lnTo>
                    <a:pt x="1429" y="4236"/>
                  </a:lnTo>
                  <a:cubicBezTo>
                    <a:pt x="1608" y="4153"/>
                    <a:pt x="1715" y="3974"/>
                    <a:pt x="1715" y="3772"/>
                  </a:cubicBezTo>
                  <a:lnTo>
                    <a:pt x="1715" y="3581"/>
                  </a:lnTo>
                  <a:cubicBezTo>
                    <a:pt x="1834" y="3617"/>
                    <a:pt x="1953" y="3629"/>
                    <a:pt x="2072" y="3629"/>
                  </a:cubicBezTo>
                  <a:cubicBezTo>
                    <a:pt x="2191" y="3629"/>
                    <a:pt x="2310" y="3617"/>
                    <a:pt x="2429" y="3581"/>
                  </a:cubicBezTo>
                  <a:close/>
                  <a:moveTo>
                    <a:pt x="2072" y="0"/>
                  </a:moveTo>
                  <a:cubicBezTo>
                    <a:pt x="2016" y="0"/>
                    <a:pt x="1959" y="3"/>
                    <a:pt x="1906" y="9"/>
                  </a:cubicBezTo>
                  <a:cubicBezTo>
                    <a:pt x="1036" y="81"/>
                    <a:pt x="346" y="855"/>
                    <a:pt x="346" y="1748"/>
                  </a:cubicBezTo>
                  <a:cubicBezTo>
                    <a:pt x="346" y="2391"/>
                    <a:pt x="203" y="2986"/>
                    <a:pt x="60" y="3295"/>
                  </a:cubicBezTo>
                  <a:cubicBezTo>
                    <a:pt x="1" y="3450"/>
                    <a:pt x="48" y="3617"/>
                    <a:pt x="179" y="3700"/>
                  </a:cubicBezTo>
                  <a:cubicBezTo>
                    <a:pt x="322" y="3795"/>
                    <a:pt x="584" y="3950"/>
                    <a:pt x="1036" y="4093"/>
                  </a:cubicBezTo>
                  <a:lnTo>
                    <a:pt x="382" y="4415"/>
                  </a:lnTo>
                  <a:cubicBezTo>
                    <a:pt x="143" y="4534"/>
                    <a:pt x="1" y="4772"/>
                    <a:pt x="1" y="5022"/>
                  </a:cubicBezTo>
                  <a:lnTo>
                    <a:pt x="1" y="6093"/>
                  </a:lnTo>
                  <a:cubicBezTo>
                    <a:pt x="1" y="6189"/>
                    <a:pt x="84" y="6260"/>
                    <a:pt x="167" y="6260"/>
                  </a:cubicBezTo>
                  <a:cubicBezTo>
                    <a:pt x="262" y="6260"/>
                    <a:pt x="334" y="6189"/>
                    <a:pt x="334" y="6093"/>
                  </a:cubicBezTo>
                  <a:lnTo>
                    <a:pt x="334" y="5022"/>
                  </a:lnTo>
                  <a:cubicBezTo>
                    <a:pt x="334" y="4891"/>
                    <a:pt x="405" y="4772"/>
                    <a:pt x="524" y="4700"/>
                  </a:cubicBezTo>
                  <a:lnTo>
                    <a:pt x="1048" y="4450"/>
                  </a:lnTo>
                  <a:cubicBezTo>
                    <a:pt x="1275" y="4807"/>
                    <a:pt x="1656" y="5046"/>
                    <a:pt x="2084" y="5046"/>
                  </a:cubicBezTo>
                  <a:cubicBezTo>
                    <a:pt x="2525" y="5046"/>
                    <a:pt x="2906" y="4819"/>
                    <a:pt x="3132" y="4450"/>
                  </a:cubicBezTo>
                  <a:lnTo>
                    <a:pt x="3656" y="4700"/>
                  </a:lnTo>
                  <a:cubicBezTo>
                    <a:pt x="3775" y="4760"/>
                    <a:pt x="3846" y="4879"/>
                    <a:pt x="3846" y="5022"/>
                  </a:cubicBezTo>
                  <a:lnTo>
                    <a:pt x="3846" y="6093"/>
                  </a:lnTo>
                  <a:cubicBezTo>
                    <a:pt x="3846" y="6189"/>
                    <a:pt x="3918" y="6260"/>
                    <a:pt x="4013" y="6260"/>
                  </a:cubicBezTo>
                  <a:cubicBezTo>
                    <a:pt x="4096" y="6260"/>
                    <a:pt x="4168" y="6189"/>
                    <a:pt x="4168" y="6093"/>
                  </a:cubicBezTo>
                  <a:lnTo>
                    <a:pt x="4168" y="5022"/>
                  </a:lnTo>
                  <a:cubicBezTo>
                    <a:pt x="4156" y="4772"/>
                    <a:pt x="4013" y="4534"/>
                    <a:pt x="3775" y="4415"/>
                  </a:cubicBezTo>
                  <a:lnTo>
                    <a:pt x="3120" y="4093"/>
                  </a:lnTo>
                  <a:cubicBezTo>
                    <a:pt x="3549" y="3974"/>
                    <a:pt x="3834" y="3807"/>
                    <a:pt x="3965" y="3700"/>
                  </a:cubicBezTo>
                  <a:cubicBezTo>
                    <a:pt x="4096" y="3617"/>
                    <a:pt x="4144" y="3450"/>
                    <a:pt x="4084" y="3295"/>
                  </a:cubicBezTo>
                  <a:cubicBezTo>
                    <a:pt x="3953" y="2986"/>
                    <a:pt x="3799" y="2391"/>
                    <a:pt x="3799" y="1748"/>
                  </a:cubicBezTo>
                  <a:cubicBezTo>
                    <a:pt x="3799" y="855"/>
                    <a:pt x="3096" y="81"/>
                    <a:pt x="2239" y="9"/>
                  </a:cubicBezTo>
                  <a:cubicBezTo>
                    <a:pt x="2185" y="3"/>
                    <a:pt x="2129" y="0"/>
                    <a:pt x="20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8" name="Google Shape;1298;p39"/>
            <p:cNvSpPr/>
            <p:nvPr/>
          </p:nvSpPr>
          <p:spPr>
            <a:xfrm>
              <a:off x="3257433" y="2292373"/>
              <a:ext cx="10249" cy="32626"/>
            </a:xfrm>
            <a:custGeom>
              <a:avLst/>
              <a:gdLst/>
              <a:ahLst/>
              <a:cxnLst/>
              <a:rect l="l" t="t" r="r" b="b"/>
              <a:pathLst>
                <a:path w="322" h="1025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857"/>
                  </a:lnTo>
                  <a:cubicBezTo>
                    <a:pt x="0" y="953"/>
                    <a:pt x="72" y="1024"/>
                    <a:pt x="167" y="1024"/>
                  </a:cubicBezTo>
                  <a:cubicBezTo>
                    <a:pt x="250" y="1024"/>
                    <a:pt x="322" y="953"/>
                    <a:pt x="322" y="857"/>
                  </a:cubicBezTo>
                  <a:lnTo>
                    <a:pt x="322" y="167"/>
                  </a:lnTo>
                  <a:cubicBezTo>
                    <a:pt x="322" y="72"/>
                    <a:pt x="250" y="0"/>
                    <a:pt x="1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9" name="Google Shape;1299;p39"/>
            <p:cNvSpPr/>
            <p:nvPr/>
          </p:nvSpPr>
          <p:spPr>
            <a:xfrm>
              <a:off x="3335098" y="2292373"/>
              <a:ext cx="10281" cy="32626"/>
            </a:xfrm>
            <a:custGeom>
              <a:avLst/>
              <a:gdLst/>
              <a:ahLst/>
              <a:cxnLst/>
              <a:rect l="l" t="t" r="r" b="b"/>
              <a:pathLst>
                <a:path w="323" h="1025" extrusionOk="0">
                  <a:moveTo>
                    <a:pt x="168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857"/>
                  </a:lnTo>
                  <a:cubicBezTo>
                    <a:pt x="1" y="953"/>
                    <a:pt x="72" y="1024"/>
                    <a:pt x="168" y="1024"/>
                  </a:cubicBezTo>
                  <a:cubicBezTo>
                    <a:pt x="251" y="1024"/>
                    <a:pt x="322" y="953"/>
                    <a:pt x="322" y="857"/>
                  </a:cubicBezTo>
                  <a:lnTo>
                    <a:pt x="322" y="167"/>
                  </a:lnTo>
                  <a:cubicBezTo>
                    <a:pt x="322" y="72"/>
                    <a:pt x="251" y="0"/>
                    <a:pt x="1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0" name="Google Shape;1300;p39"/>
            <p:cNvSpPr/>
            <p:nvPr/>
          </p:nvSpPr>
          <p:spPr>
            <a:xfrm>
              <a:off x="3490110" y="2163685"/>
              <a:ext cx="55734" cy="18430"/>
            </a:xfrm>
            <a:custGeom>
              <a:avLst/>
              <a:gdLst/>
              <a:ahLst/>
              <a:cxnLst/>
              <a:rect l="l" t="t" r="r" b="b"/>
              <a:pathLst>
                <a:path w="1751" h="579" extrusionOk="0">
                  <a:moveTo>
                    <a:pt x="649" y="0"/>
                  </a:moveTo>
                  <a:cubicBezTo>
                    <a:pt x="492" y="0"/>
                    <a:pt x="319" y="16"/>
                    <a:pt x="132" y="55"/>
                  </a:cubicBezTo>
                  <a:cubicBezTo>
                    <a:pt x="60" y="66"/>
                    <a:pt x="1" y="138"/>
                    <a:pt x="1" y="221"/>
                  </a:cubicBezTo>
                  <a:lnTo>
                    <a:pt x="1" y="400"/>
                  </a:lnTo>
                  <a:cubicBezTo>
                    <a:pt x="1" y="483"/>
                    <a:pt x="72" y="555"/>
                    <a:pt x="155" y="555"/>
                  </a:cubicBezTo>
                  <a:cubicBezTo>
                    <a:pt x="251" y="555"/>
                    <a:pt x="322" y="483"/>
                    <a:pt x="322" y="400"/>
                  </a:cubicBezTo>
                  <a:lnTo>
                    <a:pt x="322" y="364"/>
                  </a:lnTo>
                  <a:cubicBezTo>
                    <a:pt x="434" y="349"/>
                    <a:pt x="539" y="342"/>
                    <a:pt x="636" y="342"/>
                  </a:cubicBezTo>
                  <a:cubicBezTo>
                    <a:pt x="841" y="342"/>
                    <a:pt x="1011" y="371"/>
                    <a:pt x="1132" y="412"/>
                  </a:cubicBezTo>
                  <a:cubicBezTo>
                    <a:pt x="1334" y="471"/>
                    <a:pt x="1453" y="543"/>
                    <a:pt x="1465" y="543"/>
                  </a:cubicBezTo>
                  <a:cubicBezTo>
                    <a:pt x="1501" y="555"/>
                    <a:pt x="1525" y="578"/>
                    <a:pt x="1560" y="578"/>
                  </a:cubicBezTo>
                  <a:cubicBezTo>
                    <a:pt x="1620" y="578"/>
                    <a:pt x="1667" y="543"/>
                    <a:pt x="1691" y="495"/>
                  </a:cubicBezTo>
                  <a:cubicBezTo>
                    <a:pt x="1751" y="400"/>
                    <a:pt x="1727" y="293"/>
                    <a:pt x="1644" y="245"/>
                  </a:cubicBezTo>
                  <a:cubicBezTo>
                    <a:pt x="1625" y="236"/>
                    <a:pt x="1259" y="0"/>
                    <a:pt x="64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1" name="Google Shape;1301;p39"/>
            <p:cNvSpPr/>
            <p:nvPr/>
          </p:nvSpPr>
          <p:spPr>
            <a:xfrm>
              <a:off x="3445771" y="2131664"/>
              <a:ext cx="144031" cy="192953"/>
            </a:xfrm>
            <a:custGeom>
              <a:avLst/>
              <a:gdLst/>
              <a:ahLst/>
              <a:cxnLst/>
              <a:rect l="l" t="t" r="r" b="b"/>
              <a:pathLst>
                <a:path w="4525" h="6062" extrusionOk="0">
                  <a:moveTo>
                    <a:pt x="3489" y="310"/>
                  </a:moveTo>
                  <a:lnTo>
                    <a:pt x="3489" y="1120"/>
                  </a:lnTo>
                  <a:cubicBezTo>
                    <a:pt x="3489" y="1251"/>
                    <a:pt x="3453" y="1382"/>
                    <a:pt x="3394" y="1525"/>
                  </a:cubicBezTo>
                  <a:lnTo>
                    <a:pt x="3334" y="1656"/>
                  </a:lnTo>
                  <a:cubicBezTo>
                    <a:pt x="3322" y="1680"/>
                    <a:pt x="3322" y="1703"/>
                    <a:pt x="3322" y="1727"/>
                  </a:cubicBezTo>
                  <a:lnTo>
                    <a:pt x="3322" y="2073"/>
                  </a:lnTo>
                  <a:cubicBezTo>
                    <a:pt x="3322" y="2370"/>
                    <a:pt x="3203" y="2632"/>
                    <a:pt x="3001" y="2835"/>
                  </a:cubicBezTo>
                  <a:cubicBezTo>
                    <a:pt x="2796" y="3016"/>
                    <a:pt x="2549" y="3133"/>
                    <a:pt x="2268" y="3133"/>
                  </a:cubicBezTo>
                  <a:cubicBezTo>
                    <a:pt x="2254" y="3133"/>
                    <a:pt x="2241" y="3133"/>
                    <a:pt x="2227" y="3132"/>
                  </a:cubicBezTo>
                  <a:cubicBezTo>
                    <a:pt x="1655" y="3108"/>
                    <a:pt x="1191" y="2608"/>
                    <a:pt x="1191" y="2025"/>
                  </a:cubicBezTo>
                  <a:lnTo>
                    <a:pt x="1191" y="1727"/>
                  </a:lnTo>
                  <a:cubicBezTo>
                    <a:pt x="1191" y="1703"/>
                    <a:pt x="1191" y="1680"/>
                    <a:pt x="1179" y="1656"/>
                  </a:cubicBezTo>
                  <a:lnTo>
                    <a:pt x="1120" y="1525"/>
                  </a:lnTo>
                  <a:cubicBezTo>
                    <a:pt x="1060" y="1406"/>
                    <a:pt x="1036" y="1263"/>
                    <a:pt x="1036" y="1120"/>
                  </a:cubicBezTo>
                  <a:cubicBezTo>
                    <a:pt x="1036" y="668"/>
                    <a:pt x="1394" y="310"/>
                    <a:pt x="1834" y="310"/>
                  </a:cubicBezTo>
                  <a:close/>
                  <a:moveTo>
                    <a:pt x="1727" y="3335"/>
                  </a:moveTo>
                  <a:cubicBezTo>
                    <a:pt x="1882" y="3406"/>
                    <a:pt x="2048" y="3442"/>
                    <a:pt x="2215" y="3454"/>
                  </a:cubicBezTo>
                  <a:lnTo>
                    <a:pt x="2263" y="3454"/>
                  </a:lnTo>
                  <a:cubicBezTo>
                    <a:pt x="2453" y="3454"/>
                    <a:pt x="2632" y="3430"/>
                    <a:pt x="2798" y="3347"/>
                  </a:cubicBezTo>
                  <a:lnTo>
                    <a:pt x="2798" y="3573"/>
                  </a:lnTo>
                  <a:cubicBezTo>
                    <a:pt x="2798" y="3620"/>
                    <a:pt x="2810" y="3680"/>
                    <a:pt x="2810" y="3728"/>
                  </a:cubicBezTo>
                  <a:lnTo>
                    <a:pt x="2263" y="4144"/>
                  </a:lnTo>
                  <a:lnTo>
                    <a:pt x="1715" y="3728"/>
                  </a:lnTo>
                  <a:cubicBezTo>
                    <a:pt x="1727" y="3680"/>
                    <a:pt x="1727" y="3632"/>
                    <a:pt x="1727" y="3573"/>
                  </a:cubicBezTo>
                  <a:lnTo>
                    <a:pt x="1727" y="3335"/>
                  </a:lnTo>
                  <a:close/>
                  <a:moveTo>
                    <a:pt x="1834" y="1"/>
                  </a:moveTo>
                  <a:cubicBezTo>
                    <a:pt x="1203" y="1"/>
                    <a:pt x="703" y="501"/>
                    <a:pt x="703" y="1132"/>
                  </a:cubicBezTo>
                  <a:cubicBezTo>
                    <a:pt x="703" y="1322"/>
                    <a:pt x="751" y="1501"/>
                    <a:pt x="834" y="1668"/>
                  </a:cubicBezTo>
                  <a:lnTo>
                    <a:pt x="882" y="1751"/>
                  </a:lnTo>
                  <a:lnTo>
                    <a:pt x="882" y="2013"/>
                  </a:lnTo>
                  <a:cubicBezTo>
                    <a:pt x="882" y="2454"/>
                    <a:pt x="1084" y="2858"/>
                    <a:pt x="1405" y="3120"/>
                  </a:cubicBezTo>
                  <a:lnTo>
                    <a:pt x="1405" y="3561"/>
                  </a:lnTo>
                  <a:cubicBezTo>
                    <a:pt x="1405" y="3632"/>
                    <a:pt x="1358" y="3704"/>
                    <a:pt x="1286" y="3739"/>
                  </a:cubicBezTo>
                  <a:lnTo>
                    <a:pt x="453" y="4049"/>
                  </a:lnTo>
                  <a:cubicBezTo>
                    <a:pt x="179" y="4156"/>
                    <a:pt x="1" y="4406"/>
                    <a:pt x="1" y="4692"/>
                  </a:cubicBezTo>
                  <a:lnTo>
                    <a:pt x="1" y="5894"/>
                  </a:lnTo>
                  <a:cubicBezTo>
                    <a:pt x="1" y="5990"/>
                    <a:pt x="72" y="6061"/>
                    <a:pt x="167" y="6061"/>
                  </a:cubicBezTo>
                  <a:cubicBezTo>
                    <a:pt x="251" y="6061"/>
                    <a:pt x="334" y="5990"/>
                    <a:pt x="334" y="5894"/>
                  </a:cubicBezTo>
                  <a:lnTo>
                    <a:pt x="334" y="4692"/>
                  </a:lnTo>
                  <a:cubicBezTo>
                    <a:pt x="334" y="4537"/>
                    <a:pt x="417" y="4406"/>
                    <a:pt x="572" y="4347"/>
                  </a:cubicBezTo>
                  <a:lnTo>
                    <a:pt x="1405" y="4037"/>
                  </a:lnTo>
                  <a:cubicBezTo>
                    <a:pt x="1441" y="4013"/>
                    <a:pt x="1489" y="3989"/>
                    <a:pt x="1525" y="3954"/>
                  </a:cubicBezTo>
                  <a:lnTo>
                    <a:pt x="2096" y="4394"/>
                  </a:lnTo>
                  <a:lnTo>
                    <a:pt x="2096" y="5883"/>
                  </a:lnTo>
                  <a:cubicBezTo>
                    <a:pt x="2096" y="5966"/>
                    <a:pt x="2179" y="6037"/>
                    <a:pt x="2263" y="6037"/>
                  </a:cubicBezTo>
                  <a:cubicBezTo>
                    <a:pt x="2358" y="6037"/>
                    <a:pt x="2429" y="5966"/>
                    <a:pt x="2429" y="5883"/>
                  </a:cubicBezTo>
                  <a:lnTo>
                    <a:pt x="2429" y="4394"/>
                  </a:lnTo>
                  <a:lnTo>
                    <a:pt x="3013" y="3954"/>
                  </a:lnTo>
                  <a:cubicBezTo>
                    <a:pt x="3049" y="3989"/>
                    <a:pt x="3084" y="4001"/>
                    <a:pt x="3132" y="4037"/>
                  </a:cubicBezTo>
                  <a:lnTo>
                    <a:pt x="3965" y="4347"/>
                  </a:lnTo>
                  <a:cubicBezTo>
                    <a:pt x="4096" y="4406"/>
                    <a:pt x="4203" y="4537"/>
                    <a:pt x="4203" y="4692"/>
                  </a:cubicBezTo>
                  <a:lnTo>
                    <a:pt x="4203" y="5894"/>
                  </a:lnTo>
                  <a:cubicBezTo>
                    <a:pt x="4203" y="5990"/>
                    <a:pt x="4275" y="6061"/>
                    <a:pt x="4358" y="6061"/>
                  </a:cubicBezTo>
                  <a:cubicBezTo>
                    <a:pt x="4453" y="6061"/>
                    <a:pt x="4525" y="5990"/>
                    <a:pt x="4525" y="5894"/>
                  </a:cubicBezTo>
                  <a:lnTo>
                    <a:pt x="4525" y="4692"/>
                  </a:lnTo>
                  <a:cubicBezTo>
                    <a:pt x="4513" y="4418"/>
                    <a:pt x="4334" y="4168"/>
                    <a:pt x="4072" y="4061"/>
                  </a:cubicBezTo>
                  <a:lnTo>
                    <a:pt x="3239" y="3751"/>
                  </a:lnTo>
                  <a:cubicBezTo>
                    <a:pt x="3156" y="3728"/>
                    <a:pt x="3120" y="3644"/>
                    <a:pt x="3120" y="3573"/>
                  </a:cubicBezTo>
                  <a:lnTo>
                    <a:pt x="3120" y="3156"/>
                  </a:lnTo>
                  <a:cubicBezTo>
                    <a:pt x="3144" y="3132"/>
                    <a:pt x="3191" y="3096"/>
                    <a:pt x="3215" y="3061"/>
                  </a:cubicBezTo>
                  <a:cubicBezTo>
                    <a:pt x="3489" y="2799"/>
                    <a:pt x="3632" y="2454"/>
                    <a:pt x="3632" y="2073"/>
                  </a:cubicBezTo>
                  <a:lnTo>
                    <a:pt x="3632" y="1751"/>
                  </a:lnTo>
                  <a:lnTo>
                    <a:pt x="3680" y="1668"/>
                  </a:lnTo>
                  <a:cubicBezTo>
                    <a:pt x="3775" y="1501"/>
                    <a:pt x="3811" y="1311"/>
                    <a:pt x="3811" y="1132"/>
                  </a:cubicBezTo>
                  <a:lnTo>
                    <a:pt x="3811" y="168"/>
                  </a:lnTo>
                  <a:cubicBezTo>
                    <a:pt x="3811" y="72"/>
                    <a:pt x="3739" y="1"/>
                    <a:pt x="36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2" name="Google Shape;1302;p39"/>
            <p:cNvSpPr/>
            <p:nvPr/>
          </p:nvSpPr>
          <p:spPr>
            <a:xfrm>
              <a:off x="3473813" y="2287058"/>
              <a:ext cx="10631" cy="38291"/>
            </a:xfrm>
            <a:custGeom>
              <a:avLst/>
              <a:gdLst/>
              <a:ahLst/>
              <a:cxnLst/>
              <a:rect l="l" t="t" r="r" b="b"/>
              <a:pathLst>
                <a:path w="334" h="1203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1048"/>
                  </a:lnTo>
                  <a:cubicBezTo>
                    <a:pt x="1" y="1131"/>
                    <a:pt x="72" y="1203"/>
                    <a:pt x="167" y="1203"/>
                  </a:cubicBezTo>
                  <a:cubicBezTo>
                    <a:pt x="251" y="1203"/>
                    <a:pt x="334" y="1131"/>
                    <a:pt x="334" y="1048"/>
                  </a:cubicBezTo>
                  <a:lnTo>
                    <a:pt x="334" y="155"/>
                  </a:lnTo>
                  <a:cubicBezTo>
                    <a:pt x="334" y="60"/>
                    <a:pt x="251" y="0"/>
                    <a:pt x="1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3" name="Google Shape;1303;p39"/>
            <p:cNvSpPr/>
            <p:nvPr/>
          </p:nvSpPr>
          <p:spPr>
            <a:xfrm>
              <a:off x="3551128" y="2287058"/>
              <a:ext cx="10249" cy="38291"/>
            </a:xfrm>
            <a:custGeom>
              <a:avLst/>
              <a:gdLst/>
              <a:ahLst/>
              <a:cxnLst/>
              <a:rect l="l" t="t" r="r" b="b"/>
              <a:pathLst>
                <a:path w="322" h="1203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1048"/>
                  </a:lnTo>
                  <a:cubicBezTo>
                    <a:pt x="0" y="1131"/>
                    <a:pt x="72" y="1203"/>
                    <a:pt x="167" y="1203"/>
                  </a:cubicBezTo>
                  <a:cubicBezTo>
                    <a:pt x="250" y="1203"/>
                    <a:pt x="322" y="1131"/>
                    <a:pt x="322" y="1048"/>
                  </a:cubicBezTo>
                  <a:lnTo>
                    <a:pt x="322" y="155"/>
                  </a:lnTo>
                  <a:cubicBezTo>
                    <a:pt x="322" y="60"/>
                    <a:pt x="262" y="0"/>
                    <a:pt x="1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4" name="Google Shape;1304;p39"/>
            <p:cNvSpPr/>
            <p:nvPr/>
          </p:nvSpPr>
          <p:spPr>
            <a:xfrm>
              <a:off x="3290377" y="1970604"/>
              <a:ext cx="221378" cy="185346"/>
            </a:xfrm>
            <a:custGeom>
              <a:avLst/>
              <a:gdLst/>
              <a:ahLst/>
              <a:cxnLst/>
              <a:rect l="l" t="t" r="r" b="b"/>
              <a:pathLst>
                <a:path w="6955" h="5823" extrusionOk="0">
                  <a:moveTo>
                    <a:pt x="2406" y="4168"/>
                  </a:moveTo>
                  <a:lnTo>
                    <a:pt x="2311" y="4537"/>
                  </a:lnTo>
                  <a:lnTo>
                    <a:pt x="2085" y="4537"/>
                  </a:lnTo>
                  <a:cubicBezTo>
                    <a:pt x="1894" y="4537"/>
                    <a:pt x="1727" y="4382"/>
                    <a:pt x="1727" y="4180"/>
                  </a:cubicBezTo>
                  <a:lnTo>
                    <a:pt x="1727" y="4168"/>
                  </a:lnTo>
                  <a:close/>
                  <a:moveTo>
                    <a:pt x="5573" y="358"/>
                  </a:moveTo>
                  <a:cubicBezTo>
                    <a:pt x="5764" y="358"/>
                    <a:pt x="5930" y="525"/>
                    <a:pt x="5930" y="715"/>
                  </a:cubicBezTo>
                  <a:lnTo>
                    <a:pt x="5930" y="3501"/>
                  </a:lnTo>
                  <a:cubicBezTo>
                    <a:pt x="5930" y="3692"/>
                    <a:pt x="5764" y="3858"/>
                    <a:pt x="5573" y="3858"/>
                  </a:cubicBezTo>
                  <a:lnTo>
                    <a:pt x="4168" y="3858"/>
                  </a:lnTo>
                  <a:cubicBezTo>
                    <a:pt x="4144" y="3858"/>
                    <a:pt x="4097" y="3870"/>
                    <a:pt x="4085" y="3882"/>
                  </a:cubicBezTo>
                  <a:lnTo>
                    <a:pt x="2537" y="5001"/>
                  </a:lnTo>
                  <a:lnTo>
                    <a:pt x="2537" y="5001"/>
                  </a:lnTo>
                  <a:lnTo>
                    <a:pt x="2775" y="4049"/>
                  </a:lnTo>
                  <a:cubicBezTo>
                    <a:pt x="2787" y="4001"/>
                    <a:pt x="2775" y="3942"/>
                    <a:pt x="2739" y="3918"/>
                  </a:cubicBezTo>
                  <a:cubicBezTo>
                    <a:pt x="2716" y="3870"/>
                    <a:pt x="2668" y="3858"/>
                    <a:pt x="2608" y="3858"/>
                  </a:cubicBezTo>
                  <a:lnTo>
                    <a:pt x="692" y="3858"/>
                  </a:lnTo>
                  <a:cubicBezTo>
                    <a:pt x="501" y="3858"/>
                    <a:pt x="334" y="3692"/>
                    <a:pt x="334" y="3501"/>
                  </a:cubicBezTo>
                  <a:lnTo>
                    <a:pt x="334" y="715"/>
                  </a:lnTo>
                  <a:cubicBezTo>
                    <a:pt x="334" y="525"/>
                    <a:pt x="501" y="358"/>
                    <a:pt x="692" y="358"/>
                  </a:cubicBezTo>
                  <a:close/>
                  <a:moveTo>
                    <a:pt x="6287" y="1025"/>
                  </a:moveTo>
                  <a:cubicBezTo>
                    <a:pt x="6478" y="1025"/>
                    <a:pt x="6645" y="1191"/>
                    <a:pt x="6645" y="1382"/>
                  </a:cubicBezTo>
                  <a:lnTo>
                    <a:pt x="6645" y="4180"/>
                  </a:lnTo>
                  <a:lnTo>
                    <a:pt x="6633" y="4180"/>
                  </a:lnTo>
                  <a:cubicBezTo>
                    <a:pt x="6633" y="4382"/>
                    <a:pt x="6466" y="4537"/>
                    <a:pt x="6276" y="4537"/>
                  </a:cubicBezTo>
                  <a:lnTo>
                    <a:pt x="4871" y="4537"/>
                  </a:lnTo>
                  <a:cubicBezTo>
                    <a:pt x="4823" y="4537"/>
                    <a:pt x="4787" y="4561"/>
                    <a:pt x="4752" y="4597"/>
                  </a:cubicBezTo>
                  <a:cubicBezTo>
                    <a:pt x="4728" y="4632"/>
                    <a:pt x="4704" y="4692"/>
                    <a:pt x="4728" y="4727"/>
                  </a:cubicBezTo>
                  <a:lnTo>
                    <a:pt x="4847" y="5406"/>
                  </a:lnTo>
                  <a:lnTo>
                    <a:pt x="4847" y="5406"/>
                  </a:lnTo>
                  <a:lnTo>
                    <a:pt x="3656" y="4597"/>
                  </a:lnTo>
                  <a:lnTo>
                    <a:pt x="4251" y="4168"/>
                  </a:lnTo>
                  <a:lnTo>
                    <a:pt x="5585" y="4168"/>
                  </a:lnTo>
                  <a:cubicBezTo>
                    <a:pt x="5954" y="4168"/>
                    <a:pt x="6276" y="3858"/>
                    <a:pt x="6276" y="3489"/>
                  </a:cubicBezTo>
                  <a:lnTo>
                    <a:pt x="6276" y="1025"/>
                  </a:lnTo>
                  <a:close/>
                  <a:moveTo>
                    <a:pt x="692" y="1"/>
                  </a:moveTo>
                  <a:cubicBezTo>
                    <a:pt x="322" y="1"/>
                    <a:pt x="1" y="310"/>
                    <a:pt x="1" y="691"/>
                  </a:cubicBezTo>
                  <a:lnTo>
                    <a:pt x="1" y="3465"/>
                  </a:lnTo>
                  <a:cubicBezTo>
                    <a:pt x="1" y="3846"/>
                    <a:pt x="322" y="4156"/>
                    <a:pt x="692" y="4156"/>
                  </a:cubicBezTo>
                  <a:lnTo>
                    <a:pt x="1406" y="4156"/>
                  </a:lnTo>
                  <a:lnTo>
                    <a:pt x="1406" y="4168"/>
                  </a:lnTo>
                  <a:cubicBezTo>
                    <a:pt x="1406" y="4537"/>
                    <a:pt x="1715" y="4858"/>
                    <a:pt x="2085" y="4858"/>
                  </a:cubicBezTo>
                  <a:lnTo>
                    <a:pt x="2227" y="4858"/>
                  </a:lnTo>
                  <a:lnTo>
                    <a:pt x="2168" y="5120"/>
                  </a:lnTo>
                  <a:cubicBezTo>
                    <a:pt x="2132" y="5228"/>
                    <a:pt x="2180" y="5335"/>
                    <a:pt x="2263" y="5394"/>
                  </a:cubicBezTo>
                  <a:cubicBezTo>
                    <a:pt x="2311" y="5418"/>
                    <a:pt x="2358" y="5430"/>
                    <a:pt x="2406" y="5430"/>
                  </a:cubicBezTo>
                  <a:cubicBezTo>
                    <a:pt x="2442" y="5430"/>
                    <a:pt x="2501" y="5418"/>
                    <a:pt x="2549" y="5394"/>
                  </a:cubicBezTo>
                  <a:lnTo>
                    <a:pt x="3263" y="4870"/>
                  </a:lnTo>
                  <a:lnTo>
                    <a:pt x="3430" y="4870"/>
                  </a:lnTo>
                  <a:lnTo>
                    <a:pt x="4787" y="5775"/>
                  </a:lnTo>
                  <a:cubicBezTo>
                    <a:pt x="4823" y="5811"/>
                    <a:pt x="4871" y="5823"/>
                    <a:pt x="4918" y="5823"/>
                  </a:cubicBezTo>
                  <a:cubicBezTo>
                    <a:pt x="4954" y="5823"/>
                    <a:pt x="5002" y="5811"/>
                    <a:pt x="5049" y="5775"/>
                  </a:cubicBezTo>
                  <a:cubicBezTo>
                    <a:pt x="5144" y="5716"/>
                    <a:pt x="5180" y="5632"/>
                    <a:pt x="5156" y="5525"/>
                  </a:cubicBezTo>
                  <a:lnTo>
                    <a:pt x="5049" y="4870"/>
                  </a:lnTo>
                  <a:lnTo>
                    <a:pt x="6252" y="4870"/>
                  </a:lnTo>
                  <a:cubicBezTo>
                    <a:pt x="6633" y="4870"/>
                    <a:pt x="6942" y="4561"/>
                    <a:pt x="6942" y="4180"/>
                  </a:cubicBezTo>
                  <a:lnTo>
                    <a:pt x="6942" y="1406"/>
                  </a:lnTo>
                  <a:cubicBezTo>
                    <a:pt x="6954" y="1013"/>
                    <a:pt x="6645" y="703"/>
                    <a:pt x="6276" y="703"/>
                  </a:cubicBezTo>
                  <a:cubicBezTo>
                    <a:pt x="6252" y="310"/>
                    <a:pt x="5954" y="1"/>
                    <a:pt x="557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5" name="Google Shape;1305;p39"/>
            <p:cNvSpPr/>
            <p:nvPr/>
          </p:nvSpPr>
          <p:spPr>
            <a:xfrm>
              <a:off x="3329432" y="2004344"/>
              <a:ext cx="26928" cy="10249"/>
            </a:xfrm>
            <a:custGeom>
              <a:avLst/>
              <a:gdLst/>
              <a:ahLst/>
              <a:cxnLst/>
              <a:rect l="l" t="t" r="r" b="b"/>
              <a:pathLst>
                <a:path w="846" h="322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679" y="322"/>
                  </a:lnTo>
                  <a:cubicBezTo>
                    <a:pt x="774" y="322"/>
                    <a:pt x="846" y="250"/>
                    <a:pt x="846" y="167"/>
                  </a:cubicBezTo>
                  <a:cubicBezTo>
                    <a:pt x="846" y="72"/>
                    <a:pt x="774" y="0"/>
                    <a:pt x="67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6" name="Google Shape;1306;p39"/>
            <p:cNvSpPr/>
            <p:nvPr/>
          </p:nvSpPr>
          <p:spPr>
            <a:xfrm>
              <a:off x="3368074" y="2004344"/>
              <a:ext cx="82663" cy="10249"/>
            </a:xfrm>
            <a:custGeom>
              <a:avLst/>
              <a:gdLst/>
              <a:ahLst/>
              <a:cxnLst/>
              <a:rect l="l" t="t" r="r" b="b"/>
              <a:pathLst>
                <a:path w="2597" h="322" extrusionOk="0">
                  <a:moveTo>
                    <a:pt x="167" y="0"/>
                  </a:moveTo>
                  <a:cubicBezTo>
                    <a:pt x="84" y="0"/>
                    <a:pt x="1" y="72"/>
                    <a:pt x="1" y="167"/>
                  </a:cubicBezTo>
                  <a:cubicBezTo>
                    <a:pt x="1" y="250"/>
                    <a:pt x="84" y="322"/>
                    <a:pt x="167" y="322"/>
                  </a:cubicBezTo>
                  <a:lnTo>
                    <a:pt x="2430" y="322"/>
                  </a:lnTo>
                  <a:cubicBezTo>
                    <a:pt x="2525" y="322"/>
                    <a:pt x="2596" y="250"/>
                    <a:pt x="2596" y="167"/>
                  </a:cubicBezTo>
                  <a:cubicBezTo>
                    <a:pt x="2596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7" name="Google Shape;1307;p39"/>
            <p:cNvSpPr/>
            <p:nvPr/>
          </p:nvSpPr>
          <p:spPr>
            <a:xfrm>
              <a:off x="3329432" y="2031622"/>
              <a:ext cx="121304" cy="10631"/>
            </a:xfrm>
            <a:custGeom>
              <a:avLst/>
              <a:gdLst/>
              <a:ahLst/>
              <a:cxnLst/>
              <a:rect l="l" t="t" r="r" b="b"/>
              <a:pathLst>
                <a:path w="3811" h="334" extrusionOk="0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3644" y="334"/>
                  </a:lnTo>
                  <a:cubicBezTo>
                    <a:pt x="3739" y="334"/>
                    <a:pt x="3810" y="263"/>
                    <a:pt x="3810" y="167"/>
                  </a:cubicBezTo>
                  <a:cubicBezTo>
                    <a:pt x="3810" y="84"/>
                    <a:pt x="3739" y="1"/>
                    <a:pt x="36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8" name="Google Shape;1308;p39"/>
            <p:cNvSpPr/>
            <p:nvPr/>
          </p:nvSpPr>
          <p:spPr>
            <a:xfrm>
              <a:off x="3329432" y="2059664"/>
              <a:ext cx="82249" cy="10663"/>
            </a:xfrm>
            <a:custGeom>
              <a:avLst/>
              <a:gdLst/>
              <a:ahLst/>
              <a:cxnLst/>
              <a:rect l="l" t="t" r="r" b="b"/>
              <a:pathLst>
                <a:path w="2584" h="335" extrusionOk="0">
                  <a:moveTo>
                    <a:pt x="155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51"/>
                    <a:pt x="72" y="334"/>
                    <a:pt x="155" y="334"/>
                  </a:cubicBezTo>
                  <a:lnTo>
                    <a:pt x="2429" y="334"/>
                  </a:lnTo>
                  <a:cubicBezTo>
                    <a:pt x="2513" y="334"/>
                    <a:pt x="2584" y="251"/>
                    <a:pt x="2584" y="167"/>
                  </a:cubicBezTo>
                  <a:cubicBezTo>
                    <a:pt x="2584" y="72"/>
                    <a:pt x="2513" y="1"/>
                    <a:pt x="242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9" name="Google Shape;1309;p39"/>
            <p:cNvSpPr/>
            <p:nvPr/>
          </p:nvSpPr>
          <p:spPr>
            <a:xfrm>
              <a:off x="3423777" y="2059664"/>
              <a:ext cx="26960" cy="10663"/>
            </a:xfrm>
            <a:custGeom>
              <a:avLst/>
              <a:gdLst/>
              <a:ahLst/>
              <a:cxnLst/>
              <a:rect l="l" t="t" r="r" b="b"/>
              <a:pathLst>
                <a:path w="847" h="335" extrusionOk="0">
                  <a:moveTo>
                    <a:pt x="156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34"/>
                    <a:pt x="156" y="334"/>
                  </a:cubicBezTo>
                  <a:lnTo>
                    <a:pt x="680" y="334"/>
                  </a:lnTo>
                  <a:cubicBezTo>
                    <a:pt x="775" y="334"/>
                    <a:pt x="846" y="251"/>
                    <a:pt x="846" y="167"/>
                  </a:cubicBezTo>
                  <a:cubicBezTo>
                    <a:pt x="846" y="72"/>
                    <a:pt x="775" y="1"/>
                    <a:pt x="6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310" name="Google Shape;1310;p39"/>
          <p:cNvSpPr txBox="1">
            <a:spLocks noGrp="1"/>
          </p:cNvSpPr>
          <p:nvPr>
            <p:ph type="title"/>
          </p:nvPr>
        </p:nvSpPr>
        <p:spPr>
          <a:xfrm>
            <a:off x="4449366" y="0"/>
            <a:ext cx="3170634" cy="64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-IN" sz="28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Safety </a:t>
            </a:r>
            <a:r>
              <a:rPr lang="en-IN" sz="2800" b="1" u="sng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Equipments</a:t>
            </a:r>
            <a:endParaRPr lang="en-IN" sz="2800" b="1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17" name="Google Shape;1317;p39"/>
          <p:cNvGrpSpPr/>
          <p:nvPr/>
        </p:nvGrpSpPr>
        <p:grpSpPr>
          <a:xfrm>
            <a:off x="112112" y="3251200"/>
            <a:ext cx="3475421" cy="3881820"/>
            <a:chOff x="457188" y="-34921"/>
            <a:chExt cx="2265000" cy="3860097"/>
          </a:xfrm>
        </p:grpSpPr>
        <p:sp>
          <p:nvSpPr>
            <p:cNvPr id="1318" name="Google Shape;1318;p39"/>
            <p:cNvSpPr txBox="1"/>
            <p:nvPr/>
          </p:nvSpPr>
          <p:spPr>
            <a:xfrm>
              <a:off x="457188" y="-34921"/>
              <a:ext cx="2265000" cy="34079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-IN" sz="2133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List of necessary equipment</a:t>
              </a:r>
              <a:endParaRPr lang="en-US" altLang="en-US" sz="2133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buFont typeface="Wingdings" panose="05000000000000000000" charset="0"/>
                <a:buChar char="ü"/>
              </a:pPr>
              <a:r>
                <a:rPr lang="en-US" altLang="en-US" sz="213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Helmets                                                                        </a:t>
              </a:r>
              <a:endPara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buFont typeface="Wingdings" panose="05000000000000000000" charset="0"/>
                <a:buChar char="ü"/>
              </a:pPr>
              <a:r>
                <a:rPr lang="en-US" altLang="en-US" dirty="0">
                  <a:latin typeface="Times New Roman"/>
                  <a:cs typeface="Times New Roman"/>
                </a:rPr>
                <a:t>Seatbelts</a:t>
              </a:r>
            </a:p>
            <a:p>
              <a:pPr>
                <a:buFont typeface="Wingdings" panose="05000000000000000000" charset="0"/>
                <a:buChar char="ü"/>
              </a:pPr>
              <a:r>
                <a:rPr lang="en-US" altLang="en-US" dirty="0">
                  <a:latin typeface="Times New Roman"/>
                  <a:cs typeface="Times New Roman"/>
                </a:rPr>
                <a:t>Protective barriers</a:t>
              </a:r>
            </a:p>
            <a:p>
              <a:pPr>
                <a:lnSpc>
                  <a:spcPct val="90000"/>
                </a:lnSpc>
                <a:buFont typeface="Wingdings" panose="05000000000000000000" charset="0"/>
                <a:buChar char="ü"/>
              </a:pPr>
              <a:r>
                <a:rPr lang="en-US" altLang="en-US" dirty="0">
                  <a:latin typeface="Times New Roman"/>
                  <a:cs typeface="Times New Roman"/>
                </a:rPr>
                <a:t>Track lighting</a:t>
              </a:r>
            </a:p>
            <a:p>
              <a:pPr>
                <a:buFont typeface="Wingdings" panose="05000000000000000000" charset="0"/>
                <a:buChar char="ü"/>
              </a:pPr>
              <a:r>
                <a:rPr lang="en-US" altLang="en-US" dirty="0">
                  <a:latin typeface="Times New Roman"/>
                  <a:cs typeface="Times New Roman"/>
                </a:rPr>
                <a:t>Timing system</a:t>
              </a:r>
            </a:p>
            <a:p>
              <a:pPr>
                <a:buFont typeface="Wingdings" panose="05000000000000000000" charset="0"/>
                <a:buChar char="ü"/>
              </a:pPr>
              <a:r>
                <a:rPr lang="en-US" altLang="en-US" dirty="0">
                  <a:latin typeface="Times New Roman"/>
                  <a:cs typeface="Times New Roman"/>
                </a:rPr>
                <a:t>Track cleaning equipment</a:t>
              </a:r>
            </a:p>
            <a:p>
              <a:pPr>
                <a:buFont typeface="Wingdings" panose="05000000000000000000" charset="0"/>
                <a:buChar char="ü"/>
              </a:pPr>
              <a:r>
                <a:rPr lang="en-US" altLang="en-US" dirty="0">
                  <a:latin typeface="Times New Roman"/>
                  <a:cs typeface="Times New Roman"/>
                </a:rPr>
                <a:t>Kart maintenance tools</a:t>
              </a:r>
            </a:p>
            <a:p>
              <a:pPr>
                <a:buFont typeface="Wingdings" panose="05000000000000000000" charset="0"/>
                <a:buChar char="ü"/>
              </a:pPr>
              <a:r>
                <a:rPr lang="en-US" altLang="en-US" dirty="0">
                  <a:latin typeface="Times New Roman"/>
                  <a:cs typeface="Times New Roman"/>
                </a:rPr>
                <a:t>Safety nets</a:t>
              </a:r>
            </a:p>
            <a:p>
              <a:pPr>
                <a:buFont typeface="Wingdings" panose="05000000000000000000" charset="0"/>
                <a:buChar char="ü"/>
              </a:pPr>
              <a:r>
                <a:rPr lang="en-US" altLang="en-US" dirty="0">
                  <a:latin typeface="Times New Roman"/>
                  <a:cs typeface="Times New Roman"/>
                </a:rPr>
                <a:t>Fire extinguishers</a:t>
              </a:r>
            </a:p>
            <a:p>
              <a:pPr>
                <a:buFont typeface="Wingdings" panose="05000000000000000000" charset="0"/>
                <a:buChar char="ü"/>
              </a:pPr>
              <a:r>
                <a:rPr lang="en-US" altLang="en-US" dirty="0">
                  <a:latin typeface="Times New Roman"/>
                  <a:cs typeface="Times New Roman"/>
                </a:rPr>
                <a:t>First aid kits</a:t>
              </a:r>
            </a:p>
            <a:p>
              <a:endParaRPr sz="2267" dirty="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319" name="Google Shape;1319;p39"/>
            <p:cNvSpPr txBox="1"/>
            <p:nvPr/>
          </p:nvSpPr>
          <p:spPr>
            <a:xfrm>
              <a:off x="457188" y="3290276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6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71" name="Picture 4" descr="Image result for Kart maintenance tools">
            <a:extLst>
              <a:ext uri="{FF2B5EF4-FFF2-40B4-BE49-F238E27FC236}">
                <a16:creationId xmlns:a16="http://schemas.microsoft.com/office/drawing/2014/main" id="{D91A10C6-4043-5462-1488-806864DEB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791" y="1143661"/>
            <a:ext cx="2089436" cy="160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6" descr="Image result for First aid kits">
            <a:extLst>
              <a:ext uri="{FF2B5EF4-FFF2-40B4-BE49-F238E27FC236}">
                <a16:creationId xmlns:a16="http://schemas.microsoft.com/office/drawing/2014/main" id="{2E426EB6-D984-CC03-447D-5648DEF03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1448" y="3105211"/>
            <a:ext cx="1368008" cy="1125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A10A41FA-C53A-6A89-65D1-A96A6433C8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372" y="1009037"/>
            <a:ext cx="1173728" cy="1790901"/>
          </a:xfrm>
          <a:prstGeom prst="rect">
            <a:avLst/>
          </a:prstGeom>
        </p:spPr>
      </p:pic>
      <p:pic>
        <p:nvPicPr>
          <p:cNvPr id="74" name="Picture 2" descr="Image result for Timing system">
            <a:extLst>
              <a:ext uri="{FF2B5EF4-FFF2-40B4-BE49-F238E27FC236}">
                <a16:creationId xmlns:a16="http://schemas.microsoft.com/office/drawing/2014/main" id="{E14D584C-236D-86A1-695D-B36758E123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3771" y="3048000"/>
            <a:ext cx="1773349" cy="162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696263B4-BE7E-63E7-4BDD-4B9452C1D7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27579" y="5007429"/>
            <a:ext cx="1737179" cy="1583551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0DC165B1-8CA0-4830-52AF-ADB389628F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32089" y="3083517"/>
            <a:ext cx="1685739" cy="1677836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810D315A-B091-C4B3-1175-D8962632CA6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8761" y="4905828"/>
            <a:ext cx="1836727" cy="1728989"/>
          </a:xfrm>
          <a:prstGeom prst="rect">
            <a:avLst/>
          </a:prstGeom>
        </p:spPr>
      </p:pic>
      <p:pic>
        <p:nvPicPr>
          <p:cNvPr id="78" name="object 6">
            <a:extLst>
              <a:ext uri="{FF2B5EF4-FFF2-40B4-BE49-F238E27FC236}">
                <a16:creationId xmlns:a16="http://schemas.microsoft.com/office/drawing/2014/main" id="{9B1435B1-4950-FA5F-219D-60B30BBBE336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454984" y="1389178"/>
            <a:ext cx="1737017" cy="1515073"/>
          </a:xfrm>
          <a:prstGeom prst="rect">
            <a:avLst/>
          </a:prstGeom>
        </p:spPr>
      </p:pic>
      <p:pic>
        <p:nvPicPr>
          <p:cNvPr id="79" name="object 4">
            <a:extLst>
              <a:ext uri="{FF2B5EF4-FFF2-40B4-BE49-F238E27FC236}">
                <a16:creationId xmlns:a16="http://schemas.microsoft.com/office/drawing/2014/main" id="{ABF3B777-55E5-BE5A-BB0F-7495E67CF619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501369" y="520700"/>
            <a:ext cx="1509484" cy="2321804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C17358D4-4837-9428-1591-99E33567DA8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46466" y="5400408"/>
            <a:ext cx="1730334" cy="1343844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618462D9-44DC-CA7A-A3D0-53EE1CAB2B9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5127" cy="84512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1F6A0310-2031-465C-D2B0-1039E8CCDD9C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11019031" y="0"/>
            <a:ext cx="1172969" cy="831843"/>
          </a:xfrm>
          <a:prstGeom prst="rect">
            <a:avLst/>
          </a:prstGeom>
        </p:spPr>
      </p:pic>
      <p:pic>
        <p:nvPicPr>
          <p:cNvPr id="69" name="Picture 68"/>
          <p:cNvPicPr>
            <a:picLocks noChangeAspect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5700" y="0"/>
            <a:ext cx="2032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801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D405D-F234-5BED-5DF7-07DD54C32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8462D9-44DC-CA7A-A3D0-53EE1CAB2B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5127" cy="8451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6A0310-2031-465C-D2B0-1039E8CCDD9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11019031" y="0"/>
            <a:ext cx="1172969" cy="831843"/>
          </a:xfrm>
          <a:prstGeom prst="rect">
            <a:avLst/>
          </a:prstGeom>
        </p:spPr>
      </p:pic>
      <p:sp>
        <p:nvSpPr>
          <p:cNvPr id="11" name="Google Shape;1486;p43"/>
          <p:cNvSpPr/>
          <p:nvPr/>
        </p:nvSpPr>
        <p:spPr>
          <a:xfrm>
            <a:off x="9290999" y="6243720"/>
            <a:ext cx="2879834" cy="56756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RACERS ARE NOT BORN THEY ARE MADE</a:t>
            </a:r>
            <a:endParaRPr lang="en-IN" sz="1100" b="1" dirty="0">
              <a:solidFill>
                <a:schemeClr val="bg1"/>
              </a:solidFill>
            </a:endParaRPr>
          </a:p>
        </p:txBody>
      </p:sp>
      <p:sp>
        <p:nvSpPr>
          <p:cNvPr id="63" name="Google Shape;136;p17"/>
          <p:cNvSpPr/>
          <p:nvPr/>
        </p:nvSpPr>
        <p:spPr>
          <a:xfrm rot="10800000">
            <a:off x="1801089" y="1357743"/>
            <a:ext cx="4225635" cy="3477492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137;p17"/>
          <p:cNvSpPr/>
          <p:nvPr/>
        </p:nvSpPr>
        <p:spPr>
          <a:xfrm rot="10800000">
            <a:off x="2117211" y="1574798"/>
            <a:ext cx="3651851" cy="2984502"/>
          </a:xfrm>
          <a:prstGeom prst="ellipse">
            <a:avLst/>
          </a:prstGeom>
          <a:solidFill>
            <a:srgbClr val="E917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138;p17"/>
          <p:cNvSpPr/>
          <p:nvPr/>
        </p:nvSpPr>
        <p:spPr>
          <a:xfrm flipH="1">
            <a:off x="2359267" y="1821516"/>
            <a:ext cx="3142118" cy="250108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1F6A0310-2031-465C-D2B0-1039E8CCDD9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2888723" y="2105893"/>
            <a:ext cx="1873777" cy="1328840"/>
          </a:xfrm>
          <a:prstGeom prst="rect">
            <a:avLst/>
          </a:prstGeom>
        </p:spPr>
      </p:pic>
      <p:sp>
        <p:nvSpPr>
          <p:cNvPr id="79" name="Google Shape;140;p17"/>
          <p:cNvSpPr/>
          <p:nvPr/>
        </p:nvSpPr>
        <p:spPr>
          <a:xfrm>
            <a:off x="5890973" y="2508063"/>
            <a:ext cx="93300" cy="93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141;p17"/>
          <p:cNvSpPr/>
          <p:nvPr/>
        </p:nvSpPr>
        <p:spPr>
          <a:xfrm>
            <a:off x="5933835" y="3526630"/>
            <a:ext cx="93300" cy="806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142;p17"/>
          <p:cNvSpPr/>
          <p:nvPr/>
        </p:nvSpPr>
        <p:spPr>
          <a:xfrm>
            <a:off x="5999155" y="3017639"/>
            <a:ext cx="93300" cy="93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2" name="Google Shape;144;p17"/>
          <p:cNvGrpSpPr/>
          <p:nvPr/>
        </p:nvGrpSpPr>
        <p:grpSpPr>
          <a:xfrm>
            <a:off x="5952260" y="3555104"/>
            <a:ext cx="3021943" cy="446216"/>
            <a:chOff x="2908589" y="3445783"/>
            <a:chExt cx="3021943" cy="446216"/>
          </a:xfrm>
        </p:grpSpPr>
        <p:sp>
          <p:nvSpPr>
            <p:cNvPr id="83" name="Google Shape;145;p17"/>
            <p:cNvSpPr/>
            <p:nvPr/>
          </p:nvSpPr>
          <p:spPr>
            <a:xfrm>
              <a:off x="4516632" y="3464799"/>
              <a:ext cx="1413900" cy="4272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Execution</a:t>
              </a:r>
              <a:endParaRPr sz="1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84" name="Google Shape;146;p17"/>
            <p:cNvCxnSpPr/>
            <p:nvPr/>
          </p:nvCxnSpPr>
          <p:spPr>
            <a:xfrm flipH="1" flipV="1">
              <a:off x="2908589" y="3445783"/>
              <a:ext cx="1612805" cy="249284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5" name="Google Shape;148;p17"/>
          <p:cNvGrpSpPr/>
          <p:nvPr/>
        </p:nvGrpSpPr>
        <p:grpSpPr>
          <a:xfrm>
            <a:off x="5641975" y="1468632"/>
            <a:ext cx="3364744" cy="626868"/>
            <a:chOff x="2565788" y="1385505"/>
            <a:chExt cx="3364744" cy="626868"/>
          </a:xfrm>
        </p:grpSpPr>
        <p:sp>
          <p:nvSpPr>
            <p:cNvPr id="86" name="Google Shape;149;p17"/>
            <p:cNvSpPr/>
            <p:nvPr/>
          </p:nvSpPr>
          <p:spPr>
            <a:xfrm>
              <a:off x="4516632" y="1385505"/>
              <a:ext cx="1413900" cy="427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Analysis</a:t>
              </a:r>
              <a:endParaRPr sz="1800" dirty="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87" name="Google Shape;150;p17"/>
            <p:cNvCxnSpPr>
              <a:stCxn id="86" idx="1"/>
            </p:cNvCxnSpPr>
            <p:nvPr/>
          </p:nvCxnSpPr>
          <p:spPr>
            <a:xfrm flipH="1">
              <a:off x="2565788" y="1599105"/>
              <a:ext cx="1950844" cy="413268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8" name="Google Shape;152;p17"/>
          <p:cNvGrpSpPr/>
          <p:nvPr/>
        </p:nvGrpSpPr>
        <p:grpSpPr>
          <a:xfrm>
            <a:off x="5999155" y="2841020"/>
            <a:ext cx="2993232" cy="427200"/>
            <a:chOff x="2937300" y="2771748"/>
            <a:chExt cx="2993232" cy="427200"/>
          </a:xfrm>
        </p:grpSpPr>
        <p:sp>
          <p:nvSpPr>
            <p:cNvPr id="89" name="Google Shape;153;p17"/>
            <p:cNvSpPr/>
            <p:nvPr/>
          </p:nvSpPr>
          <p:spPr>
            <a:xfrm>
              <a:off x="4516632" y="2771748"/>
              <a:ext cx="1413900" cy="427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Planning</a:t>
              </a:r>
              <a:endParaRPr sz="1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90" name="Google Shape;154;p17"/>
            <p:cNvCxnSpPr>
              <a:stCxn id="89" idx="1"/>
              <a:endCxn id="81" idx="2"/>
            </p:cNvCxnSpPr>
            <p:nvPr/>
          </p:nvCxnSpPr>
          <p:spPr>
            <a:xfrm flipH="1">
              <a:off x="2937300" y="2985348"/>
              <a:ext cx="1579332" cy="9669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1" name="Google Shape;156;p17"/>
          <p:cNvGrpSpPr/>
          <p:nvPr/>
        </p:nvGrpSpPr>
        <p:grpSpPr>
          <a:xfrm>
            <a:off x="5890973" y="2161824"/>
            <a:ext cx="3073705" cy="427200"/>
            <a:chOff x="2856827" y="2078697"/>
            <a:chExt cx="3073705" cy="427200"/>
          </a:xfrm>
        </p:grpSpPr>
        <p:sp>
          <p:nvSpPr>
            <p:cNvPr id="92" name="Google Shape;157;p17"/>
            <p:cNvSpPr/>
            <p:nvPr/>
          </p:nvSpPr>
          <p:spPr>
            <a:xfrm>
              <a:off x="4516632" y="2078697"/>
              <a:ext cx="1413900" cy="427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Strategy</a:t>
              </a:r>
              <a:endParaRPr sz="1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93" name="Google Shape;158;p17"/>
            <p:cNvCxnSpPr>
              <a:stCxn id="92" idx="1"/>
              <a:endCxn id="79" idx="2"/>
            </p:cNvCxnSpPr>
            <p:nvPr/>
          </p:nvCxnSpPr>
          <p:spPr>
            <a:xfrm flipH="1">
              <a:off x="2856827" y="2292297"/>
              <a:ext cx="1659805" cy="179289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4" name="Google Shape;160;p17"/>
          <p:cNvGrpSpPr/>
          <p:nvPr/>
        </p:nvGrpSpPr>
        <p:grpSpPr>
          <a:xfrm>
            <a:off x="5657850" y="4062413"/>
            <a:ext cx="3306828" cy="605764"/>
            <a:chOff x="2623704" y="3979286"/>
            <a:chExt cx="3306828" cy="605764"/>
          </a:xfrm>
        </p:grpSpPr>
        <p:sp>
          <p:nvSpPr>
            <p:cNvPr id="95" name="Google Shape;161;p17"/>
            <p:cNvSpPr/>
            <p:nvPr/>
          </p:nvSpPr>
          <p:spPr>
            <a:xfrm>
              <a:off x="4516632" y="4157850"/>
              <a:ext cx="1413900" cy="4272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Tracing</a:t>
              </a:r>
              <a:endParaRPr sz="1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96" name="Google Shape;162;p17"/>
            <p:cNvCxnSpPr>
              <a:stCxn id="95" idx="1"/>
            </p:cNvCxnSpPr>
            <p:nvPr/>
          </p:nvCxnSpPr>
          <p:spPr>
            <a:xfrm flipH="1" flipV="1">
              <a:off x="2623704" y="3979286"/>
              <a:ext cx="1892928" cy="392164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16" name="Picture 115">
            <a:extLst>
              <a:ext uri="{FF2B5EF4-FFF2-40B4-BE49-F238E27FC236}">
                <a16:creationId xmlns:a16="http://schemas.microsoft.com/office/drawing/2014/main" id="{9725E7BA-2618-2406-A13B-3580C9A071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9899" y="3454400"/>
            <a:ext cx="2057401" cy="533400"/>
          </a:xfrm>
          <a:prstGeom prst="rect">
            <a:avLst/>
          </a:prstGeom>
        </p:spPr>
      </p:pic>
      <p:pic>
        <p:nvPicPr>
          <p:cNvPr id="117" name="Picture 116">
            <a:extLst>
              <a:ext uri="{FF2B5EF4-FFF2-40B4-BE49-F238E27FC236}">
                <a16:creationId xmlns:a16="http://schemas.microsoft.com/office/drawing/2014/main" id="{9725E7BA-2618-2406-A13B-3580C9A071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0728" y="4840110"/>
            <a:ext cx="1977616" cy="1399495"/>
          </a:xfrm>
          <a:prstGeom prst="rect">
            <a:avLst/>
          </a:prstGeom>
        </p:spPr>
      </p:pic>
      <p:pic>
        <p:nvPicPr>
          <p:cNvPr id="118" name="Picture 117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5700" y="0"/>
            <a:ext cx="2032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623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1791</TotalTime>
  <Words>1730</Words>
  <Application>Microsoft Office PowerPoint</Application>
  <PresentationFormat>Widescreen</PresentationFormat>
  <Paragraphs>811</Paragraphs>
  <Slides>16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 </vt:lpstr>
      <vt:lpstr>Team Composition And Allocation</vt:lpstr>
      <vt:lpstr>Important  Rules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Safety Equipments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Pradeep M</dc:creator>
  <cp:lastModifiedBy>Guru prasanna V</cp:lastModifiedBy>
  <cp:revision>38</cp:revision>
  <dcterms:created xsi:type="dcterms:W3CDTF">2025-01-23T15:43:47Z</dcterms:created>
  <dcterms:modified xsi:type="dcterms:W3CDTF">2025-03-27T13:32:10Z</dcterms:modified>
</cp:coreProperties>
</file>